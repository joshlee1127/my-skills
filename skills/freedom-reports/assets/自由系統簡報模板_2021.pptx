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1" r:id="rId5"/>
    <p:sldMasterId id="2147483717" r:id="rId6"/>
  </p:sldMasterIdLst>
  <p:notesMasterIdLst>
    <p:notesMasterId r:id="rId13"/>
  </p:notesMasterIdLst>
  <p:handoutMasterIdLst>
    <p:handoutMasterId r:id="rId14"/>
  </p:handoutMasterIdLst>
  <p:sldIdLst>
    <p:sldId id="392" r:id="rId7"/>
    <p:sldId id="388" r:id="rId8"/>
    <p:sldId id="380" r:id="rId9"/>
    <p:sldId id="362" r:id="rId10"/>
    <p:sldId id="368" r:id="rId11"/>
    <p:sldId id="369" r:id="rId12"/>
  </p:sldIdLst>
  <p:sldSz cx="12192000" cy="6858000"/>
  <p:notesSz cx="6858000" cy="9144000"/>
  <p:custDataLst>
    <p:tags r:id="rId15"/>
  </p:custData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reedom Systems" id="{590553C0-A28A-4132-8BB5-8069701A3FB7}">
          <p14:sldIdLst>
            <p14:sldId id="392"/>
            <p14:sldId id="388"/>
            <p14:sldId id="380"/>
          </p14:sldIdLst>
        </p14:section>
        <p14:section name="附錄" id="{5E02BE1E-7355-4FF9-A951-2D28DBDF4010}">
          <p14:sldIdLst>
            <p14:sldId id="362"/>
            <p14:sldId id="368"/>
            <p14:sldId id="3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51298F"/>
    <a:srgbClr val="C40268"/>
    <a:srgbClr val="4539DD"/>
    <a:srgbClr val="50C7C7"/>
    <a:srgbClr val="33FCFD"/>
    <a:srgbClr val="F3F2F1"/>
    <a:srgbClr val="CDF0F9"/>
    <a:srgbClr val="000000"/>
    <a:srgbClr val="288B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7A69EA-900E-44E8-928B-1A22439C5A75}" v="77" dt="2021-10-25T07:18:26.7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5183" autoAdjust="0"/>
  </p:normalViewPr>
  <p:slideViewPr>
    <p:cSldViewPr snapToGrid="0">
      <p:cViewPr>
        <p:scale>
          <a:sx n="60" d="100"/>
          <a:sy n="60" d="100"/>
        </p:scale>
        <p:origin x="852" y="62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66" d="100"/>
          <a:sy n="66" d="100"/>
        </p:scale>
        <p:origin x="2571" y="14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1" Type="http://schemas.openxmlformats.org/officeDocument/2006/relationships/slide" Target="slides/slide5.xml"/><Relationship Id="rId6" Type="http://schemas.openxmlformats.org/officeDocument/2006/relationships/slideMaster" Target="slideMasters/slideMaster2.xml"/><Relationship Id="rId5" Type="http://schemas.openxmlformats.org/officeDocument/2006/relationships/slideMaster" Target="slideMasters/slideMaster1.xml"/><Relationship Id="rId15" Type="http://schemas.openxmlformats.org/officeDocument/2006/relationships/tags" Target="tags/tag1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dy Lin - Freedom Systems" userId="24f92fdd-367a-40f1-ad9b-8db5b9467043" providerId="ADAL" clId="{647A69EA-900E-44E8-928B-1A22439C5A75}"/>
    <pc:docChg chg="undo custSel delSld modSld sldOrd modMainMaster modSection">
      <pc:chgData name="Mandy Lin - Freedom Systems" userId="24f92fdd-367a-40f1-ad9b-8db5b9467043" providerId="ADAL" clId="{647A69EA-900E-44E8-928B-1A22439C5A75}" dt="2021-10-25T07:39:06.517" v="398" actId="478"/>
      <pc:docMkLst>
        <pc:docMk/>
      </pc:docMkLst>
      <pc:sldChg chg="del">
        <pc:chgData name="Mandy Lin - Freedom Systems" userId="24f92fdd-367a-40f1-ad9b-8db5b9467043" providerId="ADAL" clId="{647A69EA-900E-44E8-928B-1A22439C5A75}" dt="2021-10-25T06:32:31.604" v="71" actId="47"/>
        <pc:sldMkLst>
          <pc:docMk/>
          <pc:sldMk cId="1895687601" sldId="270"/>
        </pc:sldMkLst>
      </pc:sldChg>
      <pc:sldChg chg="del">
        <pc:chgData name="Mandy Lin - Freedom Systems" userId="24f92fdd-367a-40f1-ad9b-8db5b9467043" providerId="ADAL" clId="{647A69EA-900E-44E8-928B-1A22439C5A75}" dt="2021-10-25T06:32:31.604" v="71" actId="47"/>
        <pc:sldMkLst>
          <pc:docMk/>
          <pc:sldMk cId="1630295107" sldId="276"/>
        </pc:sldMkLst>
      </pc:sldChg>
      <pc:sldChg chg="del ord">
        <pc:chgData name="Mandy Lin - Freedom Systems" userId="24f92fdd-367a-40f1-ad9b-8db5b9467043" providerId="ADAL" clId="{647A69EA-900E-44E8-928B-1A22439C5A75}" dt="2021-10-25T06:33:48.140" v="81" actId="47"/>
        <pc:sldMkLst>
          <pc:docMk/>
          <pc:sldMk cId="3916533616" sldId="357"/>
        </pc:sldMkLst>
      </pc:sldChg>
      <pc:sldChg chg="addSp delSp mod">
        <pc:chgData name="Mandy Lin - Freedom Systems" userId="24f92fdd-367a-40f1-ad9b-8db5b9467043" providerId="ADAL" clId="{647A69EA-900E-44E8-928B-1A22439C5A75}" dt="2021-10-25T07:11:19.728" v="259" actId="478"/>
        <pc:sldMkLst>
          <pc:docMk/>
          <pc:sldMk cId="1946021227" sldId="362"/>
        </pc:sldMkLst>
        <pc:spChg chg="add del">
          <ac:chgData name="Mandy Lin - Freedom Systems" userId="24f92fdd-367a-40f1-ad9b-8db5b9467043" providerId="ADAL" clId="{647A69EA-900E-44E8-928B-1A22439C5A75}" dt="2021-10-25T07:11:19.728" v="259" actId="478"/>
          <ac:spMkLst>
            <pc:docMk/>
            <pc:sldMk cId="1946021227" sldId="362"/>
            <ac:spMk id="724" creationId="{1FBABAD6-15B0-47BB-BDB3-08890ED102D8}"/>
          </ac:spMkLst>
        </pc:spChg>
      </pc:sldChg>
      <pc:sldChg chg="del">
        <pc:chgData name="Mandy Lin - Freedom Systems" userId="24f92fdd-367a-40f1-ad9b-8db5b9467043" providerId="ADAL" clId="{647A69EA-900E-44E8-928B-1A22439C5A75}" dt="2021-10-25T06:32:42.267" v="73" actId="47"/>
        <pc:sldMkLst>
          <pc:docMk/>
          <pc:sldMk cId="4041372935" sldId="363"/>
        </pc:sldMkLst>
      </pc:sldChg>
      <pc:sldChg chg="del">
        <pc:chgData name="Mandy Lin - Freedom Systems" userId="24f92fdd-367a-40f1-ad9b-8db5b9467043" providerId="ADAL" clId="{647A69EA-900E-44E8-928B-1A22439C5A75}" dt="2021-10-25T06:32:42.267" v="73" actId="47"/>
        <pc:sldMkLst>
          <pc:docMk/>
          <pc:sldMk cId="3120854365" sldId="365"/>
        </pc:sldMkLst>
      </pc:sldChg>
      <pc:sldChg chg="addSp delSp modSp mod">
        <pc:chgData name="Mandy Lin - Freedom Systems" userId="24f92fdd-367a-40f1-ad9b-8db5b9467043" providerId="ADAL" clId="{647A69EA-900E-44E8-928B-1A22439C5A75}" dt="2021-10-25T06:58:25.525" v="244"/>
        <pc:sldMkLst>
          <pc:docMk/>
          <pc:sldMk cId="3100987043" sldId="368"/>
        </pc:sldMkLst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5" creationId="{E2DE5908-692B-433E-8535-ED1AFCBD19A7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6" creationId="{9EB8C6D8-6F02-4755-A745-7F9A93A26742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7" creationId="{A7F74F67-A538-4148-AEF3-F0CF815857A6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8" creationId="{001EA636-47A5-4C86-BCF3-B1F6C5688A81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9" creationId="{F2AF7DDF-215C-4F1E-9606-DF51085AED47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10" creationId="{3940D39E-1BBA-4FB1-8FE7-AE1F48ADC29C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11" creationId="{F8A1CE0A-F740-4A38-8DB3-ADC921D0FE56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12" creationId="{42E51332-A7D6-4B57-A83C-D84A0BF95729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13" creationId="{CF611394-566D-424F-B9B5-196543850978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14" creationId="{6949F703-E309-4732-951A-D9D2BD48CB5D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15" creationId="{EB0801CE-4E9B-403B-A365-8797D8F8BDD4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16" creationId="{4179D3AD-DC33-4E95-B781-0EC6A7204E86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17" creationId="{93990F24-CAE6-4366-91DF-5E5F2389D905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18" creationId="{82374B1D-C412-4DE7-B6C1-577D0CEE8DC5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19" creationId="{8AD38AA4-0868-4080-86C2-2AF902F46066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20" creationId="{F521788C-AA75-4B9E-9112-946C3F948100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21" creationId="{C6F18CCC-6B3F-47A4-A549-E162B322FC1D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22" creationId="{6022FF7A-0A7E-480B-9989-F059B820A061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23" creationId="{CDBE354D-B1F6-429A-9C39-C6AF4A6681F8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24" creationId="{3B0196C2-4329-43BB-857D-292FC4884A44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25" creationId="{4E27F555-B980-455B-ABEA-DFE71D452419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26" creationId="{02AD4EA3-192F-49A1-A055-7D7571E6867E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27" creationId="{AF585209-A9BB-4370-9520-6C2FF3A12721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28" creationId="{2D11E4C7-C43B-4575-9B35-7CBFB45BCC2B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29" creationId="{B5DF6241-7B01-4855-87C7-BEA99879F471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30" creationId="{56A9690F-F391-43A2-AF31-3CB0E3A37DCE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31" creationId="{3E1E460C-A337-4568-8C76-1B9C2324D8CB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32" creationId="{A148A3E3-83E9-4C78-84DE-F32A30DF4470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33" creationId="{3CD9A053-3C2E-41D2-9AFB-45AB082C2A92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34" creationId="{67D6187D-C073-4D01-9908-8BD9EECD2569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35" creationId="{8AB5385B-77AC-4BDE-9C41-0C4CB01318B1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36" creationId="{0D667312-A4B0-403F-B4A1-802D74846788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37" creationId="{3DBBFC23-C213-4873-AC89-F025CCAC8D8E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38" creationId="{3CEDBF7E-B895-46F1-B11E-7CF7D288B6B5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39" creationId="{EDC02E5B-00C9-40CB-AA5B-1C1821F55AAA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40" creationId="{0176E1F8-3146-4662-82C4-A23F4624FA31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68" creationId="{111A28C2-BF38-4CCF-8F1C-D01F250CF1EC}"/>
          </ac:spMkLst>
        </pc:spChg>
        <pc:spChg chg="del">
          <ac:chgData name="Mandy Lin - Freedom Systems" userId="24f92fdd-367a-40f1-ad9b-8db5b9467043" providerId="ADAL" clId="{647A69EA-900E-44E8-928B-1A22439C5A75}" dt="2021-10-25T06:58:24.740" v="243" actId="478"/>
          <ac:spMkLst>
            <pc:docMk/>
            <pc:sldMk cId="3100987043" sldId="368"/>
            <ac:spMk id="69" creationId="{9B18A852-B8C8-45C9-BB75-3CA9401251A7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70" creationId="{F7BC592C-418F-4380-99C3-E2E5CF4BE6E8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71" creationId="{D1B2984B-8FB3-4389-87AE-A4CAF7DBC410}"/>
          </ac:spMkLst>
        </pc:spChg>
        <pc:spChg chg="del">
          <ac:chgData name="Mandy Lin - Freedom Systems" userId="24f92fdd-367a-40f1-ad9b-8db5b9467043" providerId="ADAL" clId="{647A69EA-900E-44E8-928B-1A22439C5A75}" dt="2021-10-25T06:58:21.604" v="242" actId="478"/>
          <ac:spMkLst>
            <pc:docMk/>
            <pc:sldMk cId="3100987043" sldId="368"/>
            <ac:spMk id="72" creationId="{F465B61B-915B-4AC2-9B58-CF350AC06DD1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77" creationId="{E7160310-CBDD-4C7D-A1CC-4D3924301630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78" creationId="{AEEA359C-9CF7-4125-AFF8-D8D8462D66A8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79" creationId="{2ACBFE76-F51F-43EA-A783-5123B59139A6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80" creationId="{20A326B5-34CD-43F3-A34E-882BBBD169E5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81" creationId="{52AF94DD-9FE6-4B3A-BD0F-32A271CC5C83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82" creationId="{9DA30079-8D97-4A9E-9818-ADFA95D07354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83" creationId="{0323469F-E443-4DE0-BEBC-6DA9D6A69662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84" creationId="{70250584-6DEC-4EA1-971D-841B1CA31884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85" creationId="{40D24A33-70AD-429F-8FA9-5B4A46BC55CC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86" creationId="{4FE3E60C-4E9A-4B53-890A-8DF2F1DAC316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87" creationId="{081F3830-E94E-407A-994A-65DF0332A094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88" creationId="{6F26820B-C7E4-482F-9FB1-3BD363555EEC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89" creationId="{088B5E49-B655-454A-A296-0DEAE84134FE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90" creationId="{D9470036-C57F-4FD6-BC50-5D2977D9AF02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91" creationId="{69F02F59-B0A5-4BFB-A5CF-8C30DE5FDFD3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92" creationId="{38C6DCC5-F2A9-4713-9A56-98091B95B3BD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93" creationId="{DB2087D6-EAB7-49E9-A62E-359CC0F07E9A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94" creationId="{A64B5CB6-B825-4320-B13E-30846FC4FCF8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95" creationId="{AD4FB0C0-44C2-40B9-8735-E1841082CCAD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96" creationId="{2D704858-2DC3-4F20-B050-640BB7DC6BAA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97" creationId="{0C038D91-CF3C-4CBC-B9DD-77349FF63FF9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98" creationId="{B712CCB6-6264-4B1F-B45D-314E34DDF42E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99" creationId="{B9234941-A778-4864-9DE5-D51DDCDB5DB0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100" creationId="{608F1831-E0EF-48E8-A416-5C7E37997C1A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101" creationId="{F74D4856-A267-4A26-A686-AB4F824BAAEA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102" creationId="{99E804DE-0CE9-4F24-B265-176503229E8B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103" creationId="{05ABF6CA-99FA-4F81-91F4-C2B31AEE1D59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104" creationId="{C04F3D36-B839-47AC-9039-B4605AB1B1EA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105" creationId="{E6707D95-3BFD-451F-B5A2-2096D7336C86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106" creationId="{46B64B00-49C2-455B-B2EC-9A1A527C38FC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107" creationId="{EE49E093-5776-4188-8E34-0A644D05767E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108" creationId="{8AFA4B53-739C-4565-9840-C52396EE8228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109" creationId="{DAE60134-28FA-4A09-B82C-F630C0E68DFA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110" creationId="{68421274-F0EA-4BA8-9928-EC84624A8E8F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111" creationId="{0CCC5F53-0DBE-4B44-873A-177D437D3BDE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112" creationId="{B75E5A78-DAC9-4928-8233-5BF5366801C0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140" creationId="{E92B6768-0868-42FE-AD78-1041DDD5A749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141" creationId="{FFBAF284-0960-44AF-9F40-B7106ECAA2F7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142" creationId="{FE18DAB5-10F0-48B0-A210-D87FA500C395}"/>
          </ac:spMkLst>
        </pc:spChg>
        <pc:spChg chg="add mod">
          <ac:chgData name="Mandy Lin - Freedom Systems" userId="24f92fdd-367a-40f1-ad9b-8db5b9467043" providerId="ADAL" clId="{647A69EA-900E-44E8-928B-1A22439C5A75}" dt="2021-10-25T06:58:25.525" v="244"/>
          <ac:spMkLst>
            <pc:docMk/>
            <pc:sldMk cId="3100987043" sldId="368"/>
            <ac:spMk id="143" creationId="{A3D6D79F-C80D-4BBB-B6FB-A364D3439DA6}"/>
          </ac:spMkLst>
        </pc:spChg>
        <pc:picChg chg="del">
          <ac:chgData name="Mandy Lin - Freedom Systems" userId="24f92fdd-367a-40f1-ad9b-8db5b9467043" providerId="ADAL" clId="{647A69EA-900E-44E8-928B-1A22439C5A75}" dt="2021-10-25T06:58:24.740" v="243" actId="478"/>
          <ac:picMkLst>
            <pc:docMk/>
            <pc:sldMk cId="3100987043" sldId="368"/>
            <ac:picMk id="41" creationId="{85E6A556-F5FC-462F-8087-46364C12088F}"/>
          </ac:picMkLst>
        </pc:picChg>
        <pc:picChg chg="del">
          <ac:chgData name="Mandy Lin - Freedom Systems" userId="24f92fdd-367a-40f1-ad9b-8db5b9467043" providerId="ADAL" clId="{647A69EA-900E-44E8-928B-1A22439C5A75}" dt="2021-10-25T06:58:24.740" v="243" actId="478"/>
          <ac:picMkLst>
            <pc:docMk/>
            <pc:sldMk cId="3100987043" sldId="368"/>
            <ac:picMk id="42" creationId="{C6E725D1-00A0-4EC2-BF71-4C49625F623B}"/>
          </ac:picMkLst>
        </pc:picChg>
        <pc:picChg chg="del">
          <ac:chgData name="Mandy Lin - Freedom Systems" userId="24f92fdd-367a-40f1-ad9b-8db5b9467043" providerId="ADAL" clId="{647A69EA-900E-44E8-928B-1A22439C5A75}" dt="2021-10-25T06:58:24.740" v="243" actId="478"/>
          <ac:picMkLst>
            <pc:docMk/>
            <pc:sldMk cId="3100987043" sldId="368"/>
            <ac:picMk id="43" creationId="{48CCC86A-2201-45D6-B585-0100219B34F8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44" creationId="{6F843FEC-FAFF-43C7-ACA9-AB796EFE7E96}"/>
          </ac:picMkLst>
        </pc:picChg>
        <pc:picChg chg="del">
          <ac:chgData name="Mandy Lin - Freedom Systems" userId="24f92fdd-367a-40f1-ad9b-8db5b9467043" providerId="ADAL" clId="{647A69EA-900E-44E8-928B-1A22439C5A75}" dt="2021-10-25T06:58:24.740" v="243" actId="478"/>
          <ac:picMkLst>
            <pc:docMk/>
            <pc:sldMk cId="3100987043" sldId="368"/>
            <ac:picMk id="45" creationId="{45496EEF-E98F-4162-8ABE-23B503F31B15}"/>
          </ac:picMkLst>
        </pc:picChg>
        <pc:picChg chg="del">
          <ac:chgData name="Mandy Lin - Freedom Systems" userId="24f92fdd-367a-40f1-ad9b-8db5b9467043" providerId="ADAL" clId="{647A69EA-900E-44E8-928B-1A22439C5A75}" dt="2021-10-25T06:58:24.740" v="243" actId="478"/>
          <ac:picMkLst>
            <pc:docMk/>
            <pc:sldMk cId="3100987043" sldId="368"/>
            <ac:picMk id="46" creationId="{A2794EC6-DD3B-426E-9D9A-D52D54DA3130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47" creationId="{FD5DC8E2-9451-48E4-A73B-DFDB7A11DEC8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48" creationId="{6E243FCF-D99D-4478-9AEF-D6E405DB0729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49" creationId="{41FC842B-7719-48BF-83D9-599A8F86279C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50" creationId="{1DC2235C-CBBA-4459-8C1E-6EA117A83F7A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51" creationId="{4CD03D35-5E0B-4AFA-A775-5E0281A55FA2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52" creationId="{F64137F9-8BB0-4065-94E3-0C39A75DD943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53" creationId="{4BF5F7FF-AA55-4AB7-9CF5-B35DC23D5E5C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54" creationId="{33E3B4AC-1EA4-4D9B-A38A-C2D5FE92D596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55" creationId="{898A0876-FC2C-43A0-9819-62A8C9C974EA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56" creationId="{EFFE0544-7DCA-44E6-85AD-BA51763F54E4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57" creationId="{3C5DEF3C-0068-4F7D-A47B-49B64088B4C7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58" creationId="{F39C9599-6C2F-4236-A9CD-D9BCBB58271D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59" creationId="{5B871213-6F3F-4842-8008-8E7605D19FF6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60" creationId="{57061C4A-BA6A-4857-B61B-ED936EADE257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61" creationId="{2EBA69B2-BAF3-4648-AF00-1FA87C68EDA2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62" creationId="{E59A777A-CC6A-49EB-B4DA-4E82F682D3FE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63" creationId="{E8136A59-BD8D-40F9-805D-E7643268E8B1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64" creationId="{23FD4EC6-3ABB-4688-9BE5-946635F744B8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65" creationId="{B6C7314B-3372-4ADB-AC0E-4598CDEDEA76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66" creationId="{F96DE10E-9AA3-4D80-BF70-3C9134433310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67" creationId="{C7FAC04A-E771-42B6-BE55-0BBC48A02F22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73" creationId="{EDBC6D5B-78AC-4A61-B6D3-6D80EE183355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74" creationId="{C00E27C5-CBDE-4D3D-BA88-143D1B577261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75" creationId="{5418F6C7-FD94-49FA-BEE8-9D3D51B589F1}"/>
          </ac:picMkLst>
        </pc:picChg>
        <pc:picChg chg="del">
          <ac:chgData name="Mandy Lin - Freedom Systems" userId="24f92fdd-367a-40f1-ad9b-8db5b9467043" providerId="ADAL" clId="{647A69EA-900E-44E8-928B-1A22439C5A75}" dt="2021-10-25T06:58:21.604" v="242" actId="478"/>
          <ac:picMkLst>
            <pc:docMk/>
            <pc:sldMk cId="3100987043" sldId="368"/>
            <ac:picMk id="76" creationId="{B22A79E7-500E-4D7F-9978-F4A47EAF8F94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13" creationId="{8888B0F6-A6CB-42B8-A16C-6A5F2BC958A9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14" creationId="{7B7A07B6-532A-4466-AB4E-D397AEB8442E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15" creationId="{2E5DCA4F-941D-4947-A1C3-CF6307410BBA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16" creationId="{581C5F51-374F-4643-B35A-CB339CCB9981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17" creationId="{FEB8CD25-03E0-46A8-BEA8-AE7F27EDCB50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18" creationId="{9D0C48EB-A6F3-4975-9250-2AE009E1AFB8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19" creationId="{87D547BD-FC50-47FA-A414-8C88105FF02C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20" creationId="{EE99C61C-E026-443E-B20B-60BEA1BD34B1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21" creationId="{D4094EA4-B1DA-42F0-BB2E-E7D310F076B5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22" creationId="{2F76BE51-D8B1-495F-A465-4C25515768CC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23" creationId="{2671F100-9CF3-4060-8890-97E3D81F26B6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24" creationId="{714C24BB-6436-4424-A675-52FAD2D36CF7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25" creationId="{0320ADFB-4998-4C8C-9F3A-27AE17AC837D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26" creationId="{10096825-2E0A-442E-AD6D-2E79E377BAFB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27" creationId="{CC193197-6A0C-4291-8086-1F07FEA2FA04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28" creationId="{AC0C7D7A-5835-4DB0-B294-4AACDEBB4D22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29" creationId="{D48315AB-CD82-4792-A33D-E4212B6CAF5B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30" creationId="{842B13E2-6DAC-48D8-875D-1D7CA1E692D9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31" creationId="{5812B267-9ABD-4B78-B9F8-880C9691C77E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32" creationId="{E866A5EC-3368-4D75-9AD6-30931E9E3D13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33" creationId="{D9F64C07-018D-494F-804A-1DE62BCED811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34" creationId="{C5A79136-DB46-4FC0-8F3E-C3053D941615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35" creationId="{7D04B6AA-D130-4EEF-87EF-EDDAB3A5E4B2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36" creationId="{8B21661B-BEAF-4A94-9310-51C505EB0CF7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37" creationId="{CB5BDF3F-B1E9-4C74-9387-B4AE82F80118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38" creationId="{217C3244-CC61-4879-825E-CF38FC2BBE53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39" creationId="{06D6A6FD-7FAB-48D6-BD5C-5C7C25E4A3F0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44" creationId="{6E1A3302-0F17-40BC-A474-A7AC01A28C39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45" creationId="{ACA0E988-2C65-4CB3-9FE3-44BEB93B0E86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46" creationId="{B863BE6F-A965-4203-9C95-BBAD153E5934}"/>
          </ac:picMkLst>
        </pc:picChg>
        <pc:picChg chg="add mod">
          <ac:chgData name="Mandy Lin - Freedom Systems" userId="24f92fdd-367a-40f1-ad9b-8db5b9467043" providerId="ADAL" clId="{647A69EA-900E-44E8-928B-1A22439C5A75}" dt="2021-10-25T06:58:25.525" v="244"/>
          <ac:picMkLst>
            <pc:docMk/>
            <pc:sldMk cId="3100987043" sldId="368"/>
            <ac:picMk id="147" creationId="{CF942B09-C488-444D-9D6F-722D31D78611}"/>
          </ac:picMkLst>
        </pc:picChg>
      </pc:sldChg>
      <pc:sldChg chg="addSp delSp modSp mod">
        <pc:chgData name="Mandy Lin - Freedom Systems" userId="24f92fdd-367a-40f1-ad9b-8db5b9467043" providerId="ADAL" clId="{647A69EA-900E-44E8-928B-1A22439C5A75}" dt="2021-10-25T07:20:47.072" v="397" actId="1076"/>
        <pc:sldMkLst>
          <pc:docMk/>
          <pc:sldMk cId="1796187659" sldId="369"/>
        </pc:sldMkLst>
        <pc:spChg chg="del">
          <ac:chgData name="Mandy Lin - Freedom Systems" userId="24f92fdd-367a-40f1-ad9b-8db5b9467043" providerId="ADAL" clId="{647A69EA-900E-44E8-928B-1A22439C5A75}" dt="2021-10-25T06:58:46.914" v="248" actId="478"/>
          <ac:spMkLst>
            <pc:docMk/>
            <pc:sldMk cId="1796187659" sldId="369"/>
            <ac:spMk id="11" creationId="{EF9925FB-6775-4FF2-8B18-FBAEEC59CE06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36" creationId="{D0515F0B-844F-4B55-8B83-5C84C66BFE59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37" creationId="{4BD40CB3-FF1A-4505-B528-6228B8AA5704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38" creationId="{7549B976-B098-485D-8EEA-9F7B89EEE0E0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39" creationId="{45BC448D-520E-41EC-AA74-AD8761A45602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40" creationId="{76AFF3A7-DA39-4C8F-BF08-D4980B180959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41" creationId="{0CDB1F3C-F37F-47CF-92F2-110F2C89F073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42" creationId="{67F1CBB3-87DD-4C48-9EB9-5995941E31F1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43" creationId="{B5C84C78-0B11-4AA3-856E-3881D58470AB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44" creationId="{5667A597-B9E2-41A4-B6C2-600D9C5D17A0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45" creationId="{00670450-4A46-4DCC-8733-21059855825C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46" creationId="{DE1BFF4C-7C22-46B4-8C7C-ADFD10676960}"/>
          </ac:spMkLst>
        </pc:spChg>
        <pc:spChg chg="del">
          <ac:chgData name="Mandy Lin - Freedom Systems" userId="24f92fdd-367a-40f1-ad9b-8db5b9467043" providerId="ADAL" clId="{647A69EA-900E-44E8-928B-1A22439C5A75}" dt="2021-10-25T06:58:50.764" v="249" actId="478"/>
          <ac:spMkLst>
            <pc:docMk/>
            <pc:sldMk cId="1796187659" sldId="369"/>
            <ac:spMk id="47" creationId="{6B9BB989-EBA4-41C3-9A9D-69A144E8EE0D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48" creationId="{A9845865-04C5-4E21-87B8-166AC6A1129C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49" creationId="{44C2F280-BA51-4254-95B8-6DB091495B70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50" creationId="{44CAED25-6454-4BAB-B9FF-28A6C0BB7203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51" creationId="{52BE3076-728E-4C3C-9FC5-E783AA459B61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52" creationId="{E7F8892C-AAEF-408D-8896-B4C2C82E3AE1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53" creationId="{3EA30A1B-F14F-4298-9F41-46153CE4045C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54" creationId="{F687462D-40BE-46D1-A3DB-6798C21989C6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55" creationId="{B0FD973C-3408-481B-8BC9-6FAFE5904A53}"/>
          </ac:spMkLst>
        </pc:spChg>
        <pc:spChg chg="del mod">
          <ac:chgData name="Mandy Lin - Freedom Systems" userId="24f92fdd-367a-40f1-ad9b-8db5b9467043" providerId="ADAL" clId="{647A69EA-900E-44E8-928B-1A22439C5A75}" dt="2021-10-25T06:58:58.078" v="251" actId="478"/>
          <ac:spMkLst>
            <pc:docMk/>
            <pc:sldMk cId="1796187659" sldId="369"/>
            <ac:spMk id="56" creationId="{95EE86D0-1718-4295-8AC5-67E9894BC1C6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57" creationId="{1579FABF-2518-4FBD-BA8D-1590D6A14ADA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58" creationId="{008046F8-162C-4AAE-81C5-DD8BFA7012DC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59" creationId="{13C53CAC-9683-4799-AF06-C930C342395D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60" creationId="{A30148E4-69A6-490F-85A5-7F9D22FCA5CF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61" creationId="{08FBD510-90D5-4328-BDA5-826C19864F49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62" creationId="{5A378D47-C5BD-4BB7-94B4-8B9EAFB0AC3B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63" creationId="{61426924-BBF5-4BD3-B34F-B6DD6B14A5A6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64" creationId="{62F0E1F5-BE95-43BC-9774-9BF8E4419054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65" creationId="{E6BADAC0-6A46-4189-A9E4-DD321E1D64E7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66" creationId="{9C2E6BA6-289B-4F37-BFD2-79D62DB95510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67" creationId="{8C60450F-85CD-436E-8CBB-752533B65452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68" creationId="{2B4D9B93-A35F-4CEA-90DA-F4C6BE57EF70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69" creationId="{41EC08C3-AE86-4358-ABDE-08828BD93C0D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70" creationId="{18861968-9368-4FBA-9EA9-AE1C0FC6111C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71" creationId="{3F22070E-2957-45EA-8A9B-7D3B78A393F1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72" creationId="{95BDBCC9-180E-4ECA-8802-365E958B26E0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73" creationId="{B38540E0-061B-4282-90A3-5922DFC3F0D1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74" creationId="{B2F5B581-473C-4477-8670-2C82CD9264AF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75" creationId="{C01FC5F9-6895-4B1B-9374-2ED3568BAA0D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76" creationId="{720C8FA1-C071-4BFA-B415-652220EC57A9}"/>
          </ac:spMkLst>
        </pc:spChg>
        <pc:spChg chg="del">
          <ac:chgData name="Mandy Lin - Freedom Systems" userId="24f92fdd-367a-40f1-ad9b-8db5b9467043" providerId="ADAL" clId="{647A69EA-900E-44E8-928B-1A22439C5A75}" dt="2021-10-25T06:58:36.692" v="245" actId="478"/>
          <ac:spMkLst>
            <pc:docMk/>
            <pc:sldMk cId="1796187659" sldId="369"/>
            <ac:spMk id="77" creationId="{8FCC93AF-96E1-4541-A54D-13FF12CDDBB2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78" creationId="{1ADF5008-21B7-437D-B98B-3185CBD9B131}"/>
          </ac:spMkLst>
        </pc:spChg>
        <pc:spChg chg="del">
          <ac:chgData name="Mandy Lin - Freedom Systems" userId="24f92fdd-367a-40f1-ad9b-8db5b9467043" providerId="ADAL" clId="{647A69EA-900E-44E8-928B-1A22439C5A75}" dt="2021-10-25T06:58:36.692" v="245" actId="478"/>
          <ac:spMkLst>
            <pc:docMk/>
            <pc:sldMk cId="1796187659" sldId="369"/>
            <ac:spMk id="79" creationId="{3F16D248-45C3-464D-994B-793083F4D5C9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80" creationId="{F9450CD4-5422-4DF9-9288-7048F697EE90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81" creationId="{90FA28AE-66F2-4037-A638-8E7715ACAD6F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82" creationId="{3355FFB5-7822-4713-9AA1-B0E0352B6667}"/>
          </ac:spMkLst>
        </pc:spChg>
        <pc:spChg chg="del">
          <ac:chgData name="Mandy Lin - Freedom Systems" userId="24f92fdd-367a-40f1-ad9b-8db5b9467043" providerId="ADAL" clId="{647A69EA-900E-44E8-928B-1A22439C5A75}" dt="2021-10-25T06:58:36.692" v="245" actId="478"/>
          <ac:spMkLst>
            <pc:docMk/>
            <pc:sldMk cId="1796187659" sldId="369"/>
            <ac:spMk id="83" creationId="{E68D7E2A-FFBF-41FB-88B6-A35E72BE80FC}"/>
          </ac:spMkLst>
        </pc:spChg>
        <pc:spChg chg="del">
          <ac:chgData name="Mandy Lin - Freedom Systems" userId="24f92fdd-367a-40f1-ad9b-8db5b9467043" providerId="ADAL" clId="{647A69EA-900E-44E8-928B-1A22439C5A75}" dt="2021-10-25T06:58:36.692" v="245" actId="478"/>
          <ac:spMkLst>
            <pc:docMk/>
            <pc:sldMk cId="1796187659" sldId="369"/>
            <ac:spMk id="84" creationId="{E629EECE-DEFB-4377-9B0D-278FC39FA313}"/>
          </ac:spMkLst>
        </pc:spChg>
        <pc:spChg chg="del">
          <ac:chgData name="Mandy Lin - Freedom Systems" userId="24f92fdd-367a-40f1-ad9b-8db5b9467043" providerId="ADAL" clId="{647A69EA-900E-44E8-928B-1A22439C5A75}" dt="2021-10-25T06:58:36.692" v="245" actId="478"/>
          <ac:spMkLst>
            <pc:docMk/>
            <pc:sldMk cId="1796187659" sldId="369"/>
            <ac:spMk id="85" creationId="{A3B2A378-9B89-4205-83AA-82B045476B00}"/>
          </ac:spMkLst>
        </pc:spChg>
        <pc:spChg chg="del">
          <ac:chgData name="Mandy Lin - Freedom Systems" userId="24f92fdd-367a-40f1-ad9b-8db5b9467043" providerId="ADAL" clId="{647A69EA-900E-44E8-928B-1A22439C5A75}" dt="2021-10-25T06:58:36.692" v="245" actId="478"/>
          <ac:spMkLst>
            <pc:docMk/>
            <pc:sldMk cId="1796187659" sldId="369"/>
            <ac:spMk id="86" creationId="{0506F0B6-721C-4B5F-A4A9-9255C7A97B61}"/>
          </ac:spMkLst>
        </pc:spChg>
        <pc:spChg chg="del">
          <ac:chgData name="Mandy Lin - Freedom Systems" userId="24f92fdd-367a-40f1-ad9b-8db5b9467043" providerId="ADAL" clId="{647A69EA-900E-44E8-928B-1A22439C5A75}" dt="2021-10-25T06:58:36.692" v="245" actId="478"/>
          <ac:spMkLst>
            <pc:docMk/>
            <pc:sldMk cId="1796187659" sldId="369"/>
            <ac:spMk id="87" creationId="{7A42B835-4553-431E-8A01-7286A31A20D4}"/>
          </ac:spMkLst>
        </pc:spChg>
        <pc:spChg chg="del">
          <ac:chgData name="Mandy Lin - Freedom Systems" userId="24f92fdd-367a-40f1-ad9b-8db5b9467043" providerId="ADAL" clId="{647A69EA-900E-44E8-928B-1A22439C5A75}" dt="2021-10-25T06:58:36.692" v="245" actId="478"/>
          <ac:spMkLst>
            <pc:docMk/>
            <pc:sldMk cId="1796187659" sldId="369"/>
            <ac:spMk id="88" creationId="{26376AE8-1CD9-4663-A6A4-60BB0A8A6B7C}"/>
          </ac:spMkLst>
        </pc:spChg>
        <pc:spChg chg="del">
          <ac:chgData name="Mandy Lin - Freedom Systems" userId="24f92fdd-367a-40f1-ad9b-8db5b9467043" providerId="ADAL" clId="{647A69EA-900E-44E8-928B-1A22439C5A75}" dt="2021-10-25T06:58:39.048" v="246" actId="478"/>
          <ac:spMkLst>
            <pc:docMk/>
            <pc:sldMk cId="1796187659" sldId="369"/>
            <ac:spMk id="90" creationId="{B6B0EA9C-0593-4E28-9647-BA229ABD3B85}"/>
          </ac:spMkLst>
        </pc:spChg>
        <pc:spChg chg="del">
          <ac:chgData name="Mandy Lin - Freedom Systems" userId="24f92fdd-367a-40f1-ad9b-8db5b9467043" providerId="ADAL" clId="{647A69EA-900E-44E8-928B-1A22439C5A75}" dt="2021-10-25T06:58:36.692" v="245" actId="478"/>
          <ac:spMkLst>
            <pc:docMk/>
            <pc:sldMk cId="1796187659" sldId="369"/>
            <ac:spMk id="91" creationId="{F11DC868-63D8-49BA-AE32-062FCAF7D377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92" creationId="{C6532C61-2CA3-4FBF-885C-8D36D4F79920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93" creationId="{FDF68AFF-A654-4B52-965F-2521151050A7}"/>
          </ac:spMkLst>
        </pc:spChg>
        <pc:spChg chg="del">
          <ac:chgData name="Mandy Lin - Freedom Systems" userId="24f92fdd-367a-40f1-ad9b-8db5b9467043" providerId="ADAL" clId="{647A69EA-900E-44E8-928B-1A22439C5A75}" dt="2021-10-25T06:58:36.692" v="245" actId="478"/>
          <ac:spMkLst>
            <pc:docMk/>
            <pc:sldMk cId="1796187659" sldId="369"/>
            <ac:spMk id="96" creationId="{9EBEDC80-057F-40BE-8099-2D2BB668E3B7}"/>
          </ac:spMkLst>
        </pc:spChg>
        <pc:spChg chg="del">
          <ac:chgData name="Mandy Lin - Freedom Systems" userId="24f92fdd-367a-40f1-ad9b-8db5b9467043" providerId="ADAL" clId="{647A69EA-900E-44E8-928B-1A22439C5A75}" dt="2021-10-25T06:58:36.692" v="245" actId="478"/>
          <ac:spMkLst>
            <pc:docMk/>
            <pc:sldMk cId="1796187659" sldId="369"/>
            <ac:spMk id="97" creationId="{D9216136-466D-48A9-8A5E-53EA4650B4E8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01" creationId="{52F3354F-ADD1-42D8-8108-DA371B6074C6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02" creationId="{2B73F10D-7134-422F-9331-4343FB57393F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03" creationId="{79599918-8000-4484-8F73-A155045FBD62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04" creationId="{7884B78A-71AE-467C-984A-7821D122AFBD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05" creationId="{AF1B11B6-C7C6-455D-AADF-6EA721A8FEFE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06" creationId="{76FF96CC-50DA-4D57-A160-BAEF38ACEAAA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07" creationId="{57400A19-BBAD-4B94-AE8D-5561E577E932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08" creationId="{377FCDAB-BB03-4E6D-914E-2BE149792618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09" creationId="{F8E5BF72-1C42-4649-BC76-20F83D92A604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10" creationId="{7D5A9F65-723E-44F1-B031-50435779D064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11" creationId="{F29D49C8-DCE6-4CED-8BB1-62F986ABC595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12" creationId="{C5226A94-B769-44EF-9C96-5DE9536D62A1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13" creationId="{B95712FD-9A7E-4B61-BBE4-46D2949073F7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14" creationId="{1BEA1BB5-6649-42EF-BA02-BCAFE9EBD37E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15" creationId="{60EFAA4B-0927-47D4-9371-08F11534FDA8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16" creationId="{1E8A674A-127B-4F91-A895-44828FCCE7D9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17" creationId="{8F699D33-2F43-4F8A-8542-455040DADB4C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18" creationId="{516F23D7-4FF7-4DD8-804A-429263B0856B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19" creationId="{DDF57C52-02C0-459E-A0CF-E5FAAF2F9789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20" creationId="{50586251-8809-41EF-8D2B-F21118B48691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21" creationId="{9EB0B115-7299-47BD-802B-F4ED37E02705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22" creationId="{068D531C-E184-4350-9F5A-763F24D58E3D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23" creationId="{587489D2-1F5B-439C-8118-30F163452B8A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24" creationId="{F5E9DC1F-B1AA-4A19-BCDE-954C5FA2DC0C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25" creationId="{E6C99E2B-84CA-418E-9C7C-3D9E589B4809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26" creationId="{F0BD5F28-0E8B-44EE-BDDB-BB391E234148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27" creationId="{0B1FFBA9-29A4-4914-94E7-1A86503AF14F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28" creationId="{B4F29712-41AB-4826-8750-BD83CA94D6A3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29" creationId="{FD0CC1C1-C46D-462D-A7B4-250C44825CCA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30" creationId="{44C00221-D970-4F1E-AC36-3968A1FFCE83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31" creationId="{3E641262-0E54-44BC-943E-DEA5354C5AF3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32" creationId="{E8AFD690-3506-49F1-901D-8FD5A0F36C94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33" creationId="{61FAE33B-B8B1-482A-BBC1-65355729682F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34" creationId="{07F8AFD9-EC6B-44DA-8ADE-BD1E956D1F1D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35" creationId="{2237767B-20B6-4E48-A7DB-F32A8B5979F7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36" creationId="{EC52A1CA-1F14-48EE-93BE-39F987D9E0E5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37" creationId="{1B0112AA-337A-4905-8AC9-8676304CC6AA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38" creationId="{97BB1CE0-1DBD-4BF3-B034-801E0920FEF8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39" creationId="{A78E9ACF-8AF0-49ED-8949-A3A5CCFAB64F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40" creationId="{3B6CEB7E-0A78-400C-933C-47DF9089F6CB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41" creationId="{96B7AADF-4BD2-470E-8DC3-411AE94608C4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42" creationId="{E4CAA86D-046C-416E-860E-6B9D16592310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43" creationId="{9544C235-2F4A-4D0A-A038-45C73B76A30D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44" creationId="{65108724-9A77-47AB-95A3-AF8B473E3689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45" creationId="{618738DB-7382-41C5-AE47-2736AF1AE245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46" creationId="{BBAA0BC8-ABED-4222-BB16-F7BAD5396449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47" creationId="{54D1AE53-4CD9-4C18-B969-16420F3F9141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48" creationId="{0B34B74F-78EF-4037-B438-8CCADB776610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49" creationId="{2B505CFB-1E97-4F8D-9667-2731448F1ED0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50" creationId="{E18235A2-D8BA-4A02-BC17-609A1DE29639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51" creationId="{BB9A3654-22BA-40F4-82FB-DBF11F5310A2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52" creationId="{AE9FCA2D-EBB5-426A-85F9-6EF8FEDCDC7A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53" creationId="{5BFDA0BB-18B6-4F19-880B-240959815104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54" creationId="{6D5749AE-176B-40AC-A268-979D419E9BE8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55" creationId="{C8EE81D2-70C9-4ED3-B0BE-F6F5904319F9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56" creationId="{17296722-046F-4E66-98D6-989CBEF51B4A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57" creationId="{631053CA-C8BB-44D9-BC69-8E15B7795976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58" creationId="{A8476BCE-6785-4B89-8EB6-E3A7B403CB03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59" creationId="{05EECD35-72F3-4598-B7ED-8FC578334C6A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60" creationId="{5D446705-A93D-4ADE-BF08-C6AB9C0579D1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61" creationId="{434B3223-D105-4A6B-A51F-92A861008E98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62" creationId="{CE789D58-13DA-4271-9AB2-73E2187B0B0F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63" creationId="{8EEB8700-DA16-406D-AEB2-0E3D92A941BC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64" creationId="{7C612926-1C6B-40EA-A7A0-F879A22334D8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65" creationId="{4E3DE9A3-D15C-4536-BE1E-A867D8679578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66" creationId="{AFADDE28-B076-447D-981E-B7BA39B567B5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67" creationId="{581EDEC4-3B10-47AA-B744-DFF23B4B9BA6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68" creationId="{FA48D6AA-E9DD-4A4E-BF59-C25A30E8EEAC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69" creationId="{A6273880-7B7E-4035-9ED1-4DEC2EE8B15C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70" creationId="{0272DCCF-B2D1-437D-978C-4AF84E3DDE04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71" creationId="{A6EE7A71-BB54-4624-B912-E0E2FB56B516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72" creationId="{9412C5E7-8247-4577-92FB-0EABD6A82100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73" creationId="{6877A9B4-27F2-41CA-95BA-76D3DF1CAF1C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74" creationId="{35C85180-7ED9-4144-A992-B6407011BE13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75" creationId="{9CFB2D04-52B2-4D32-9F96-26C1597AF401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76" creationId="{7BAC0291-E186-435C-97EA-25CA6B43420D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77" creationId="{F313C792-906B-4B78-8AC5-2D5AB1E0C15C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78" creationId="{ED670023-DA45-4300-8C33-D55DE2D46474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79" creationId="{B1F16A00-4C4F-42A2-BD60-C350E8B0961F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80" creationId="{6EF62438-9B6D-4929-AE5C-3920627B2802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81" creationId="{7F7E2739-0957-4C36-8BC3-BBDB9FA2474F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82" creationId="{2B66DA6E-1C5E-4808-9AC7-7CA4157B2359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83" creationId="{28903B0C-1FE5-4874-A5EA-D44B8D58C0C2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84" creationId="{B3565D3A-2BEF-41A3-9A0F-2812B10E7794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85" creationId="{B571F94C-70DA-4741-A00E-51527993AA52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86" creationId="{0C3FEE45-9FF3-42D9-B5F6-10BAFBEA879C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87" creationId="{28B6A0FC-F662-4240-B3E3-A5ADE6BA1AF6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88" creationId="{9F7B9E44-019E-49EC-99AB-7DBAE9F9AC6A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89" creationId="{DF0D6B99-C39E-415E-AB1D-07FB929EEF45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90" creationId="{49FC45CE-4653-4320-AC54-ABEFB0E42E82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91" creationId="{C4CC1C19-E104-4A48-8F37-02FF8ED7D3E4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92" creationId="{C170F74D-9901-4168-9F48-D4F0F2FC09DB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93" creationId="{2C393FD2-988E-4549-AE73-64F12C0A0391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94" creationId="{71F53B42-4EDB-443B-ACA5-83109FD1834B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95" creationId="{3C9C7786-B607-45BA-8585-8EAD3C39681B}"/>
          </ac:spMkLst>
        </pc:spChg>
        <pc:spChg chg="mod">
          <ac:chgData name="Mandy Lin - Freedom Systems" userId="24f92fdd-367a-40f1-ad9b-8db5b9467043" providerId="ADAL" clId="{647A69EA-900E-44E8-928B-1A22439C5A75}" dt="2021-10-25T07:14:23.707" v="314" actId="1076"/>
          <ac:spMkLst>
            <pc:docMk/>
            <pc:sldMk cId="1796187659" sldId="369"/>
            <ac:spMk id="196" creationId="{9BEB4ABA-C74F-487F-86ED-2718AFAE526B}"/>
          </ac:spMkLst>
        </pc:spChg>
        <pc:spChg chg="add del mod">
          <ac:chgData name="Mandy Lin - Freedom Systems" userId="24f92fdd-367a-40f1-ad9b-8db5b9467043" providerId="ADAL" clId="{647A69EA-900E-44E8-928B-1A22439C5A75}" dt="2021-10-25T07:10:29.675" v="254" actId="478"/>
          <ac:spMkLst>
            <pc:docMk/>
            <pc:sldMk cId="1796187659" sldId="369"/>
            <ac:spMk id="197" creationId="{27A9BC2C-262E-419A-8A91-5A2BBE9A9C84}"/>
          </ac:spMkLst>
        </pc:spChg>
        <pc:spChg chg="add mod">
          <ac:chgData name="Mandy Lin - Freedom Systems" userId="24f92fdd-367a-40f1-ad9b-8db5b9467043" providerId="ADAL" clId="{647A69EA-900E-44E8-928B-1A22439C5A75}" dt="2021-10-25T06:58:39.331" v="247"/>
          <ac:spMkLst>
            <pc:docMk/>
            <pc:sldMk cId="1796187659" sldId="369"/>
            <ac:spMk id="198" creationId="{E8A82A57-7734-4284-840B-8049ED2A295F}"/>
          </ac:spMkLst>
        </pc:spChg>
        <pc:spChg chg="add mod">
          <ac:chgData name="Mandy Lin - Freedom Systems" userId="24f92fdd-367a-40f1-ad9b-8db5b9467043" providerId="ADAL" clId="{647A69EA-900E-44E8-928B-1A22439C5A75}" dt="2021-10-25T06:58:39.331" v="247"/>
          <ac:spMkLst>
            <pc:docMk/>
            <pc:sldMk cId="1796187659" sldId="369"/>
            <ac:spMk id="199" creationId="{922CDA1E-34AA-440A-9FE5-CEEAD0767154}"/>
          </ac:spMkLst>
        </pc:spChg>
        <pc:spChg chg="add mod">
          <ac:chgData name="Mandy Lin - Freedom Systems" userId="24f92fdd-367a-40f1-ad9b-8db5b9467043" providerId="ADAL" clId="{647A69EA-900E-44E8-928B-1A22439C5A75}" dt="2021-10-25T06:58:39.331" v="247"/>
          <ac:spMkLst>
            <pc:docMk/>
            <pc:sldMk cId="1796187659" sldId="369"/>
            <ac:spMk id="200" creationId="{94B9C08B-59E6-495C-A9E2-EBC399510605}"/>
          </ac:spMkLst>
        </pc:spChg>
        <pc:spChg chg="add mod">
          <ac:chgData name="Mandy Lin - Freedom Systems" userId="24f92fdd-367a-40f1-ad9b-8db5b9467043" providerId="ADAL" clId="{647A69EA-900E-44E8-928B-1A22439C5A75}" dt="2021-10-25T06:58:39.331" v="247"/>
          <ac:spMkLst>
            <pc:docMk/>
            <pc:sldMk cId="1796187659" sldId="369"/>
            <ac:spMk id="201" creationId="{396E2411-D3BF-4CFB-802B-5D00FC41A3F1}"/>
          </ac:spMkLst>
        </pc:spChg>
        <pc:spChg chg="add mod">
          <ac:chgData name="Mandy Lin - Freedom Systems" userId="24f92fdd-367a-40f1-ad9b-8db5b9467043" providerId="ADAL" clId="{647A69EA-900E-44E8-928B-1A22439C5A75}" dt="2021-10-25T07:10:39.225" v="256" actId="1076"/>
          <ac:spMkLst>
            <pc:docMk/>
            <pc:sldMk cId="1796187659" sldId="369"/>
            <ac:spMk id="202" creationId="{187CE2AA-EA01-477B-90F7-16DF52956F4C}"/>
          </ac:spMkLst>
        </pc:spChg>
        <pc:spChg chg="add mod">
          <ac:chgData name="Mandy Lin - Freedom Systems" userId="24f92fdd-367a-40f1-ad9b-8db5b9467043" providerId="ADAL" clId="{647A69EA-900E-44E8-928B-1A22439C5A75}" dt="2021-10-25T07:19:08.309" v="381" actId="1076"/>
          <ac:spMkLst>
            <pc:docMk/>
            <pc:sldMk cId="1796187659" sldId="369"/>
            <ac:spMk id="203" creationId="{21116397-C069-475D-96A3-8AC6ECA00404}"/>
          </ac:spMkLst>
        </pc:spChg>
        <pc:spChg chg="add del mod">
          <ac:chgData name="Mandy Lin - Freedom Systems" userId="24f92fdd-367a-40f1-ad9b-8db5b9467043" providerId="ADAL" clId="{647A69EA-900E-44E8-928B-1A22439C5A75}" dt="2021-10-25T07:10:28.506" v="252" actId="478"/>
          <ac:spMkLst>
            <pc:docMk/>
            <pc:sldMk cId="1796187659" sldId="369"/>
            <ac:spMk id="205" creationId="{6F4E7C0B-C007-420A-BBF6-B5271973CD2E}"/>
          </ac:spMkLst>
        </pc:spChg>
        <pc:grpChg chg="del mod">
          <ac:chgData name="Mandy Lin - Freedom Systems" userId="24f92fdd-367a-40f1-ad9b-8db5b9467043" providerId="ADAL" clId="{647A69EA-900E-44E8-928B-1A22439C5A75}" dt="2021-10-25T07:18:18.032" v="355" actId="478"/>
          <ac:grpSpMkLst>
            <pc:docMk/>
            <pc:sldMk cId="1796187659" sldId="369"/>
            <ac:grpSpMk id="35" creationId="{9DEE9B51-66AB-4399-8FED-BE39262DB096}"/>
          </ac:grpSpMkLst>
        </pc:grpChg>
        <pc:picChg chg="add del mod">
          <ac:chgData name="Mandy Lin - Freedom Systems" userId="24f92fdd-367a-40f1-ad9b-8db5b9467043" providerId="ADAL" clId="{647A69EA-900E-44E8-928B-1A22439C5A75}" dt="2021-10-25T07:12:59.048" v="291" actId="478"/>
          <ac:picMkLst>
            <pc:docMk/>
            <pc:sldMk cId="1796187659" sldId="369"/>
            <ac:picMk id="4" creationId="{0631AF93-F768-46A9-AF10-B6CE462ED4F7}"/>
          </ac:picMkLst>
        </pc:picChg>
        <pc:picChg chg="del">
          <ac:chgData name="Mandy Lin - Freedom Systems" userId="24f92fdd-367a-40f1-ad9b-8db5b9467043" providerId="ADAL" clId="{647A69EA-900E-44E8-928B-1A22439C5A75}" dt="2021-10-25T06:58:46.914" v="248" actId="478"/>
          <ac:picMkLst>
            <pc:docMk/>
            <pc:sldMk cId="1796187659" sldId="369"/>
            <ac:picMk id="7" creationId="{597A052F-8331-4127-AF60-A7E92D3D22AA}"/>
          </ac:picMkLst>
        </pc:picChg>
        <pc:picChg chg="add del mod modCrop">
          <ac:chgData name="Mandy Lin - Freedom Systems" userId="24f92fdd-367a-40f1-ad9b-8db5b9467043" providerId="ADAL" clId="{647A69EA-900E-44E8-928B-1A22439C5A75}" dt="2021-10-25T07:20:20.707" v="382" actId="478"/>
          <ac:picMkLst>
            <pc:docMk/>
            <pc:sldMk cId="1796187659" sldId="369"/>
            <ac:picMk id="8" creationId="{B77DC075-41F8-4D3E-B1C2-5326074875CC}"/>
          </ac:picMkLst>
        </pc:picChg>
        <pc:picChg chg="add mod">
          <ac:chgData name="Mandy Lin - Freedom Systems" userId="24f92fdd-367a-40f1-ad9b-8db5b9467043" providerId="ADAL" clId="{647A69EA-900E-44E8-928B-1A22439C5A75}" dt="2021-10-25T07:20:45.416" v="395" actId="1076"/>
          <ac:picMkLst>
            <pc:docMk/>
            <pc:sldMk cId="1796187659" sldId="369"/>
            <ac:picMk id="10" creationId="{7F1E0969-99A4-49B6-8B7B-8A965E7E5010}"/>
          </ac:picMkLst>
        </pc:picChg>
        <pc:picChg chg="del">
          <ac:chgData name="Mandy Lin - Freedom Systems" userId="24f92fdd-367a-40f1-ad9b-8db5b9467043" providerId="ADAL" clId="{647A69EA-900E-44E8-928B-1A22439C5A75}" dt="2021-10-25T06:58:46.914" v="248" actId="478"/>
          <ac:picMkLst>
            <pc:docMk/>
            <pc:sldMk cId="1796187659" sldId="369"/>
            <ac:picMk id="12" creationId="{BD872180-3711-42E3-BD6E-282CA64C13CD}"/>
          </ac:picMkLst>
        </pc:picChg>
        <pc:picChg chg="del mod">
          <ac:chgData name="Mandy Lin - Freedom Systems" userId="24f92fdd-367a-40f1-ad9b-8db5b9467043" providerId="ADAL" clId="{647A69EA-900E-44E8-928B-1A22439C5A75}" dt="2021-10-25T07:12:05.128" v="281" actId="478"/>
          <ac:picMkLst>
            <pc:docMk/>
            <pc:sldMk cId="1796187659" sldId="369"/>
            <ac:picMk id="13" creationId="{2F2B5100-A43A-4A80-B2CE-7A40E3184486}"/>
          </ac:picMkLst>
        </pc:picChg>
        <pc:picChg chg="del mod">
          <ac:chgData name="Mandy Lin - Freedom Systems" userId="24f92fdd-367a-40f1-ad9b-8db5b9467043" providerId="ADAL" clId="{647A69EA-900E-44E8-928B-1A22439C5A75}" dt="2021-10-25T07:11:39.879" v="266" actId="478"/>
          <ac:picMkLst>
            <pc:docMk/>
            <pc:sldMk cId="1796187659" sldId="369"/>
            <ac:picMk id="15" creationId="{DC366B6F-F0C8-4842-B72C-BD407101A83C}"/>
          </ac:picMkLst>
        </pc:picChg>
        <pc:picChg chg="del mod">
          <ac:chgData name="Mandy Lin - Freedom Systems" userId="24f92fdd-367a-40f1-ad9b-8db5b9467043" providerId="ADAL" clId="{647A69EA-900E-44E8-928B-1A22439C5A75}" dt="2021-10-25T07:11:50.454" v="272" actId="478"/>
          <ac:picMkLst>
            <pc:docMk/>
            <pc:sldMk cId="1796187659" sldId="369"/>
            <ac:picMk id="16" creationId="{E5FD3AFD-4439-42BB-926E-0F275F53D075}"/>
          </ac:picMkLst>
        </pc:picChg>
        <pc:picChg chg="del mod">
          <ac:chgData name="Mandy Lin - Freedom Systems" userId="24f92fdd-367a-40f1-ad9b-8db5b9467043" providerId="ADAL" clId="{647A69EA-900E-44E8-928B-1A22439C5A75}" dt="2021-10-25T07:11:43.321" v="268" actId="478"/>
          <ac:picMkLst>
            <pc:docMk/>
            <pc:sldMk cId="1796187659" sldId="369"/>
            <ac:picMk id="17" creationId="{16E12B7B-D2EF-4CC1-B80D-CAEC50CD8465}"/>
          </ac:picMkLst>
        </pc:picChg>
        <pc:picChg chg="add del mod">
          <ac:chgData name="Mandy Lin - Freedom Systems" userId="24f92fdd-367a-40f1-ad9b-8db5b9467043" providerId="ADAL" clId="{647A69EA-900E-44E8-928B-1A22439C5A75}" dt="2021-10-25T07:20:33.317" v="388" actId="478"/>
          <ac:picMkLst>
            <pc:docMk/>
            <pc:sldMk cId="1796187659" sldId="369"/>
            <ac:picMk id="18" creationId="{BA6A5E1B-DAA6-47BB-8653-9009C7C71836}"/>
          </ac:picMkLst>
        </pc:picChg>
        <pc:picChg chg="del mod">
          <ac:chgData name="Mandy Lin - Freedom Systems" userId="24f92fdd-367a-40f1-ad9b-8db5b9467043" providerId="ADAL" clId="{647A69EA-900E-44E8-928B-1A22439C5A75}" dt="2021-10-25T07:11:47.610" v="270" actId="478"/>
          <ac:picMkLst>
            <pc:docMk/>
            <pc:sldMk cId="1796187659" sldId="369"/>
            <ac:picMk id="19" creationId="{F3E95FA0-75A7-48D1-A8DB-86B1AFF0CD2F}"/>
          </ac:picMkLst>
        </pc:picChg>
        <pc:picChg chg="del mod">
          <ac:chgData name="Mandy Lin - Freedom Systems" userId="24f92fdd-367a-40f1-ad9b-8db5b9467043" providerId="ADAL" clId="{647A69EA-900E-44E8-928B-1A22439C5A75}" dt="2021-10-25T07:11:54.325" v="275" actId="478"/>
          <ac:picMkLst>
            <pc:docMk/>
            <pc:sldMk cId="1796187659" sldId="369"/>
            <ac:picMk id="20" creationId="{07650016-A60A-4DF0-8957-33AFD4F7A361}"/>
          </ac:picMkLst>
        </pc:picChg>
        <pc:picChg chg="del mod">
          <ac:chgData name="Mandy Lin - Freedom Systems" userId="24f92fdd-367a-40f1-ad9b-8db5b9467043" providerId="ADAL" clId="{647A69EA-900E-44E8-928B-1A22439C5A75}" dt="2021-10-25T07:12:01.464" v="279" actId="478"/>
          <ac:picMkLst>
            <pc:docMk/>
            <pc:sldMk cId="1796187659" sldId="369"/>
            <ac:picMk id="22" creationId="{3BA4A571-63B7-4C87-B7D4-8D35406F4F1A}"/>
          </ac:picMkLst>
        </pc:picChg>
        <pc:picChg chg="add mod modCrop">
          <ac:chgData name="Mandy Lin - Freedom Systems" userId="24f92fdd-367a-40f1-ad9b-8db5b9467043" providerId="ADAL" clId="{647A69EA-900E-44E8-928B-1A22439C5A75}" dt="2021-10-25T07:20:42.056" v="393" actId="1076"/>
          <ac:picMkLst>
            <pc:docMk/>
            <pc:sldMk cId="1796187659" sldId="369"/>
            <ac:picMk id="23" creationId="{D854A75C-DF7D-4E6E-A034-3BC795D51107}"/>
          </ac:picMkLst>
        </pc:picChg>
        <pc:picChg chg="del">
          <ac:chgData name="Mandy Lin - Freedom Systems" userId="24f92fdd-367a-40f1-ad9b-8db5b9467043" providerId="ADAL" clId="{647A69EA-900E-44E8-928B-1A22439C5A75}" dt="2021-10-25T06:58:46.914" v="248" actId="478"/>
          <ac:picMkLst>
            <pc:docMk/>
            <pc:sldMk cId="1796187659" sldId="369"/>
            <ac:picMk id="24" creationId="{346A14DE-DB7A-4899-B4D6-68238F47F8F2}"/>
          </ac:picMkLst>
        </pc:picChg>
        <pc:picChg chg="add mod modCrop">
          <ac:chgData name="Mandy Lin - Freedom Systems" userId="24f92fdd-367a-40f1-ad9b-8db5b9467043" providerId="ADAL" clId="{647A69EA-900E-44E8-928B-1A22439C5A75}" dt="2021-10-25T07:20:39.872" v="391" actId="1076"/>
          <ac:picMkLst>
            <pc:docMk/>
            <pc:sldMk cId="1796187659" sldId="369"/>
            <ac:picMk id="26" creationId="{56B19954-2637-4D81-B8A6-714FB3D5836A}"/>
          </ac:picMkLst>
        </pc:picChg>
        <pc:picChg chg="add mod modCrop">
          <ac:chgData name="Mandy Lin - Freedom Systems" userId="24f92fdd-367a-40f1-ad9b-8db5b9467043" providerId="ADAL" clId="{647A69EA-900E-44E8-928B-1A22439C5A75}" dt="2021-10-25T07:20:47.072" v="397" actId="1076"/>
          <ac:picMkLst>
            <pc:docMk/>
            <pc:sldMk cId="1796187659" sldId="369"/>
            <ac:picMk id="28" creationId="{F78B1A94-4675-4A2C-BC27-33734452DB15}"/>
          </ac:picMkLst>
        </pc:picChg>
        <pc:picChg chg="del">
          <ac:chgData name="Mandy Lin - Freedom Systems" userId="24f92fdd-367a-40f1-ad9b-8db5b9467043" providerId="ADAL" clId="{647A69EA-900E-44E8-928B-1A22439C5A75}" dt="2021-10-25T06:58:36.692" v="245" actId="478"/>
          <ac:picMkLst>
            <pc:docMk/>
            <pc:sldMk cId="1796187659" sldId="369"/>
            <ac:picMk id="89" creationId="{2D9A965C-DF23-4DFF-AC27-4EB6DB35B3FA}"/>
          </ac:picMkLst>
        </pc:picChg>
        <pc:picChg chg="del">
          <ac:chgData name="Mandy Lin - Freedom Systems" userId="24f92fdd-367a-40f1-ad9b-8db5b9467043" providerId="ADAL" clId="{647A69EA-900E-44E8-928B-1A22439C5A75}" dt="2021-10-25T06:58:36.692" v="245" actId="478"/>
          <ac:picMkLst>
            <pc:docMk/>
            <pc:sldMk cId="1796187659" sldId="369"/>
            <ac:picMk id="94" creationId="{942755F5-C273-456A-B6DC-0D076DD9FE87}"/>
          </ac:picMkLst>
        </pc:picChg>
        <pc:picChg chg="del">
          <ac:chgData name="Mandy Lin - Freedom Systems" userId="24f92fdd-367a-40f1-ad9b-8db5b9467043" providerId="ADAL" clId="{647A69EA-900E-44E8-928B-1A22439C5A75}" dt="2021-10-25T06:58:36.692" v="245" actId="478"/>
          <ac:picMkLst>
            <pc:docMk/>
            <pc:sldMk cId="1796187659" sldId="369"/>
            <ac:picMk id="95" creationId="{447055D6-C1EA-4239-98A5-B775E83F936C}"/>
          </ac:picMkLst>
        </pc:picChg>
        <pc:picChg chg="del">
          <ac:chgData name="Mandy Lin - Freedom Systems" userId="24f92fdd-367a-40f1-ad9b-8db5b9467043" providerId="ADAL" clId="{647A69EA-900E-44E8-928B-1A22439C5A75}" dt="2021-10-25T06:58:36.692" v="245" actId="478"/>
          <ac:picMkLst>
            <pc:docMk/>
            <pc:sldMk cId="1796187659" sldId="369"/>
            <ac:picMk id="98" creationId="{4E2472C3-ED26-445B-BF49-D72F034DE4D7}"/>
          </ac:picMkLst>
        </pc:picChg>
        <pc:picChg chg="del">
          <ac:chgData name="Mandy Lin - Freedom Systems" userId="24f92fdd-367a-40f1-ad9b-8db5b9467043" providerId="ADAL" clId="{647A69EA-900E-44E8-928B-1A22439C5A75}" dt="2021-10-25T06:58:36.692" v="245" actId="478"/>
          <ac:picMkLst>
            <pc:docMk/>
            <pc:sldMk cId="1796187659" sldId="369"/>
            <ac:picMk id="99" creationId="{3F5C18BC-3532-4C69-BE79-BB2028DAF4E6}"/>
          </ac:picMkLst>
        </pc:picChg>
        <pc:picChg chg="del mod">
          <ac:chgData name="Mandy Lin - Freedom Systems" userId="24f92fdd-367a-40f1-ad9b-8db5b9467043" providerId="ADAL" clId="{647A69EA-900E-44E8-928B-1A22439C5A75}" dt="2021-10-25T06:58:36.692" v="245" actId="478"/>
          <ac:picMkLst>
            <pc:docMk/>
            <pc:sldMk cId="1796187659" sldId="369"/>
            <ac:picMk id="100" creationId="{D3BD88BA-0D41-4206-9352-092DD2996357}"/>
          </ac:picMkLst>
        </pc:picChg>
        <pc:picChg chg="add mod">
          <ac:chgData name="Mandy Lin - Freedom Systems" userId="24f92fdd-367a-40f1-ad9b-8db5b9467043" providerId="ADAL" clId="{647A69EA-900E-44E8-928B-1A22439C5A75}" dt="2021-10-25T06:58:39.331" v="247"/>
          <ac:picMkLst>
            <pc:docMk/>
            <pc:sldMk cId="1796187659" sldId="369"/>
            <ac:picMk id="204" creationId="{9201BC9D-D224-4AED-87BE-43C5510DBF34}"/>
          </ac:picMkLst>
        </pc:picChg>
        <pc:picChg chg="add mod">
          <ac:chgData name="Mandy Lin - Freedom Systems" userId="24f92fdd-367a-40f1-ad9b-8db5b9467043" providerId="ADAL" clId="{647A69EA-900E-44E8-928B-1A22439C5A75}" dt="2021-10-25T06:58:39.331" v="247"/>
          <ac:picMkLst>
            <pc:docMk/>
            <pc:sldMk cId="1796187659" sldId="369"/>
            <ac:picMk id="206" creationId="{CDA869EE-B1EE-4132-830A-59D31DFA0436}"/>
          </ac:picMkLst>
        </pc:picChg>
        <pc:picChg chg="add mod">
          <ac:chgData name="Mandy Lin - Freedom Systems" userId="24f92fdd-367a-40f1-ad9b-8db5b9467043" providerId="ADAL" clId="{647A69EA-900E-44E8-928B-1A22439C5A75}" dt="2021-10-25T07:19:08.309" v="381" actId="1076"/>
          <ac:picMkLst>
            <pc:docMk/>
            <pc:sldMk cId="1796187659" sldId="369"/>
            <ac:picMk id="207" creationId="{D5BBD1DF-A509-456F-B9C9-FB5B1B141CB4}"/>
          </ac:picMkLst>
        </pc:picChg>
        <pc:picChg chg="add mod">
          <ac:chgData name="Mandy Lin - Freedom Systems" userId="24f92fdd-367a-40f1-ad9b-8db5b9467043" providerId="ADAL" clId="{647A69EA-900E-44E8-928B-1A22439C5A75}" dt="2021-10-25T06:58:39.331" v="247"/>
          <ac:picMkLst>
            <pc:docMk/>
            <pc:sldMk cId="1796187659" sldId="369"/>
            <ac:picMk id="208" creationId="{C719E3D9-4886-4D8F-988B-79F01AF7DD0B}"/>
          </ac:picMkLst>
        </pc:picChg>
        <pc:picChg chg="add mod">
          <ac:chgData name="Mandy Lin - Freedom Systems" userId="24f92fdd-367a-40f1-ad9b-8db5b9467043" providerId="ADAL" clId="{647A69EA-900E-44E8-928B-1A22439C5A75}" dt="2021-10-25T06:58:39.331" v="247"/>
          <ac:picMkLst>
            <pc:docMk/>
            <pc:sldMk cId="1796187659" sldId="369"/>
            <ac:picMk id="209" creationId="{ECF53DAB-60B0-4C12-B7F4-D00DA606D319}"/>
          </ac:picMkLst>
        </pc:picChg>
        <pc:picChg chg="add mod">
          <ac:chgData name="Mandy Lin - Freedom Systems" userId="24f92fdd-367a-40f1-ad9b-8db5b9467043" providerId="ADAL" clId="{647A69EA-900E-44E8-928B-1A22439C5A75}" dt="2021-10-25T07:10:39.225" v="256" actId="1076"/>
          <ac:picMkLst>
            <pc:docMk/>
            <pc:sldMk cId="1796187659" sldId="369"/>
            <ac:picMk id="210" creationId="{7013A6EF-EA01-438B-8807-CB2776CA1515}"/>
          </ac:picMkLst>
        </pc:picChg>
      </pc:sldChg>
      <pc:sldChg chg="modSp mod">
        <pc:chgData name="Mandy Lin - Freedom Systems" userId="24f92fdd-367a-40f1-ad9b-8db5b9467043" providerId="ADAL" clId="{647A69EA-900E-44E8-928B-1A22439C5A75}" dt="2021-10-25T06:36:05.529" v="98" actId="20577"/>
        <pc:sldMkLst>
          <pc:docMk/>
          <pc:sldMk cId="623142848" sldId="380"/>
        </pc:sldMkLst>
        <pc:spChg chg="mod">
          <ac:chgData name="Mandy Lin - Freedom Systems" userId="24f92fdd-367a-40f1-ad9b-8db5b9467043" providerId="ADAL" clId="{647A69EA-900E-44E8-928B-1A22439C5A75}" dt="2021-10-25T06:36:05.529" v="98" actId="20577"/>
          <ac:spMkLst>
            <pc:docMk/>
            <pc:sldMk cId="623142848" sldId="380"/>
            <ac:spMk id="6" creationId="{219C594F-F593-4B97-9E60-1838B7BC6E3A}"/>
          </ac:spMkLst>
        </pc:spChg>
      </pc:sldChg>
      <pc:sldChg chg="del">
        <pc:chgData name="Mandy Lin - Freedom Systems" userId="24f92fdd-367a-40f1-ad9b-8db5b9467043" providerId="ADAL" clId="{647A69EA-900E-44E8-928B-1A22439C5A75}" dt="2021-10-25T06:32:42.267" v="73" actId="47"/>
        <pc:sldMkLst>
          <pc:docMk/>
          <pc:sldMk cId="3445984437" sldId="383"/>
        </pc:sldMkLst>
      </pc:sldChg>
      <pc:sldChg chg="del">
        <pc:chgData name="Mandy Lin - Freedom Systems" userId="24f92fdd-367a-40f1-ad9b-8db5b9467043" providerId="ADAL" clId="{647A69EA-900E-44E8-928B-1A22439C5A75}" dt="2021-10-25T06:32:25.974" v="70" actId="47"/>
        <pc:sldMkLst>
          <pc:docMk/>
          <pc:sldMk cId="1540230473" sldId="386"/>
        </pc:sldMkLst>
      </pc:sldChg>
      <pc:sldChg chg="del">
        <pc:chgData name="Mandy Lin - Freedom Systems" userId="24f92fdd-367a-40f1-ad9b-8db5b9467043" providerId="ADAL" clId="{647A69EA-900E-44E8-928B-1A22439C5A75}" dt="2021-10-25T06:33:49.810" v="82" actId="47"/>
        <pc:sldMkLst>
          <pc:docMk/>
          <pc:sldMk cId="3511759274" sldId="387"/>
        </pc:sldMkLst>
      </pc:sldChg>
      <pc:sldChg chg="addSp delSp modSp mod ord">
        <pc:chgData name="Mandy Lin - Freedom Systems" userId="24f92fdd-367a-40f1-ad9b-8db5b9467043" providerId="ADAL" clId="{647A69EA-900E-44E8-928B-1A22439C5A75}" dt="2021-10-25T06:33:01.949" v="79"/>
        <pc:sldMkLst>
          <pc:docMk/>
          <pc:sldMk cId="1157259592" sldId="388"/>
        </pc:sldMkLst>
        <pc:spChg chg="add mod">
          <ac:chgData name="Mandy Lin - Freedom Systems" userId="24f92fdd-367a-40f1-ad9b-8db5b9467043" providerId="ADAL" clId="{647A69EA-900E-44E8-928B-1A22439C5A75}" dt="2021-10-25T06:29:54.992" v="65" actId="478"/>
          <ac:spMkLst>
            <pc:docMk/>
            <pc:sldMk cId="1157259592" sldId="388"/>
            <ac:spMk id="7" creationId="{5FB9D639-94F1-4A4E-905C-8B4DB957D506}"/>
          </ac:spMkLst>
        </pc:spChg>
        <pc:graphicFrameChg chg="del">
          <ac:chgData name="Mandy Lin - Freedom Systems" userId="24f92fdd-367a-40f1-ad9b-8db5b9467043" providerId="ADAL" clId="{647A69EA-900E-44E8-928B-1A22439C5A75}" dt="2021-10-25T06:29:54.992" v="65" actId="478"/>
          <ac:graphicFrameMkLst>
            <pc:docMk/>
            <pc:sldMk cId="1157259592" sldId="388"/>
            <ac:graphicFrameMk id="2" creationId="{EBF06E55-47F8-4E93-908A-A410830B4679}"/>
          </ac:graphicFrameMkLst>
        </pc:graphicFrameChg>
      </pc:sldChg>
      <pc:sldChg chg="del">
        <pc:chgData name="Mandy Lin - Freedom Systems" userId="24f92fdd-367a-40f1-ad9b-8db5b9467043" providerId="ADAL" clId="{647A69EA-900E-44E8-928B-1A22439C5A75}" dt="2021-10-25T06:32:48.877" v="74" actId="47"/>
        <pc:sldMkLst>
          <pc:docMk/>
          <pc:sldMk cId="3990518155" sldId="389"/>
        </pc:sldMkLst>
      </pc:sldChg>
      <pc:sldChg chg="del">
        <pc:chgData name="Mandy Lin - Freedom Systems" userId="24f92fdd-367a-40f1-ad9b-8db5b9467043" providerId="ADAL" clId="{647A69EA-900E-44E8-928B-1A22439C5A75}" dt="2021-10-25T06:32:25.974" v="70" actId="47"/>
        <pc:sldMkLst>
          <pc:docMk/>
          <pc:sldMk cId="3147563460" sldId="390"/>
        </pc:sldMkLst>
      </pc:sldChg>
      <pc:sldChg chg="addSp delSp modSp mod">
        <pc:chgData name="Mandy Lin - Freedom Systems" userId="24f92fdd-367a-40f1-ad9b-8db5b9467043" providerId="ADAL" clId="{647A69EA-900E-44E8-928B-1A22439C5A75}" dt="2021-10-25T06:29:50.843" v="64" actId="478"/>
        <pc:sldMkLst>
          <pc:docMk/>
          <pc:sldMk cId="3755842390" sldId="392"/>
        </pc:sldMkLst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9" creationId="{1483BD61-A1A5-44BA-AACC-883F9C68F641}"/>
          </ac:spMkLst>
        </pc:spChg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10" creationId="{CFBB9C5A-60FC-40A8-8227-9779B834A24E}"/>
          </ac:spMkLst>
        </pc:spChg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11" creationId="{90DB7C2F-F74A-443A-AA61-7ACCD566DB99}"/>
          </ac:spMkLst>
        </pc:spChg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12" creationId="{1D2B0C20-3321-45A4-BB79-CC69D81E6B6E}"/>
          </ac:spMkLst>
        </pc:spChg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13" creationId="{B6C977D3-8AC2-4533-BEEE-96F1EC8B622F}"/>
          </ac:spMkLst>
        </pc:spChg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14" creationId="{8859C75D-04CB-4055-BA6D-65A4C9DC0DC1}"/>
          </ac:spMkLst>
        </pc:spChg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15" creationId="{82E317DA-45A8-41F9-B4F1-4DA40645AD61}"/>
          </ac:spMkLst>
        </pc:spChg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16" creationId="{604B32AE-2DB3-4684-8930-6A696D55AD83}"/>
          </ac:spMkLst>
        </pc:spChg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17" creationId="{D32C28A3-BAFB-4F62-8CEB-9493219E273F}"/>
          </ac:spMkLst>
        </pc:spChg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18" creationId="{E4EC30F5-EBA9-4F1B-A252-819294421ED8}"/>
          </ac:spMkLst>
        </pc:spChg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19" creationId="{29226FA4-44C6-4CA5-B54D-3F9E90374027}"/>
          </ac:spMkLst>
        </pc:spChg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20" creationId="{B5424CB0-A07E-4DC3-A4C6-3C1100A6D146}"/>
          </ac:spMkLst>
        </pc:spChg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21" creationId="{FCB742A4-2B0E-4671-B557-7EDE24FF5DDC}"/>
          </ac:spMkLst>
        </pc:spChg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22" creationId="{644363B5-46FD-465D-BC21-97317A03BA34}"/>
          </ac:spMkLst>
        </pc:spChg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23" creationId="{DAC1A49E-B7FF-4696-B02C-1B89E125893A}"/>
          </ac:spMkLst>
        </pc:spChg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24" creationId="{B98D3685-1140-484F-A132-5CA2CB13FB69}"/>
          </ac:spMkLst>
        </pc:spChg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25" creationId="{B02C77B3-DE04-40C8-9FE7-9906F6E90FF1}"/>
          </ac:spMkLst>
        </pc:spChg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26" creationId="{2CFBAAB4-34AA-4406-AEEC-A2181C6848E4}"/>
          </ac:spMkLst>
        </pc:spChg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27" creationId="{FB2A84D4-246D-4D00-9C91-A9393FA9EAC0}"/>
          </ac:spMkLst>
        </pc:spChg>
        <pc:spChg chg="add mod">
          <ac:chgData name="Mandy Lin - Freedom Systems" userId="24f92fdd-367a-40f1-ad9b-8db5b9467043" providerId="ADAL" clId="{647A69EA-900E-44E8-928B-1A22439C5A75}" dt="2021-10-25T06:26:53.306" v="48" actId="164"/>
          <ac:spMkLst>
            <pc:docMk/>
            <pc:sldMk cId="3755842390" sldId="392"/>
            <ac:spMk id="28" creationId="{10956D60-6C4E-467A-AB1E-8AEEF1FCC402}"/>
          </ac:spMkLst>
        </pc:spChg>
        <pc:grpChg chg="add del mod">
          <ac:chgData name="Mandy Lin - Freedom Systems" userId="24f92fdd-367a-40f1-ad9b-8db5b9467043" providerId="ADAL" clId="{647A69EA-900E-44E8-928B-1A22439C5A75}" dt="2021-10-25T06:29:50.843" v="64" actId="478"/>
          <ac:grpSpMkLst>
            <pc:docMk/>
            <pc:sldMk cId="3755842390" sldId="392"/>
            <ac:grpSpMk id="2" creationId="{F3D3A6A5-F3F3-418C-A07C-861EA9AF64FD}"/>
          </ac:grpSpMkLst>
        </pc:grpChg>
      </pc:sldChg>
      <pc:sldChg chg="del">
        <pc:chgData name="Mandy Lin - Freedom Systems" userId="24f92fdd-367a-40f1-ad9b-8db5b9467043" providerId="ADAL" clId="{647A69EA-900E-44E8-928B-1A22439C5A75}" dt="2021-10-25T06:32:36.630" v="72" actId="47"/>
        <pc:sldMkLst>
          <pc:docMk/>
          <pc:sldMk cId="181833369" sldId="393"/>
        </pc:sldMkLst>
      </pc:sldChg>
      <pc:sldChg chg="del">
        <pc:chgData name="Mandy Lin - Freedom Systems" userId="24f92fdd-367a-40f1-ad9b-8db5b9467043" providerId="ADAL" clId="{647A69EA-900E-44E8-928B-1A22439C5A75}" dt="2021-10-25T06:31:00.504" v="66" actId="47"/>
        <pc:sldMkLst>
          <pc:docMk/>
          <pc:sldMk cId="3509517657" sldId="394"/>
        </pc:sldMkLst>
      </pc:sldChg>
      <pc:sldChg chg="del">
        <pc:chgData name="Mandy Lin - Freedom Systems" userId="24f92fdd-367a-40f1-ad9b-8db5b9467043" providerId="ADAL" clId="{647A69EA-900E-44E8-928B-1A22439C5A75}" dt="2021-10-25T06:32:36.630" v="72" actId="47"/>
        <pc:sldMkLst>
          <pc:docMk/>
          <pc:sldMk cId="2053329138" sldId="395"/>
        </pc:sldMkLst>
      </pc:sldChg>
      <pc:sldChg chg="del">
        <pc:chgData name="Mandy Lin - Freedom Systems" userId="24f92fdd-367a-40f1-ad9b-8db5b9467043" providerId="ADAL" clId="{647A69EA-900E-44E8-928B-1A22439C5A75}" dt="2021-10-25T06:33:43.658" v="80" actId="47"/>
        <pc:sldMkLst>
          <pc:docMk/>
          <pc:sldMk cId="1578138080" sldId="396"/>
        </pc:sldMkLst>
      </pc:sldChg>
      <pc:sldChg chg="del">
        <pc:chgData name="Mandy Lin - Freedom Systems" userId="24f92fdd-367a-40f1-ad9b-8db5b9467043" providerId="ADAL" clId="{647A69EA-900E-44E8-928B-1A22439C5A75}" dt="2021-10-25T06:32:36.630" v="72" actId="47"/>
        <pc:sldMkLst>
          <pc:docMk/>
          <pc:sldMk cId="73459293" sldId="397"/>
        </pc:sldMkLst>
      </pc:sldChg>
      <pc:sldChg chg="del">
        <pc:chgData name="Mandy Lin - Freedom Systems" userId="24f92fdd-367a-40f1-ad9b-8db5b9467043" providerId="ADAL" clId="{647A69EA-900E-44E8-928B-1A22439C5A75}" dt="2021-10-25T06:32:42.267" v="73" actId="47"/>
        <pc:sldMkLst>
          <pc:docMk/>
          <pc:sldMk cId="1304227796" sldId="399"/>
        </pc:sldMkLst>
      </pc:sldChg>
      <pc:sldChg chg="del">
        <pc:chgData name="Mandy Lin - Freedom Systems" userId="24f92fdd-367a-40f1-ad9b-8db5b9467043" providerId="ADAL" clId="{647A69EA-900E-44E8-928B-1A22439C5A75}" dt="2021-10-25T06:32:36.630" v="72" actId="47"/>
        <pc:sldMkLst>
          <pc:docMk/>
          <pc:sldMk cId="2156905503" sldId="400"/>
        </pc:sldMkLst>
      </pc:sldChg>
      <pc:sldChg chg="del">
        <pc:chgData name="Mandy Lin - Freedom Systems" userId="24f92fdd-367a-40f1-ad9b-8db5b9467043" providerId="ADAL" clId="{647A69EA-900E-44E8-928B-1A22439C5A75}" dt="2021-10-25T06:32:51.957" v="75" actId="47"/>
        <pc:sldMkLst>
          <pc:docMk/>
          <pc:sldMk cId="882528759" sldId="402"/>
        </pc:sldMkLst>
      </pc:sldChg>
      <pc:sldChg chg="del">
        <pc:chgData name="Mandy Lin - Freedom Systems" userId="24f92fdd-367a-40f1-ad9b-8db5b9467043" providerId="ADAL" clId="{647A69EA-900E-44E8-928B-1A22439C5A75}" dt="2021-10-25T06:32:42.267" v="73" actId="47"/>
        <pc:sldMkLst>
          <pc:docMk/>
          <pc:sldMk cId="4061361275" sldId="405"/>
        </pc:sldMkLst>
      </pc:sldChg>
      <pc:sldChg chg="del">
        <pc:chgData name="Mandy Lin - Freedom Systems" userId="24f92fdd-367a-40f1-ad9b-8db5b9467043" providerId="ADAL" clId="{647A69EA-900E-44E8-928B-1A22439C5A75}" dt="2021-10-25T06:33:52.281" v="83" actId="47"/>
        <pc:sldMkLst>
          <pc:docMk/>
          <pc:sldMk cId="334422316" sldId="407"/>
        </pc:sldMkLst>
      </pc:sldChg>
      <pc:sldChg chg="del">
        <pc:chgData name="Mandy Lin - Freedom Systems" userId="24f92fdd-367a-40f1-ad9b-8db5b9467043" providerId="ADAL" clId="{647A69EA-900E-44E8-928B-1A22439C5A75}" dt="2021-10-25T06:32:36.630" v="72" actId="47"/>
        <pc:sldMkLst>
          <pc:docMk/>
          <pc:sldMk cId="4146397830" sldId="408"/>
        </pc:sldMkLst>
      </pc:sldChg>
      <pc:sldChg chg="del">
        <pc:chgData name="Mandy Lin - Freedom Systems" userId="24f92fdd-367a-40f1-ad9b-8db5b9467043" providerId="ADAL" clId="{647A69EA-900E-44E8-928B-1A22439C5A75}" dt="2021-10-25T06:32:36.630" v="72" actId="47"/>
        <pc:sldMkLst>
          <pc:docMk/>
          <pc:sldMk cId="2251952213" sldId="410"/>
        </pc:sldMkLst>
      </pc:sldChg>
      <pc:sldMasterChg chg="addSp delSp modSp mod delSldLayout modSldLayout">
        <pc:chgData name="Mandy Lin - Freedom Systems" userId="24f92fdd-367a-40f1-ad9b-8db5b9467043" providerId="ADAL" clId="{647A69EA-900E-44E8-928B-1A22439C5A75}" dt="2021-10-25T07:39:06.517" v="398" actId="478"/>
        <pc:sldMasterMkLst>
          <pc:docMk/>
          <pc:sldMasterMk cId="1841573427" sldId="2147483671"/>
        </pc:sldMasterMkLst>
        <pc:spChg chg="del mod topLvl">
          <ac:chgData name="Mandy Lin - Freedom Systems" userId="24f92fdd-367a-40f1-ad9b-8db5b9467043" providerId="ADAL" clId="{647A69EA-900E-44E8-928B-1A22439C5A75}" dt="2021-10-25T06:28:06.227" v="57" actId="478"/>
          <ac:spMkLst>
            <pc:docMk/>
            <pc:sldMasterMk cId="1841573427" sldId="2147483671"/>
            <ac:spMk id="10" creationId="{D244F566-7F7B-4D66-A74E-1E90F752D80B}"/>
          </ac:spMkLst>
        </pc:spChg>
        <pc:spChg chg="del mod topLvl">
          <ac:chgData name="Mandy Lin - Freedom Systems" userId="24f92fdd-367a-40f1-ad9b-8db5b9467043" providerId="ADAL" clId="{647A69EA-900E-44E8-928B-1A22439C5A75}" dt="2021-10-25T06:28:06.227" v="57" actId="478"/>
          <ac:spMkLst>
            <pc:docMk/>
            <pc:sldMasterMk cId="1841573427" sldId="2147483671"/>
            <ac:spMk id="40" creationId="{38C7C2E7-9C25-489E-BC4B-24F36971B569}"/>
          </ac:spMkLst>
        </pc:spChg>
        <pc:spChg chg="del mod topLvl">
          <ac:chgData name="Mandy Lin - Freedom Systems" userId="24f92fdd-367a-40f1-ad9b-8db5b9467043" providerId="ADAL" clId="{647A69EA-900E-44E8-928B-1A22439C5A75}" dt="2021-10-25T06:28:09.654" v="58" actId="478"/>
          <ac:spMkLst>
            <pc:docMk/>
            <pc:sldMasterMk cId="1841573427" sldId="2147483671"/>
            <ac:spMk id="41" creationId="{7E019C6B-9DBD-42C0-ADF3-578C18AA39F4}"/>
          </ac:spMkLst>
        </pc:spChg>
        <pc:spChg chg="del mod topLvl">
          <ac:chgData name="Mandy Lin - Freedom Systems" userId="24f92fdd-367a-40f1-ad9b-8db5b9467043" providerId="ADAL" clId="{647A69EA-900E-44E8-928B-1A22439C5A75}" dt="2021-10-25T06:28:06.227" v="57" actId="478"/>
          <ac:spMkLst>
            <pc:docMk/>
            <pc:sldMasterMk cId="1841573427" sldId="2147483671"/>
            <ac:spMk id="45" creationId="{80DDBB88-FCBF-4BF4-A60E-961DA640301D}"/>
          </ac:spMkLst>
        </pc:spChg>
        <pc:spChg chg="del mod topLvl">
          <ac:chgData name="Mandy Lin - Freedom Systems" userId="24f92fdd-367a-40f1-ad9b-8db5b9467043" providerId="ADAL" clId="{647A69EA-900E-44E8-928B-1A22439C5A75}" dt="2021-10-25T06:28:06.227" v="57" actId="478"/>
          <ac:spMkLst>
            <pc:docMk/>
            <pc:sldMasterMk cId="1841573427" sldId="2147483671"/>
            <ac:spMk id="46" creationId="{0F5516B9-1855-4DC7-B6F3-BA46666EB9DB}"/>
          </ac:spMkLst>
        </pc:spChg>
        <pc:spChg chg="del mod topLvl">
          <ac:chgData name="Mandy Lin - Freedom Systems" userId="24f92fdd-367a-40f1-ad9b-8db5b9467043" providerId="ADAL" clId="{647A69EA-900E-44E8-928B-1A22439C5A75}" dt="2021-10-25T06:28:09.654" v="58" actId="478"/>
          <ac:spMkLst>
            <pc:docMk/>
            <pc:sldMasterMk cId="1841573427" sldId="2147483671"/>
            <ac:spMk id="47" creationId="{09D61FDB-D3B5-4C7C-A7CC-25F9E6577E38}"/>
          </ac:spMkLst>
        </pc:spChg>
        <pc:spChg chg="mod">
          <ac:chgData name="Mandy Lin - Freedom Systems" userId="24f92fdd-367a-40f1-ad9b-8db5b9467043" providerId="ADAL" clId="{647A69EA-900E-44E8-928B-1A22439C5A75}" dt="2021-10-25T06:27:57.855" v="55"/>
          <ac:spMkLst>
            <pc:docMk/>
            <pc:sldMasterMk cId="1841573427" sldId="2147483671"/>
            <ac:spMk id="50" creationId="{08EB1C6A-A1C9-4C3B-8F18-6BFABC9313C8}"/>
          </ac:spMkLst>
        </pc:spChg>
        <pc:spChg chg="mod">
          <ac:chgData name="Mandy Lin - Freedom Systems" userId="24f92fdd-367a-40f1-ad9b-8db5b9467043" providerId="ADAL" clId="{647A69EA-900E-44E8-928B-1A22439C5A75}" dt="2021-10-25T06:27:57.855" v="55"/>
          <ac:spMkLst>
            <pc:docMk/>
            <pc:sldMasterMk cId="1841573427" sldId="2147483671"/>
            <ac:spMk id="51" creationId="{04C7E184-BE38-46A0-A2D3-A983A4770EC0}"/>
          </ac:spMkLst>
        </pc:spChg>
        <pc:spChg chg="mod">
          <ac:chgData name="Mandy Lin - Freedom Systems" userId="24f92fdd-367a-40f1-ad9b-8db5b9467043" providerId="ADAL" clId="{647A69EA-900E-44E8-928B-1A22439C5A75}" dt="2021-10-25T06:31:43.709" v="69" actId="1035"/>
          <ac:spMkLst>
            <pc:docMk/>
            <pc:sldMasterMk cId="1841573427" sldId="2147483671"/>
            <ac:spMk id="52" creationId="{EB4F122B-7BED-473A-A84B-E270039AAB4D}"/>
          </ac:spMkLst>
        </pc:spChg>
        <pc:spChg chg="mod">
          <ac:chgData name="Mandy Lin - Freedom Systems" userId="24f92fdd-367a-40f1-ad9b-8db5b9467043" providerId="ADAL" clId="{647A69EA-900E-44E8-928B-1A22439C5A75}" dt="2021-10-25T06:28:49.648" v="63" actId="1035"/>
          <ac:spMkLst>
            <pc:docMk/>
            <pc:sldMasterMk cId="1841573427" sldId="2147483671"/>
            <ac:spMk id="53" creationId="{2641491F-9E9D-4AC8-8BAD-959393369DF3}"/>
          </ac:spMkLst>
        </pc:spChg>
        <pc:spChg chg="mod">
          <ac:chgData name="Mandy Lin - Freedom Systems" userId="24f92fdd-367a-40f1-ad9b-8db5b9467043" providerId="ADAL" clId="{647A69EA-900E-44E8-928B-1A22439C5A75}" dt="2021-10-25T06:28:44.748" v="62" actId="1035"/>
          <ac:spMkLst>
            <pc:docMk/>
            <pc:sldMasterMk cId="1841573427" sldId="2147483671"/>
            <ac:spMk id="54" creationId="{5395E0A5-5491-43C0-A2FF-E8F17C91ED67}"/>
          </ac:spMkLst>
        </pc:spChg>
        <pc:spChg chg="mod">
          <ac:chgData name="Mandy Lin - Freedom Systems" userId="24f92fdd-367a-40f1-ad9b-8db5b9467043" providerId="ADAL" clId="{647A69EA-900E-44E8-928B-1A22439C5A75}" dt="2021-10-25T06:27:57.855" v="55"/>
          <ac:spMkLst>
            <pc:docMk/>
            <pc:sldMasterMk cId="1841573427" sldId="2147483671"/>
            <ac:spMk id="55" creationId="{03F82D28-0826-4955-9EB1-E7E30A0F9CA8}"/>
          </ac:spMkLst>
        </pc:spChg>
        <pc:spChg chg="mod">
          <ac:chgData name="Mandy Lin - Freedom Systems" userId="24f92fdd-367a-40f1-ad9b-8db5b9467043" providerId="ADAL" clId="{647A69EA-900E-44E8-928B-1A22439C5A75}" dt="2021-10-25T06:28:30.900" v="60" actId="1038"/>
          <ac:spMkLst>
            <pc:docMk/>
            <pc:sldMasterMk cId="1841573427" sldId="2147483671"/>
            <ac:spMk id="56" creationId="{73BE675A-A97D-457B-A3CF-D52CA2D37EAF}"/>
          </ac:spMkLst>
        </pc:spChg>
        <pc:spChg chg="mod">
          <ac:chgData name="Mandy Lin - Freedom Systems" userId="24f92fdd-367a-40f1-ad9b-8db5b9467043" providerId="ADAL" clId="{647A69EA-900E-44E8-928B-1A22439C5A75}" dt="2021-10-25T06:28:30.900" v="60" actId="1038"/>
          <ac:spMkLst>
            <pc:docMk/>
            <pc:sldMasterMk cId="1841573427" sldId="2147483671"/>
            <ac:spMk id="57" creationId="{1BB22712-93CB-4609-9885-328719D8FB7A}"/>
          </ac:spMkLst>
        </pc:spChg>
        <pc:spChg chg="del mod topLvl">
          <ac:chgData name="Mandy Lin - Freedom Systems" userId="24f92fdd-367a-40f1-ad9b-8db5b9467043" providerId="ADAL" clId="{647A69EA-900E-44E8-928B-1A22439C5A75}" dt="2021-10-25T06:28:06.227" v="57" actId="478"/>
          <ac:spMkLst>
            <pc:docMk/>
            <pc:sldMasterMk cId="1841573427" sldId="2147483671"/>
            <ac:spMk id="59" creationId="{122530D8-08B8-4527-B94E-59C7ADA4AA4A}"/>
          </ac:spMkLst>
        </pc:spChg>
        <pc:spChg chg="del mod topLvl">
          <ac:chgData name="Mandy Lin - Freedom Systems" userId="24f92fdd-367a-40f1-ad9b-8db5b9467043" providerId="ADAL" clId="{647A69EA-900E-44E8-928B-1A22439C5A75}" dt="2021-10-25T06:28:06.227" v="57" actId="478"/>
          <ac:spMkLst>
            <pc:docMk/>
            <pc:sldMasterMk cId="1841573427" sldId="2147483671"/>
            <ac:spMk id="60" creationId="{A4934565-2F2F-442B-B3C6-350745883380}"/>
          </ac:spMkLst>
        </pc:spChg>
        <pc:spChg chg="del mod topLvl">
          <ac:chgData name="Mandy Lin - Freedom Systems" userId="24f92fdd-367a-40f1-ad9b-8db5b9467043" providerId="ADAL" clId="{647A69EA-900E-44E8-928B-1A22439C5A75}" dt="2021-10-25T06:28:09.654" v="58" actId="478"/>
          <ac:spMkLst>
            <pc:docMk/>
            <pc:sldMasterMk cId="1841573427" sldId="2147483671"/>
            <ac:spMk id="61" creationId="{518E3C5E-ABA1-4DA1-AABB-C68C63ACB715}"/>
          </ac:spMkLst>
        </pc:spChg>
        <pc:spChg chg="del mod topLvl">
          <ac:chgData name="Mandy Lin - Freedom Systems" userId="24f92fdd-367a-40f1-ad9b-8db5b9467043" providerId="ADAL" clId="{647A69EA-900E-44E8-928B-1A22439C5A75}" dt="2021-10-25T06:28:06.227" v="57" actId="478"/>
          <ac:spMkLst>
            <pc:docMk/>
            <pc:sldMasterMk cId="1841573427" sldId="2147483671"/>
            <ac:spMk id="62" creationId="{260F3B46-C325-49DB-8222-7B49D3348B83}"/>
          </ac:spMkLst>
        </pc:spChg>
        <pc:spChg chg="del mod topLvl">
          <ac:chgData name="Mandy Lin - Freedom Systems" userId="24f92fdd-367a-40f1-ad9b-8db5b9467043" providerId="ADAL" clId="{647A69EA-900E-44E8-928B-1A22439C5A75}" dt="2021-10-25T06:28:06.227" v="57" actId="478"/>
          <ac:spMkLst>
            <pc:docMk/>
            <pc:sldMasterMk cId="1841573427" sldId="2147483671"/>
            <ac:spMk id="63" creationId="{AAB9CA17-C8A6-4F41-ABDE-1E52B7C7622A}"/>
          </ac:spMkLst>
        </pc:spChg>
        <pc:spChg chg="del mod topLvl">
          <ac:chgData name="Mandy Lin - Freedom Systems" userId="24f92fdd-367a-40f1-ad9b-8db5b9467043" providerId="ADAL" clId="{647A69EA-900E-44E8-928B-1A22439C5A75}" dt="2021-10-25T06:28:09.654" v="58" actId="478"/>
          <ac:spMkLst>
            <pc:docMk/>
            <pc:sldMasterMk cId="1841573427" sldId="2147483671"/>
            <ac:spMk id="64" creationId="{DF231FEC-1E1D-43FC-866B-07598AB04B7A}"/>
          </ac:spMkLst>
        </pc:spChg>
        <pc:spChg chg="mod">
          <ac:chgData name="Mandy Lin - Freedom Systems" userId="24f92fdd-367a-40f1-ad9b-8db5b9467043" providerId="ADAL" clId="{647A69EA-900E-44E8-928B-1A22439C5A75}" dt="2021-10-25T06:28:30.900" v="60" actId="1038"/>
          <ac:spMkLst>
            <pc:docMk/>
            <pc:sldMasterMk cId="1841573427" sldId="2147483671"/>
            <ac:spMk id="65" creationId="{A7E4F4B1-7EC8-43E3-8645-F0D97AF3DBCF}"/>
          </ac:spMkLst>
        </pc:spChg>
        <pc:spChg chg="mod">
          <ac:chgData name="Mandy Lin - Freedom Systems" userId="24f92fdd-367a-40f1-ad9b-8db5b9467043" providerId="ADAL" clId="{647A69EA-900E-44E8-928B-1A22439C5A75}" dt="2021-10-25T06:27:57.855" v="55"/>
          <ac:spMkLst>
            <pc:docMk/>
            <pc:sldMasterMk cId="1841573427" sldId="2147483671"/>
            <ac:spMk id="66" creationId="{0F30FD0B-4502-48DB-A15C-25B8467425D2}"/>
          </ac:spMkLst>
        </pc:spChg>
        <pc:spChg chg="mod">
          <ac:chgData name="Mandy Lin - Freedom Systems" userId="24f92fdd-367a-40f1-ad9b-8db5b9467043" providerId="ADAL" clId="{647A69EA-900E-44E8-928B-1A22439C5A75}" dt="2021-10-25T06:27:57.855" v="55"/>
          <ac:spMkLst>
            <pc:docMk/>
            <pc:sldMasterMk cId="1841573427" sldId="2147483671"/>
            <ac:spMk id="67" creationId="{0991A800-B2D0-47C7-B11E-8C55347636DE}"/>
          </ac:spMkLst>
        </pc:spChg>
        <pc:spChg chg="mod">
          <ac:chgData name="Mandy Lin - Freedom Systems" userId="24f92fdd-367a-40f1-ad9b-8db5b9467043" providerId="ADAL" clId="{647A69EA-900E-44E8-928B-1A22439C5A75}" dt="2021-10-25T06:27:57.855" v="55"/>
          <ac:spMkLst>
            <pc:docMk/>
            <pc:sldMasterMk cId="1841573427" sldId="2147483671"/>
            <ac:spMk id="68" creationId="{E6BF7DA5-3734-4CF6-BCE2-0BD45E976087}"/>
          </ac:spMkLst>
        </pc:spChg>
        <pc:spChg chg="mod">
          <ac:chgData name="Mandy Lin - Freedom Systems" userId="24f92fdd-367a-40f1-ad9b-8db5b9467043" providerId="ADAL" clId="{647A69EA-900E-44E8-928B-1A22439C5A75}" dt="2021-10-25T06:31:32.739" v="67" actId="1035"/>
          <ac:spMkLst>
            <pc:docMk/>
            <pc:sldMasterMk cId="1841573427" sldId="2147483671"/>
            <ac:spMk id="69" creationId="{81D64DB0-649D-4825-9E26-0C45F4738604}"/>
          </ac:spMkLst>
        </pc:spChg>
        <pc:spChg chg="mod">
          <ac:chgData name="Mandy Lin - Freedom Systems" userId="24f92fdd-367a-40f1-ad9b-8db5b9467043" providerId="ADAL" clId="{647A69EA-900E-44E8-928B-1A22439C5A75}" dt="2021-10-25T06:27:57.855" v="55"/>
          <ac:spMkLst>
            <pc:docMk/>
            <pc:sldMasterMk cId="1841573427" sldId="2147483671"/>
            <ac:spMk id="70" creationId="{550994D1-7EA4-4914-BF42-420BC86172EE}"/>
          </ac:spMkLst>
        </pc:spChg>
        <pc:spChg chg="mod">
          <ac:chgData name="Mandy Lin - Freedom Systems" userId="24f92fdd-367a-40f1-ad9b-8db5b9467043" providerId="ADAL" clId="{647A69EA-900E-44E8-928B-1A22439C5A75}" dt="2021-10-25T06:28:30.900" v="60" actId="1038"/>
          <ac:spMkLst>
            <pc:docMk/>
            <pc:sldMasterMk cId="1841573427" sldId="2147483671"/>
            <ac:spMk id="71" creationId="{F720374C-E99D-4B58-9850-CF15B998948B}"/>
          </ac:spMkLst>
        </pc:spChg>
        <pc:spChg chg="mod">
          <ac:chgData name="Mandy Lin - Freedom Systems" userId="24f92fdd-367a-40f1-ad9b-8db5b9467043" providerId="ADAL" clId="{647A69EA-900E-44E8-928B-1A22439C5A75}" dt="2021-10-25T06:27:57.855" v="55"/>
          <ac:spMkLst>
            <pc:docMk/>
            <pc:sldMasterMk cId="1841573427" sldId="2147483671"/>
            <ac:spMk id="72" creationId="{75DD9ACE-A631-4C28-A805-5E2A774A18CD}"/>
          </ac:spMkLst>
        </pc:spChg>
        <pc:spChg chg="mod">
          <ac:chgData name="Mandy Lin - Freedom Systems" userId="24f92fdd-367a-40f1-ad9b-8db5b9467043" providerId="ADAL" clId="{647A69EA-900E-44E8-928B-1A22439C5A75}" dt="2021-10-25T06:27:57.855" v="55"/>
          <ac:spMkLst>
            <pc:docMk/>
            <pc:sldMasterMk cId="1841573427" sldId="2147483671"/>
            <ac:spMk id="73" creationId="{E305869B-510A-44D5-9147-588A1DD18174}"/>
          </ac:spMkLst>
        </pc:spChg>
        <pc:spChg chg="mod">
          <ac:chgData name="Mandy Lin - Freedom Systems" userId="24f92fdd-367a-40f1-ad9b-8db5b9467043" providerId="ADAL" clId="{647A69EA-900E-44E8-928B-1A22439C5A75}" dt="2021-10-25T06:27:57.855" v="55"/>
          <ac:spMkLst>
            <pc:docMk/>
            <pc:sldMasterMk cId="1841573427" sldId="2147483671"/>
            <ac:spMk id="74" creationId="{66FFD64B-03C1-4D41-BF8E-3EBDB46899A3}"/>
          </ac:spMkLst>
        </pc:spChg>
        <pc:spChg chg="mod">
          <ac:chgData name="Mandy Lin - Freedom Systems" userId="24f92fdd-367a-40f1-ad9b-8db5b9467043" providerId="ADAL" clId="{647A69EA-900E-44E8-928B-1A22439C5A75}" dt="2021-10-25T06:28:30.900" v="60" actId="1038"/>
          <ac:spMkLst>
            <pc:docMk/>
            <pc:sldMasterMk cId="1841573427" sldId="2147483671"/>
            <ac:spMk id="75" creationId="{FD204ED2-AEB7-479B-B8ED-1CCF108A08C7}"/>
          </ac:spMkLst>
        </pc:spChg>
        <pc:spChg chg="mod">
          <ac:chgData name="Mandy Lin - Freedom Systems" userId="24f92fdd-367a-40f1-ad9b-8db5b9467043" providerId="ADAL" clId="{647A69EA-900E-44E8-928B-1A22439C5A75}" dt="2021-10-25T06:27:57.855" v="55"/>
          <ac:spMkLst>
            <pc:docMk/>
            <pc:sldMasterMk cId="1841573427" sldId="2147483671"/>
            <ac:spMk id="76" creationId="{8BFBD0DA-E361-4639-BDAF-6A2D13B0BD6E}"/>
          </ac:spMkLst>
        </pc:spChg>
        <pc:grpChg chg="del mod">
          <ac:chgData name="Mandy Lin - Freedom Systems" userId="24f92fdd-367a-40f1-ad9b-8db5b9467043" providerId="ADAL" clId="{647A69EA-900E-44E8-928B-1A22439C5A75}" dt="2021-10-25T06:22:24.660" v="1" actId="165"/>
          <ac:grpSpMkLst>
            <pc:docMk/>
            <pc:sldMasterMk cId="1841573427" sldId="2147483671"/>
            <ac:grpSpMk id="18" creationId="{AD0A3450-1839-40DE-8EB0-0318E13320D7}"/>
          </ac:grpSpMkLst>
        </pc:grpChg>
        <pc:grpChg chg="add mod">
          <ac:chgData name="Mandy Lin - Freedom Systems" userId="24f92fdd-367a-40f1-ad9b-8db5b9467043" providerId="ADAL" clId="{647A69EA-900E-44E8-928B-1A22439C5A75}" dt="2021-10-25T06:27:57.855" v="55"/>
          <ac:grpSpMkLst>
            <pc:docMk/>
            <pc:sldMasterMk cId="1841573427" sldId="2147483671"/>
            <ac:grpSpMk id="49" creationId="{29156460-AF16-4250-B52C-952091BB85AA}"/>
          </ac:grpSpMkLst>
        </pc:grpChg>
        <pc:grpChg chg="del">
          <ac:chgData name="Mandy Lin - Freedom Systems" userId="24f92fdd-367a-40f1-ad9b-8db5b9467043" providerId="ADAL" clId="{647A69EA-900E-44E8-928B-1A22439C5A75}" dt="2021-10-25T06:22:27.661" v="2" actId="165"/>
          <ac:grpSpMkLst>
            <pc:docMk/>
            <pc:sldMasterMk cId="1841573427" sldId="2147483671"/>
            <ac:grpSpMk id="58" creationId="{E4C28971-E4BD-4845-919F-5911B445CA5F}"/>
          </ac:grpSpMkLst>
        </pc:grpChg>
        <pc:sldLayoutChg chg="addSp delSp modSp mod">
          <pc:chgData name="Mandy Lin - Freedom Systems" userId="24f92fdd-367a-40f1-ad9b-8db5b9467043" providerId="ADAL" clId="{647A69EA-900E-44E8-928B-1A22439C5A75}" dt="2021-10-25T07:39:06.517" v="398" actId="478"/>
          <pc:sldLayoutMkLst>
            <pc:docMk/>
            <pc:sldMasterMk cId="1841573427" sldId="2147483671"/>
            <pc:sldLayoutMk cId="3017819050" sldId="2147483672"/>
          </pc:sldLayoutMkLst>
          <pc:spChg chg="mod">
            <ac:chgData name="Mandy Lin - Freedom Systems" userId="24f92fdd-367a-40f1-ad9b-8db5b9467043" providerId="ADAL" clId="{647A69EA-900E-44E8-928B-1A22439C5A75}" dt="2021-10-25T06:34:13.154" v="85" actId="1076"/>
            <ac:spMkLst>
              <pc:docMk/>
              <pc:sldMasterMk cId="1841573427" sldId="2147483671"/>
              <pc:sldLayoutMk cId="3017819050" sldId="2147483672"/>
              <ac:spMk id="11" creationId="{4EB722B6-BB0C-4856-BA7B-C31AFC58B1AD}"/>
            </ac:spMkLst>
          </pc:spChg>
          <pc:spChg chg="add mod">
            <ac:chgData name="Mandy Lin - Freedom Systems" userId="24f92fdd-367a-40f1-ad9b-8db5b9467043" providerId="ADAL" clId="{647A69EA-900E-44E8-928B-1A22439C5A75}" dt="2021-10-25T06:45:40.364" v="106" actId="164"/>
            <ac:spMkLst>
              <pc:docMk/>
              <pc:sldMasterMk cId="1841573427" sldId="2147483671"/>
              <pc:sldLayoutMk cId="3017819050" sldId="2147483672"/>
              <ac:spMk id="13" creationId="{1EED3BD1-E219-4459-A818-8EC07CF271FD}"/>
            </ac:spMkLst>
          </pc:spChg>
          <pc:spChg chg="mod">
            <ac:chgData name="Mandy Lin - Freedom Systems" userId="24f92fdd-367a-40f1-ad9b-8db5b9467043" providerId="ADAL" clId="{647A69EA-900E-44E8-928B-1A22439C5A75}" dt="2021-10-25T06:27:00.641" v="49"/>
            <ac:spMkLst>
              <pc:docMk/>
              <pc:sldMasterMk cId="1841573427" sldId="2147483671"/>
              <pc:sldLayoutMk cId="3017819050" sldId="2147483672"/>
              <ac:spMk id="13" creationId="{A9CEC181-D481-452C-885D-E210DC867231}"/>
            </ac:spMkLst>
          </pc:spChg>
          <pc:spChg chg="add del mod">
            <ac:chgData name="Mandy Lin - Freedom Systems" userId="24f92fdd-367a-40f1-ad9b-8db5b9467043" providerId="ADAL" clId="{647A69EA-900E-44E8-928B-1A22439C5A75}" dt="2021-10-25T07:39:06.517" v="398" actId="478"/>
            <ac:spMkLst>
              <pc:docMk/>
              <pc:sldMasterMk cId="1841573427" sldId="2147483671"/>
              <pc:sldLayoutMk cId="3017819050" sldId="2147483672"/>
              <ac:spMk id="14" creationId="{2B65BF13-CDDC-4645-BBA4-35687DE39765}"/>
            </ac:spMkLst>
          </pc:spChg>
          <pc:spChg chg="mod">
            <ac:chgData name="Mandy Lin - Freedom Systems" userId="24f92fdd-367a-40f1-ad9b-8db5b9467043" providerId="ADAL" clId="{647A69EA-900E-44E8-928B-1A22439C5A75}" dt="2021-10-25T06:27:00.641" v="49"/>
            <ac:spMkLst>
              <pc:docMk/>
              <pc:sldMasterMk cId="1841573427" sldId="2147483671"/>
              <pc:sldLayoutMk cId="3017819050" sldId="2147483672"/>
              <ac:spMk id="14" creationId="{A1984220-DF46-405F-92D7-8DD353A9E36C}"/>
            </ac:spMkLst>
          </pc:spChg>
          <pc:spChg chg="mod">
            <ac:chgData name="Mandy Lin - Freedom Systems" userId="24f92fdd-367a-40f1-ad9b-8db5b9467043" providerId="ADAL" clId="{647A69EA-900E-44E8-928B-1A22439C5A75}" dt="2021-10-25T06:27:00.641" v="49"/>
            <ac:spMkLst>
              <pc:docMk/>
              <pc:sldMasterMk cId="1841573427" sldId="2147483671"/>
              <pc:sldLayoutMk cId="3017819050" sldId="2147483672"/>
              <ac:spMk id="15" creationId="{AD7A9CA5-D194-4C20-9548-E3D24FE3844E}"/>
            </ac:spMkLst>
          </pc:spChg>
          <pc:spChg chg="mod">
            <ac:chgData name="Mandy Lin - Freedom Systems" userId="24f92fdd-367a-40f1-ad9b-8db5b9467043" providerId="ADAL" clId="{647A69EA-900E-44E8-928B-1A22439C5A75}" dt="2021-10-25T06:27:00.641" v="49"/>
            <ac:spMkLst>
              <pc:docMk/>
              <pc:sldMasterMk cId="1841573427" sldId="2147483671"/>
              <pc:sldLayoutMk cId="3017819050" sldId="2147483672"/>
              <ac:spMk id="16" creationId="{46E993DA-D344-46E6-B384-DCD6F994D3A4}"/>
            </ac:spMkLst>
          </pc:spChg>
          <pc:spChg chg="mod">
            <ac:chgData name="Mandy Lin - Freedom Systems" userId="24f92fdd-367a-40f1-ad9b-8db5b9467043" providerId="ADAL" clId="{647A69EA-900E-44E8-928B-1A22439C5A75}" dt="2021-10-25T06:27:00.641" v="49"/>
            <ac:spMkLst>
              <pc:docMk/>
              <pc:sldMasterMk cId="1841573427" sldId="2147483671"/>
              <pc:sldLayoutMk cId="3017819050" sldId="2147483672"/>
              <ac:spMk id="17" creationId="{9F2C8D03-D845-485E-9F55-14B70B602B14}"/>
            </ac:spMkLst>
          </pc:spChg>
          <pc:spChg chg="mod">
            <ac:chgData name="Mandy Lin - Freedom Systems" userId="24f92fdd-367a-40f1-ad9b-8db5b9467043" providerId="ADAL" clId="{647A69EA-900E-44E8-928B-1A22439C5A75}" dt="2021-10-25T06:27:00.641" v="49"/>
            <ac:spMkLst>
              <pc:docMk/>
              <pc:sldMasterMk cId="1841573427" sldId="2147483671"/>
              <pc:sldLayoutMk cId="3017819050" sldId="2147483672"/>
              <ac:spMk id="18" creationId="{D4CACA6A-6294-488E-ACB7-F549F1C66E16}"/>
            </ac:spMkLst>
          </pc:spChg>
          <pc:spChg chg="mod">
            <ac:chgData name="Mandy Lin - Freedom Systems" userId="24f92fdd-367a-40f1-ad9b-8db5b9467043" providerId="ADAL" clId="{647A69EA-900E-44E8-928B-1A22439C5A75}" dt="2021-10-25T06:27:49.641" v="54" actId="1038"/>
            <ac:spMkLst>
              <pc:docMk/>
              <pc:sldMasterMk cId="1841573427" sldId="2147483671"/>
              <pc:sldLayoutMk cId="3017819050" sldId="2147483672"/>
              <ac:spMk id="19" creationId="{92CDE1D2-8B0C-44E3-8164-3514B1C8574D}"/>
            </ac:spMkLst>
          </pc:spChg>
          <pc:spChg chg="mod">
            <ac:chgData name="Mandy Lin - Freedom Systems" userId="24f92fdd-367a-40f1-ad9b-8db5b9467043" providerId="ADAL" clId="{647A69EA-900E-44E8-928B-1A22439C5A75}" dt="2021-10-25T06:27:49.641" v="54" actId="1038"/>
            <ac:spMkLst>
              <pc:docMk/>
              <pc:sldMasterMk cId="1841573427" sldId="2147483671"/>
              <pc:sldLayoutMk cId="3017819050" sldId="2147483672"/>
              <ac:spMk id="20" creationId="{4667787B-1343-4C0F-9A88-919D0576BAB4}"/>
            </ac:spMkLst>
          </pc:spChg>
          <pc:spChg chg="mod">
            <ac:chgData name="Mandy Lin - Freedom Systems" userId="24f92fdd-367a-40f1-ad9b-8db5b9467043" providerId="ADAL" clId="{647A69EA-900E-44E8-928B-1A22439C5A75}" dt="2021-10-25T06:27:49.641" v="54" actId="1038"/>
            <ac:spMkLst>
              <pc:docMk/>
              <pc:sldMasterMk cId="1841573427" sldId="2147483671"/>
              <pc:sldLayoutMk cId="3017819050" sldId="2147483672"/>
              <ac:spMk id="21" creationId="{4E7F2D28-14AC-46DC-BFEF-876E770684B2}"/>
            </ac:spMkLst>
          </pc:spChg>
          <pc:spChg chg="mod">
            <ac:chgData name="Mandy Lin - Freedom Systems" userId="24f92fdd-367a-40f1-ad9b-8db5b9467043" providerId="ADAL" clId="{647A69EA-900E-44E8-928B-1A22439C5A75}" dt="2021-10-25T06:27:32.051" v="53" actId="1038"/>
            <ac:spMkLst>
              <pc:docMk/>
              <pc:sldMasterMk cId="1841573427" sldId="2147483671"/>
              <pc:sldLayoutMk cId="3017819050" sldId="2147483672"/>
              <ac:spMk id="22" creationId="{1B1154E3-20C6-416A-AA3A-358D5774C600}"/>
            </ac:spMkLst>
          </pc:spChg>
          <pc:spChg chg="mod">
            <ac:chgData name="Mandy Lin - Freedom Systems" userId="24f92fdd-367a-40f1-ad9b-8db5b9467043" providerId="ADAL" clId="{647A69EA-900E-44E8-928B-1A22439C5A75}" dt="2021-10-25T06:27:32.051" v="53" actId="1038"/>
            <ac:spMkLst>
              <pc:docMk/>
              <pc:sldMasterMk cId="1841573427" sldId="2147483671"/>
              <pc:sldLayoutMk cId="3017819050" sldId="2147483672"/>
              <ac:spMk id="23" creationId="{9CB8441B-9A3F-4FD0-AEDB-DCA891A2B34C}"/>
            </ac:spMkLst>
          </pc:spChg>
          <pc:spChg chg="mod">
            <ac:chgData name="Mandy Lin - Freedom Systems" userId="24f92fdd-367a-40f1-ad9b-8db5b9467043" providerId="ADAL" clId="{647A69EA-900E-44E8-928B-1A22439C5A75}" dt="2021-10-25T06:27:32.051" v="53" actId="1038"/>
            <ac:spMkLst>
              <pc:docMk/>
              <pc:sldMasterMk cId="1841573427" sldId="2147483671"/>
              <pc:sldLayoutMk cId="3017819050" sldId="2147483672"/>
              <ac:spMk id="24" creationId="{C18AF582-B03B-4909-AF5F-C3FAA68FC0B9}"/>
            </ac:spMkLst>
          </pc:spChg>
          <pc:spChg chg="mod">
            <ac:chgData name="Mandy Lin - Freedom Systems" userId="24f92fdd-367a-40f1-ad9b-8db5b9467043" providerId="ADAL" clId="{647A69EA-900E-44E8-928B-1A22439C5A75}" dt="2021-10-25T06:27:00.641" v="49"/>
            <ac:spMkLst>
              <pc:docMk/>
              <pc:sldMasterMk cId="1841573427" sldId="2147483671"/>
              <pc:sldLayoutMk cId="3017819050" sldId="2147483672"/>
              <ac:spMk id="25" creationId="{F64C8A8A-E94A-4CA0-AEF4-F26EE6B7C81F}"/>
            </ac:spMkLst>
          </pc:spChg>
          <pc:spChg chg="mod">
            <ac:chgData name="Mandy Lin - Freedom Systems" userId="24f92fdd-367a-40f1-ad9b-8db5b9467043" providerId="ADAL" clId="{647A69EA-900E-44E8-928B-1A22439C5A75}" dt="2021-10-25T06:27:00.641" v="49"/>
            <ac:spMkLst>
              <pc:docMk/>
              <pc:sldMasterMk cId="1841573427" sldId="2147483671"/>
              <pc:sldLayoutMk cId="3017819050" sldId="2147483672"/>
              <ac:spMk id="26" creationId="{9064102F-C96C-4BD8-8CD7-D7F008A0A5A2}"/>
            </ac:spMkLst>
          </pc:spChg>
          <pc:spChg chg="mod">
            <ac:chgData name="Mandy Lin - Freedom Systems" userId="24f92fdd-367a-40f1-ad9b-8db5b9467043" providerId="ADAL" clId="{647A69EA-900E-44E8-928B-1A22439C5A75}" dt="2021-10-25T06:27:49.641" v="54" actId="1038"/>
            <ac:spMkLst>
              <pc:docMk/>
              <pc:sldMasterMk cId="1841573427" sldId="2147483671"/>
              <pc:sldLayoutMk cId="3017819050" sldId="2147483672"/>
              <ac:spMk id="27" creationId="{7E05CE68-EDA4-4188-8E34-AF32B42B5E02}"/>
            </ac:spMkLst>
          </pc:spChg>
          <pc:spChg chg="mod">
            <ac:chgData name="Mandy Lin - Freedom Systems" userId="24f92fdd-367a-40f1-ad9b-8db5b9467043" providerId="ADAL" clId="{647A69EA-900E-44E8-928B-1A22439C5A75}" dt="2021-10-25T06:27:32.051" v="53" actId="1038"/>
            <ac:spMkLst>
              <pc:docMk/>
              <pc:sldMasterMk cId="1841573427" sldId="2147483671"/>
              <pc:sldLayoutMk cId="3017819050" sldId="2147483672"/>
              <ac:spMk id="28" creationId="{8356407D-2CCA-43F0-BF8F-889EFACD6950}"/>
            </ac:spMkLst>
          </pc:spChg>
          <pc:spChg chg="mod">
            <ac:chgData name="Mandy Lin - Freedom Systems" userId="24f92fdd-367a-40f1-ad9b-8db5b9467043" providerId="ADAL" clId="{647A69EA-900E-44E8-928B-1A22439C5A75}" dt="2021-10-25T06:27:00.641" v="49"/>
            <ac:spMkLst>
              <pc:docMk/>
              <pc:sldMasterMk cId="1841573427" sldId="2147483671"/>
              <pc:sldLayoutMk cId="3017819050" sldId="2147483672"/>
              <ac:spMk id="29" creationId="{CEE8CDCB-DB21-4542-8D89-7AE95D6239E9}"/>
            </ac:spMkLst>
          </pc:spChg>
          <pc:spChg chg="mod">
            <ac:chgData name="Mandy Lin - Freedom Systems" userId="24f92fdd-367a-40f1-ad9b-8db5b9467043" providerId="ADAL" clId="{647A69EA-900E-44E8-928B-1A22439C5A75}" dt="2021-10-25T06:27:00.641" v="49"/>
            <ac:spMkLst>
              <pc:docMk/>
              <pc:sldMasterMk cId="1841573427" sldId="2147483671"/>
              <pc:sldLayoutMk cId="3017819050" sldId="2147483672"/>
              <ac:spMk id="30" creationId="{4B1C0CE6-571A-4EE3-AE67-DC77469619DD}"/>
            </ac:spMkLst>
          </pc:spChg>
          <pc:spChg chg="mod">
            <ac:chgData name="Mandy Lin - Freedom Systems" userId="24f92fdd-367a-40f1-ad9b-8db5b9467043" providerId="ADAL" clId="{647A69EA-900E-44E8-928B-1A22439C5A75}" dt="2021-10-25T06:27:00.641" v="49"/>
            <ac:spMkLst>
              <pc:docMk/>
              <pc:sldMasterMk cId="1841573427" sldId="2147483671"/>
              <pc:sldLayoutMk cId="3017819050" sldId="2147483672"/>
              <ac:spMk id="31" creationId="{58633B28-A844-4698-828C-DCE589EAB155}"/>
            </ac:spMkLst>
          </pc:spChg>
          <pc:spChg chg="mod">
            <ac:chgData name="Mandy Lin - Freedom Systems" userId="24f92fdd-367a-40f1-ad9b-8db5b9467043" providerId="ADAL" clId="{647A69EA-900E-44E8-928B-1A22439C5A75}" dt="2021-10-25T06:27:32.051" v="53" actId="1038"/>
            <ac:spMkLst>
              <pc:docMk/>
              <pc:sldMasterMk cId="1841573427" sldId="2147483671"/>
              <pc:sldLayoutMk cId="3017819050" sldId="2147483672"/>
              <ac:spMk id="32" creationId="{9E1F3CDD-29B4-4B9D-971E-9C7E2D756835}"/>
            </ac:spMkLst>
          </pc:spChg>
          <pc:grpChg chg="add mod">
            <ac:chgData name="Mandy Lin - Freedom Systems" userId="24f92fdd-367a-40f1-ad9b-8db5b9467043" providerId="ADAL" clId="{647A69EA-900E-44E8-928B-1A22439C5A75}" dt="2021-10-25T06:45:48.741" v="108" actId="1076"/>
            <ac:grpSpMkLst>
              <pc:docMk/>
              <pc:sldMasterMk cId="1841573427" sldId="2147483671"/>
              <pc:sldLayoutMk cId="3017819050" sldId="2147483672"/>
              <ac:grpSpMk id="4" creationId="{B288CE6B-2D71-4E3E-B239-581F9A7307FB}"/>
            </ac:grpSpMkLst>
          </pc:grpChg>
          <pc:grpChg chg="add del mod">
            <ac:chgData name="Mandy Lin - Freedom Systems" userId="24f92fdd-367a-40f1-ad9b-8db5b9467043" providerId="ADAL" clId="{647A69EA-900E-44E8-928B-1A22439C5A75}" dt="2021-10-25T06:28:00.211" v="56" actId="478"/>
            <ac:grpSpMkLst>
              <pc:docMk/>
              <pc:sldMasterMk cId="1841573427" sldId="2147483671"/>
              <pc:sldLayoutMk cId="3017819050" sldId="2147483672"/>
              <ac:grpSpMk id="10" creationId="{A68CB796-7A0C-4E77-BD12-5878DB709A23}"/>
            </ac:grpSpMkLst>
          </pc:grpChg>
          <pc:picChg chg="add mod">
            <ac:chgData name="Mandy Lin - Freedom Systems" userId="24f92fdd-367a-40f1-ad9b-8db5b9467043" providerId="ADAL" clId="{647A69EA-900E-44E8-928B-1A22439C5A75}" dt="2021-10-25T06:45:40.364" v="106" actId="164"/>
            <ac:picMkLst>
              <pc:docMk/>
              <pc:sldMasterMk cId="1841573427" sldId="2147483671"/>
              <pc:sldLayoutMk cId="3017819050" sldId="2147483672"/>
              <ac:picMk id="10" creationId="{36E7E276-58AC-4B1B-8A4A-7237AC18377F}"/>
            </ac:picMkLst>
          </pc:picChg>
        </pc:sldLayoutChg>
        <pc:sldLayoutChg chg="modSp mod">
          <pc:chgData name="Mandy Lin - Freedom Systems" userId="24f92fdd-367a-40f1-ad9b-8db5b9467043" providerId="ADAL" clId="{647A69EA-900E-44E8-928B-1A22439C5A75}" dt="2021-10-25T06:57:14.651" v="241" actId="14100"/>
          <pc:sldLayoutMkLst>
            <pc:docMk/>
            <pc:sldMasterMk cId="1841573427" sldId="2147483671"/>
            <pc:sldLayoutMk cId="325870417" sldId="2147483677"/>
          </pc:sldLayoutMkLst>
          <pc:picChg chg="mod">
            <ac:chgData name="Mandy Lin - Freedom Systems" userId="24f92fdd-367a-40f1-ad9b-8db5b9467043" providerId="ADAL" clId="{647A69EA-900E-44E8-928B-1A22439C5A75}" dt="2021-10-25T06:57:14.651" v="241" actId="14100"/>
            <ac:picMkLst>
              <pc:docMk/>
              <pc:sldMasterMk cId="1841573427" sldId="2147483671"/>
              <pc:sldLayoutMk cId="325870417" sldId="2147483677"/>
              <ac:picMk id="8" creationId="{8B6D4242-3AEB-4D3A-A65B-41B460749759}"/>
            </ac:picMkLst>
          </pc:picChg>
        </pc:sldLayoutChg>
        <pc:sldLayoutChg chg="modSp mod">
          <pc:chgData name="Mandy Lin - Freedom Systems" userId="24f92fdd-367a-40f1-ad9b-8db5b9467043" providerId="ADAL" clId="{647A69EA-900E-44E8-928B-1A22439C5A75}" dt="2021-10-25T06:38:39.657" v="101" actId="1076"/>
          <pc:sldLayoutMkLst>
            <pc:docMk/>
            <pc:sldMasterMk cId="1841573427" sldId="2147483671"/>
            <pc:sldLayoutMk cId="3056610868" sldId="2147483711"/>
          </pc:sldLayoutMkLst>
          <pc:spChg chg="mod">
            <ac:chgData name="Mandy Lin - Freedom Systems" userId="24f92fdd-367a-40f1-ad9b-8db5b9467043" providerId="ADAL" clId="{647A69EA-900E-44E8-928B-1A22439C5A75}" dt="2021-10-25T06:38:39.657" v="101" actId="1076"/>
            <ac:spMkLst>
              <pc:docMk/>
              <pc:sldMasterMk cId="1841573427" sldId="2147483671"/>
              <pc:sldLayoutMk cId="3056610868" sldId="2147483711"/>
              <ac:spMk id="17" creationId="{09E0A014-89D0-45AF-B8C6-BFABEDAEDC71}"/>
            </ac:spMkLst>
          </pc:spChg>
        </pc:sldLayoutChg>
        <pc:sldLayoutChg chg="modSp del mod">
          <pc:chgData name="Mandy Lin - Freedom Systems" userId="24f92fdd-367a-40f1-ad9b-8db5b9467043" providerId="ADAL" clId="{647A69EA-900E-44E8-928B-1A22439C5A75}" dt="2021-10-25T06:45:43.577" v="107" actId="2696"/>
          <pc:sldLayoutMkLst>
            <pc:docMk/>
            <pc:sldMasterMk cId="1841573427" sldId="2147483671"/>
            <pc:sldLayoutMk cId="1118735353" sldId="2147483715"/>
          </pc:sldLayoutMkLst>
          <pc:spChg chg="mod">
            <ac:chgData name="Mandy Lin - Freedom Systems" userId="24f92fdd-367a-40f1-ad9b-8db5b9467043" providerId="ADAL" clId="{647A69EA-900E-44E8-928B-1A22439C5A75}" dt="2021-10-25T06:34:21.947" v="87" actId="1035"/>
            <ac:spMkLst>
              <pc:docMk/>
              <pc:sldMasterMk cId="1841573427" sldId="2147483671"/>
              <pc:sldLayoutMk cId="1118735353" sldId="2147483715"/>
              <ac:spMk id="11" creationId="{4EB722B6-BB0C-4856-BA7B-C31AFC58B1AD}"/>
            </ac:spMkLst>
          </pc:spChg>
        </pc:sldLayoutChg>
        <pc:sldLayoutChg chg="del">
          <pc:chgData name="Mandy Lin - Freedom Systems" userId="24f92fdd-367a-40f1-ad9b-8db5b9467043" providerId="ADAL" clId="{647A69EA-900E-44E8-928B-1A22439C5A75}" dt="2021-10-25T06:56:44.486" v="239" actId="2696"/>
          <pc:sldLayoutMkLst>
            <pc:docMk/>
            <pc:sldMasterMk cId="1841573427" sldId="2147483671"/>
            <pc:sldLayoutMk cId="3980184168" sldId="2147483716"/>
          </pc:sldLayoutMkLst>
        </pc:sldLayoutChg>
      </pc:sldMasterChg>
      <pc:sldMasterChg chg="delSldLayout modSldLayout">
        <pc:chgData name="Mandy Lin - Freedom Systems" userId="24f92fdd-367a-40f1-ad9b-8db5b9467043" providerId="ADAL" clId="{647A69EA-900E-44E8-928B-1A22439C5A75}" dt="2021-10-25T06:54:47.134" v="238" actId="2696"/>
        <pc:sldMasterMkLst>
          <pc:docMk/>
          <pc:sldMasterMk cId="489890521" sldId="2147483717"/>
        </pc:sldMasterMkLst>
        <pc:sldLayoutChg chg="del">
          <pc:chgData name="Mandy Lin - Freedom Systems" userId="24f92fdd-367a-40f1-ad9b-8db5b9467043" providerId="ADAL" clId="{647A69EA-900E-44E8-928B-1A22439C5A75}" dt="2021-10-25T06:54:47.134" v="238" actId="2696"/>
          <pc:sldLayoutMkLst>
            <pc:docMk/>
            <pc:sldMasterMk cId="489890521" sldId="2147483717"/>
            <pc:sldLayoutMk cId="753521514" sldId="2147483722"/>
          </pc:sldLayoutMkLst>
        </pc:sldLayoutChg>
        <pc:sldLayoutChg chg="modSp mod">
          <pc:chgData name="Mandy Lin - Freedom Systems" userId="24f92fdd-367a-40f1-ad9b-8db5b9467043" providerId="ADAL" clId="{647A69EA-900E-44E8-928B-1A22439C5A75}" dt="2021-10-25T06:40:12.577" v="103" actId="1076"/>
          <pc:sldLayoutMkLst>
            <pc:docMk/>
            <pc:sldMasterMk cId="489890521" sldId="2147483717"/>
            <pc:sldLayoutMk cId="158279029" sldId="2147483731"/>
          </pc:sldLayoutMkLst>
          <pc:spChg chg="mod">
            <ac:chgData name="Mandy Lin - Freedom Systems" userId="24f92fdd-367a-40f1-ad9b-8db5b9467043" providerId="ADAL" clId="{647A69EA-900E-44E8-928B-1A22439C5A75}" dt="2021-10-25T06:40:12.577" v="103" actId="1076"/>
            <ac:spMkLst>
              <pc:docMk/>
              <pc:sldMasterMk cId="489890521" sldId="2147483717"/>
              <pc:sldLayoutMk cId="158279029" sldId="2147483731"/>
              <ac:spMk id="6" creationId="{C64F93F8-3A71-4278-A6DE-2A80017D26E6}"/>
            </ac:spMkLst>
          </pc:spChg>
        </pc:sldLayoutChg>
      </pc:sldMasterChg>
    </pc:docChg>
  </pc:docChgLst>
  <pc:docChgLst>
    <pc:chgData name="Mandy Lin - Freedom Systems" userId="24f92fdd-367a-40f1-ad9b-8db5b9467043" providerId="ADAL" clId="{365AEC77-43A6-442E-8113-B09445ECCAC8}"/>
    <pc:docChg chg="undo custSel addSld delSld modSld sldOrd modMainMaster modSection">
      <pc:chgData name="Mandy Lin - Freedom Systems" userId="24f92fdd-367a-40f1-ad9b-8db5b9467043" providerId="ADAL" clId="{365AEC77-43A6-442E-8113-B09445ECCAC8}" dt="2021-09-08T05:47:26.115" v="378" actId="1076"/>
      <pc:docMkLst>
        <pc:docMk/>
      </pc:docMkLst>
      <pc:sldChg chg="del">
        <pc:chgData name="Mandy Lin - Freedom Systems" userId="24f92fdd-367a-40f1-ad9b-8db5b9467043" providerId="ADAL" clId="{365AEC77-43A6-442E-8113-B09445ECCAC8}" dt="2021-09-06T07:46:41.375" v="364" actId="47"/>
        <pc:sldMkLst>
          <pc:docMk/>
          <pc:sldMk cId="684881435" sldId="263"/>
        </pc:sldMkLst>
      </pc:sldChg>
      <pc:sldChg chg="del">
        <pc:chgData name="Mandy Lin - Freedom Systems" userId="24f92fdd-367a-40f1-ad9b-8db5b9467043" providerId="ADAL" clId="{365AEC77-43A6-442E-8113-B09445ECCAC8}" dt="2021-09-06T07:44:25.455" v="355" actId="47"/>
        <pc:sldMkLst>
          <pc:docMk/>
          <pc:sldMk cId="1448824191" sldId="358"/>
        </pc:sldMkLst>
      </pc:sldChg>
      <pc:sldChg chg="ord">
        <pc:chgData name="Mandy Lin - Freedom Systems" userId="24f92fdd-367a-40f1-ad9b-8db5b9467043" providerId="ADAL" clId="{365AEC77-43A6-442E-8113-B09445ECCAC8}" dt="2021-09-06T07:44:45.074" v="363"/>
        <pc:sldMkLst>
          <pc:docMk/>
          <pc:sldMk cId="562754752" sldId="359"/>
        </pc:sldMkLst>
      </pc:sldChg>
      <pc:sldChg chg="ord">
        <pc:chgData name="Mandy Lin - Freedom Systems" userId="24f92fdd-367a-40f1-ad9b-8db5b9467043" providerId="ADAL" clId="{365AEC77-43A6-442E-8113-B09445ECCAC8}" dt="2021-09-06T07:44:38.163" v="361"/>
        <pc:sldMkLst>
          <pc:docMk/>
          <pc:sldMk cId="878227516" sldId="364"/>
        </pc:sldMkLst>
      </pc:sldChg>
      <pc:sldChg chg="ord">
        <pc:chgData name="Mandy Lin - Freedom Systems" userId="24f92fdd-367a-40f1-ad9b-8db5b9467043" providerId="ADAL" clId="{365AEC77-43A6-442E-8113-B09445ECCAC8}" dt="2021-09-06T07:44:33.026" v="359"/>
        <pc:sldMkLst>
          <pc:docMk/>
          <pc:sldMk cId="368369821" sldId="367"/>
        </pc:sldMkLst>
      </pc:sldChg>
      <pc:sldChg chg="ord">
        <pc:chgData name="Mandy Lin - Freedom Systems" userId="24f92fdd-367a-40f1-ad9b-8db5b9467043" providerId="ADAL" clId="{365AEC77-43A6-442E-8113-B09445ECCAC8}" dt="2021-09-06T07:44:45.074" v="363"/>
        <pc:sldMkLst>
          <pc:docMk/>
          <pc:sldMk cId="1481153196" sldId="378"/>
        </pc:sldMkLst>
      </pc:sldChg>
      <pc:sldChg chg="modSp mod ord">
        <pc:chgData name="Mandy Lin - Freedom Systems" userId="24f92fdd-367a-40f1-ad9b-8db5b9467043" providerId="ADAL" clId="{365AEC77-43A6-442E-8113-B09445ECCAC8}" dt="2021-09-06T07:47:13.846" v="368" actId="207"/>
        <pc:sldMkLst>
          <pc:docMk/>
          <pc:sldMk cId="623142848" sldId="380"/>
        </pc:sldMkLst>
        <pc:picChg chg="mod">
          <ac:chgData name="Mandy Lin - Freedom Systems" userId="24f92fdd-367a-40f1-ad9b-8db5b9467043" providerId="ADAL" clId="{365AEC77-43A6-442E-8113-B09445ECCAC8}" dt="2021-09-06T07:47:13.846" v="368" actId="207"/>
          <ac:picMkLst>
            <pc:docMk/>
            <pc:sldMk cId="623142848" sldId="380"/>
            <ac:picMk id="7" creationId="{B17EE440-A6AE-4B74-9A66-D130FC95EDE7}"/>
          </ac:picMkLst>
        </pc:picChg>
        <pc:picChg chg="mod">
          <ac:chgData name="Mandy Lin - Freedom Systems" userId="24f92fdd-367a-40f1-ad9b-8db5b9467043" providerId="ADAL" clId="{365AEC77-43A6-442E-8113-B09445ECCAC8}" dt="2021-09-06T07:47:13.846" v="368" actId="207"/>
          <ac:picMkLst>
            <pc:docMk/>
            <pc:sldMk cId="623142848" sldId="380"/>
            <ac:picMk id="8" creationId="{FDA66AB5-4445-4851-96EE-0FD0B1B01627}"/>
          </ac:picMkLst>
        </pc:picChg>
        <pc:picChg chg="mod">
          <ac:chgData name="Mandy Lin - Freedom Systems" userId="24f92fdd-367a-40f1-ad9b-8db5b9467043" providerId="ADAL" clId="{365AEC77-43A6-442E-8113-B09445ECCAC8}" dt="2021-09-06T07:47:13.846" v="368" actId="207"/>
          <ac:picMkLst>
            <pc:docMk/>
            <pc:sldMk cId="623142848" sldId="380"/>
            <ac:picMk id="9" creationId="{6CAC48C1-7CE3-407A-ACED-08C744230803}"/>
          </ac:picMkLst>
        </pc:picChg>
      </pc:sldChg>
      <pc:sldChg chg="addSp delSp modSp new del mod modClrScheme chgLayout">
        <pc:chgData name="Mandy Lin - Freedom Systems" userId="24f92fdd-367a-40f1-ad9b-8db5b9467043" providerId="ADAL" clId="{365AEC77-43A6-442E-8113-B09445ECCAC8}" dt="2021-09-06T02:40:40.233" v="289" actId="47"/>
        <pc:sldMkLst>
          <pc:docMk/>
          <pc:sldMk cId="2826623671" sldId="381"/>
        </pc:sldMkLst>
        <pc:spChg chg="del mod ord">
          <ac:chgData name="Mandy Lin - Freedom Systems" userId="24f92fdd-367a-40f1-ad9b-8db5b9467043" providerId="ADAL" clId="{365AEC77-43A6-442E-8113-B09445ECCAC8}" dt="2021-09-06T02:08:46.439" v="29" actId="700"/>
          <ac:spMkLst>
            <pc:docMk/>
            <pc:sldMk cId="2826623671" sldId="381"/>
            <ac:spMk id="2" creationId="{0B2B95FC-6ED2-4756-AF90-210578F84D4E}"/>
          </ac:spMkLst>
        </pc:spChg>
        <pc:spChg chg="add del mod ord">
          <ac:chgData name="Mandy Lin - Freedom Systems" userId="24f92fdd-367a-40f1-ad9b-8db5b9467043" providerId="ADAL" clId="{365AEC77-43A6-442E-8113-B09445ECCAC8}" dt="2021-09-06T02:08:54.666" v="31" actId="478"/>
          <ac:spMkLst>
            <pc:docMk/>
            <pc:sldMk cId="2826623671" sldId="381"/>
            <ac:spMk id="3" creationId="{91E9E87D-F609-4C7C-B1E6-27AFA3350A9B}"/>
          </ac:spMkLst>
        </pc:spChg>
        <pc:spChg chg="add del mod ord">
          <ac:chgData name="Mandy Lin - Freedom Systems" userId="24f92fdd-367a-40f1-ad9b-8db5b9467043" providerId="ADAL" clId="{365AEC77-43A6-442E-8113-B09445ECCAC8}" dt="2021-09-06T02:08:50.841" v="30" actId="478"/>
          <ac:spMkLst>
            <pc:docMk/>
            <pc:sldMk cId="2826623671" sldId="381"/>
            <ac:spMk id="4" creationId="{B05EE896-9669-4513-BAAF-0519A6DD9B93}"/>
          </ac:spMkLst>
        </pc:spChg>
        <pc:spChg chg="mod topLvl">
          <ac:chgData name="Mandy Lin - Freedom Systems" userId="24f92fdd-367a-40f1-ad9b-8db5b9467043" providerId="ADAL" clId="{365AEC77-43A6-442E-8113-B09445ECCAC8}" dt="2021-09-06T02:33:46.102" v="283" actId="207"/>
          <ac:spMkLst>
            <pc:docMk/>
            <pc:sldMk cId="2826623671" sldId="381"/>
            <ac:spMk id="6" creationId="{B4F27817-A2F0-47DA-8523-CD220A79BB1C}"/>
          </ac:spMkLst>
        </pc:spChg>
        <pc:spChg chg="add mod">
          <ac:chgData name="Mandy Lin - Freedom Systems" userId="24f92fdd-367a-40f1-ad9b-8db5b9467043" providerId="ADAL" clId="{365AEC77-43A6-442E-8113-B09445ECCAC8}" dt="2021-09-06T02:33:46.102" v="283" actId="207"/>
          <ac:spMkLst>
            <pc:docMk/>
            <pc:sldMk cId="2826623671" sldId="381"/>
            <ac:spMk id="12" creationId="{BC3A60D3-394B-4B06-B6D2-BAA6336BCD66}"/>
          </ac:spMkLst>
        </pc:spChg>
        <pc:spChg chg="add mod">
          <ac:chgData name="Mandy Lin - Freedom Systems" userId="24f92fdd-367a-40f1-ad9b-8db5b9467043" providerId="ADAL" clId="{365AEC77-43A6-442E-8113-B09445ECCAC8}" dt="2021-09-06T02:33:46.102" v="283" actId="207"/>
          <ac:spMkLst>
            <pc:docMk/>
            <pc:sldMk cId="2826623671" sldId="381"/>
            <ac:spMk id="14" creationId="{087A9C9D-7018-4EC5-AFE2-35185DDDD4F1}"/>
          </ac:spMkLst>
        </pc:spChg>
        <pc:grpChg chg="add del mod">
          <ac:chgData name="Mandy Lin - Freedom Systems" userId="24f92fdd-367a-40f1-ad9b-8db5b9467043" providerId="ADAL" clId="{365AEC77-43A6-442E-8113-B09445ECCAC8}" dt="2021-09-06T02:14:57.089" v="75" actId="165"/>
          <ac:grpSpMkLst>
            <pc:docMk/>
            <pc:sldMk cId="2826623671" sldId="381"/>
            <ac:grpSpMk id="5" creationId="{F14E7595-B63D-43FF-8CE7-BD56A940AD15}"/>
          </ac:grpSpMkLst>
        </pc:grpChg>
        <pc:grpChg chg="add del mod">
          <ac:chgData name="Mandy Lin - Freedom Systems" userId="24f92fdd-367a-40f1-ad9b-8db5b9467043" providerId="ADAL" clId="{365AEC77-43A6-442E-8113-B09445ECCAC8}" dt="2021-09-06T02:21:32.907" v="101" actId="165"/>
          <ac:grpSpMkLst>
            <pc:docMk/>
            <pc:sldMk cId="2826623671" sldId="381"/>
            <ac:grpSpMk id="10" creationId="{14A1AC5C-CADA-45EA-935A-F39744E861A9}"/>
          </ac:grpSpMkLst>
        </pc:grpChg>
        <pc:grpChg chg="add mod">
          <ac:chgData name="Mandy Lin - Freedom Systems" userId="24f92fdd-367a-40f1-ad9b-8db5b9467043" providerId="ADAL" clId="{365AEC77-43A6-442E-8113-B09445ECCAC8}" dt="2021-09-06T02:25:04.171" v="171" actId="164"/>
          <ac:grpSpMkLst>
            <pc:docMk/>
            <pc:sldMk cId="2826623671" sldId="381"/>
            <ac:grpSpMk id="15" creationId="{68733253-1FC6-406C-90B6-E33291EFC1D7}"/>
          </ac:grpSpMkLst>
        </pc:grpChg>
        <pc:grpChg chg="add mod">
          <ac:chgData name="Mandy Lin - Freedom Systems" userId="24f92fdd-367a-40f1-ad9b-8db5b9467043" providerId="ADAL" clId="{365AEC77-43A6-442E-8113-B09445ECCAC8}" dt="2021-09-06T02:25:04.171" v="171" actId="164"/>
          <ac:grpSpMkLst>
            <pc:docMk/>
            <pc:sldMk cId="2826623671" sldId="381"/>
            <ac:grpSpMk id="16" creationId="{E59FC901-A4AF-4551-84E3-9B6EF846B437}"/>
          </ac:grpSpMkLst>
        </pc:grpChg>
        <pc:grpChg chg="add mod">
          <ac:chgData name="Mandy Lin - Freedom Systems" userId="24f92fdd-367a-40f1-ad9b-8db5b9467043" providerId="ADAL" clId="{365AEC77-43A6-442E-8113-B09445ECCAC8}" dt="2021-09-06T02:25:04.171" v="171" actId="164"/>
          <ac:grpSpMkLst>
            <pc:docMk/>
            <pc:sldMk cId="2826623671" sldId="381"/>
            <ac:grpSpMk id="17" creationId="{26D5D094-A42F-457E-8A9A-9394F0EC7B18}"/>
          </ac:grpSpMkLst>
        </pc:grpChg>
        <pc:grpChg chg="add mod">
          <ac:chgData name="Mandy Lin - Freedom Systems" userId="24f92fdd-367a-40f1-ad9b-8db5b9467043" providerId="ADAL" clId="{365AEC77-43A6-442E-8113-B09445ECCAC8}" dt="2021-09-06T02:34:55.826" v="288" actId="1076"/>
          <ac:grpSpMkLst>
            <pc:docMk/>
            <pc:sldMk cId="2826623671" sldId="381"/>
            <ac:grpSpMk id="18" creationId="{4881B17F-90AC-481B-9255-EDA966B62696}"/>
          </ac:grpSpMkLst>
        </pc:grpChg>
        <pc:picChg chg="mod topLvl">
          <ac:chgData name="Mandy Lin - Freedom Systems" userId="24f92fdd-367a-40f1-ad9b-8db5b9467043" providerId="ADAL" clId="{365AEC77-43A6-442E-8113-B09445ECCAC8}" dt="2021-09-06T02:29:39.707" v="226" actId="1076"/>
          <ac:picMkLst>
            <pc:docMk/>
            <pc:sldMk cId="2826623671" sldId="381"/>
            <ac:picMk id="7" creationId="{BF57C043-60F5-4A39-A612-1573FAFCDC93}"/>
          </ac:picMkLst>
        </pc:picChg>
        <pc:picChg chg="mod topLvl">
          <ac:chgData name="Mandy Lin - Freedom Systems" userId="24f92fdd-367a-40f1-ad9b-8db5b9467043" providerId="ADAL" clId="{365AEC77-43A6-442E-8113-B09445ECCAC8}" dt="2021-09-06T02:31:46.677" v="267" actId="1076"/>
          <ac:picMkLst>
            <pc:docMk/>
            <pc:sldMk cId="2826623671" sldId="381"/>
            <ac:picMk id="8" creationId="{65FE1B0E-13E0-4431-9281-8BE62A37426F}"/>
          </ac:picMkLst>
        </pc:picChg>
        <pc:picChg chg="mod topLvl">
          <ac:chgData name="Mandy Lin - Freedom Systems" userId="24f92fdd-367a-40f1-ad9b-8db5b9467043" providerId="ADAL" clId="{365AEC77-43A6-442E-8113-B09445ECCAC8}" dt="2021-09-06T02:29:31.663" v="225" actId="1076"/>
          <ac:picMkLst>
            <pc:docMk/>
            <pc:sldMk cId="2826623671" sldId="381"/>
            <ac:picMk id="9" creationId="{05A4FC4C-5E2C-4D09-A042-5F50CB214434}"/>
          </ac:picMkLst>
        </pc:picChg>
      </pc:sldChg>
      <pc:sldMasterChg chg="modSldLayout">
        <pc:chgData name="Mandy Lin - Freedom Systems" userId="24f92fdd-367a-40f1-ad9b-8db5b9467043" providerId="ADAL" clId="{365AEC77-43A6-442E-8113-B09445ECCAC8}" dt="2021-09-08T05:47:26.115" v="378" actId="1076"/>
        <pc:sldMasterMkLst>
          <pc:docMk/>
          <pc:sldMasterMk cId="2751798529" sldId="2147483648"/>
        </pc:sldMasterMkLst>
        <pc:sldLayoutChg chg="addSp delSp modSp mod">
          <pc:chgData name="Mandy Lin - Freedom Systems" userId="24f92fdd-367a-40f1-ad9b-8db5b9467043" providerId="ADAL" clId="{365AEC77-43A6-442E-8113-B09445ECCAC8}" dt="2021-09-06T02:12:04.368" v="60" actId="478"/>
          <pc:sldLayoutMkLst>
            <pc:docMk/>
            <pc:sldMasterMk cId="2751798529" sldId="2147483648"/>
            <pc:sldLayoutMk cId="4247520783" sldId="2147483652"/>
          </pc:sldLayoutMkLst>
          <pc:spChg chg="add del mod">
            <ac:chgData name="Mandy Lin - Freedom Systems" userId="24f92fdd-367a-40f1-ad9b-8db5b9467043" providerId="ADAL" clId="{365AEC77-43A6-442E-8113-B09445ECCAC8}" dt="2021-09-06T02:12:04.368" v="60" actId="478"/>
            <ac:spMkLst>
              <pc:docMk/>
              <pc:sldMasterMk cId="2751798529" sldId="2147483648"/>
              <pc:sldLayoutMk cId="4247520783" sldId="2147483652"/>
              <ac:spMk id="5" creationId="{50FA1C39-1134-4B73-9762-7CF80C7D57AF}"/>
            </ac:spMkLst>
          </pc:spChg>
          <pc:picChg chg="add del mod">
            <ac:chgData name="Mandy Lin - Freedom Systems" userId="24f92fdd-367a-40f1-ad9b-8db5b9467043" providerId="ADAL" clId="{365AEC77-43A6-442E-8113-B09445ECCAC8}" dt="2021-09-06T02:06:23.958" v="8" actId="478"/>
            <ac:picMkLst>
              <pc:docMk/>
              <pc:sldMasterMk cId="2751798529" sldId="2147483648"/>
              <pc:sldLayoutMk cId="4247520783" sldId="2147483652"/>
              <ac:picMk id="6" creationId="{98632C9E-290F-48A8-BDCE-0030DE0ED5AD}"/>
            </ac:picMkLst>
          </pc:picChg>
        </pc:sldLayoutChg>
        <pc:sldLayoutChg chg="addSp delSp modSp mod">
          <pc:chgData name="Mandy Lin - Freedom Systems" userId="24f92fdd-367a-40f1-ad9b-8db5b9467043" providerId="ADAL" clId="{365AEC77-43A6-442E-8113-B09445ECCAC8}" dt="2021-09-06T02:41:18.930" v="296" actId="1076"/>
          <pc:sldLayoutMkLst>
            <pc:docMk/>
            <pc:sldMasterMk cId="2751798529" sldId="2147483648"/>
            <pc:sldLayoutMk cId="2204196374" sldId="2147483665"/>
          </pc:sldLayoutMkLst>
          <pc:spChg chg="add del mod">
            <ac:chgData name="Mandy Lin - Freedom Systems" userId="24f92fdd-367a-40f1-ad9b-8db5b9467043" providerId="ADAL" clId="{365AEC77-43A6-442E-8113-B09445ECCAC8}" dt="2021-09-06T02:41:02.487" v="293" actId="478"/>
            <ac:spMkLst>
              <pc:docMk/>
              <pc:sldMasterMk cId="2751798529" sldId="2147483648"/>
              <pc:sldLayoutMk cId="2204196374" sldId="2147483665"/>
              <ac:spMk id="4" creationId="{1682C9E0-864B-4B42-828A-E07A93C87050}"/>
            </ac:spMkLst>
          </pc:spChg>
          <pc:spChg chg="add del mod">
            <ac:chgData name="Mandy Lin - Freedom Systems" userId="24f92fdd-367a-40f1-ad9b-8db5b9467043" providerId="ADAL" clId="{365AEC77-43A6-442E-8113-B09445ECCAC8}" dt="2021-09-06T02:40:50.507" v="290" actId="478"/>
            <ac:spMkLst>
              <pc:docMk/>
              <pc:sldMasterMk cId="2751798529" sldId="2147483648"/>
              <pc:sldLayoutMk cId="2204196374" sldId="2147483665"/>
              <ac:spMk id="7" creationId="{DE19409C-E9D0-4A1E-9924-BC65FCCC5E50}"/>
            </ac:spMkLst>
          </pc:spChg>
          <pc:spChg chg="add del mod ord">
            <ac:chgData name="Mandy Lin - Freedom Systems" userId="24f92fdd-367a-40f1-ad9b-8db5b9467043" providerId="ADAL" clId="{365AEC77-43A6-442E-8113-B09445ECCAC8}" dt="2021-09-06T02:40:53.305" v="291" actId="478"/>
            <ac:spMkLst>
              <pc:docMk/>
              <pc:sldMasterMk cId="2751798529" sldId="2147483648"/>
              <pc:sldLayoutMk cId="2204196374" sldId="2147483665"/>
              <ac:spMk id="10" creationId="{9D84628F-DD45-4889-8DB1-6CFFAF34CB35}"/>
            </ac:spMkLst>
          </pc:spChg>
          <pc:picChg chg="mod modCrop">
            <ac:chgData name="Mandy Lin - Freedom Systems" userId="24f92fdd-367a-40f1-ad9b-8db5b9467043" providerId="ADAL" clId="{365AEC77-43A6-442E-8113-B09445ECCAC8}" dt="2021-09-06T02:41:18.930" v="296" actId="1076"/>
            <ac:picMkLst>
              <pc:docMk/>
              <pc:sldMasterMk cId="2751798529" sldId="2147483648"/>
              <pc:sldLayoutMk cId="2204196374" sldId="2147483665"/>
              <ac:picMk id="8" creationId="{985F2DE2-2AD7-4847-BA8F-FC2EB80CF7B5}"/>
            </ac:picMkLst>
          </pc:picChg>
          <pc:picChg chg="add del mod">
            <ac:chgData name="Mandy Lin - Freedom Systems" userId="24f92fdd-367a-40f1-ad9b-8db5b9467043" providerId="ADAL" clId="{365AEC77-43A6-442E-8113-B09445ECCAC8}" dt="2021-09-06T02:26:52.094" v="198" actId="478"/>
            <ac:picMkLst>
              <pc:docMk/>
              <pc:sldMasterMk cId="2751798529" sldId="2147483648"/>
              <pc:sldLayoutMk cId="2204196374" sldId="2147483665"/>
              <ac:picMk id="11" creationId="{8891E78C-D28E-4C0D-B563-12219D568753}"/>
            </ac:picMkLst>
          </pc:picChg>
          <pc:picChg chg="add del mod">
            <ac:chgData name="Mandy Lin - Freedom Systems" userId="24f92fdd-367a-40f1-ad9b-8db5b9467043" providerId="ADAL" clId="{365AEC77-43A6-442E-8113-B09445ECCAC8}" dt="2021-09-06T02:32:12.293" v="269" actId="478"/>
            <ac:picMkLst>
              <pc:docMk/>
              <pc:sldMasterMk cId="2751798529" sldId="2147483648"/>
              <pc:sldLayoutMk cId="2204196374" sldId="2147483665"/>
              <ac:picMk id="13" creationId="{98988C1D-CF6B-4C5E-B9CD-80516EF1B4D7}"/>
            </ac:picMkLst>
          </pc:picChg>
          <pc:picChg chg="add del mod">
            <ac:chgData name="Mandy Lin - Freedom Systems" userId="24f92fdd-367a-40f1-ad9b-8db5b9467043" providerId="ADAL" clId="{365AEC77-43A6-442E-8113-B09445ECCAC8}" dt="2021-09-06T02:40:59.101" v="292" actId="478"/>
            <ac:picMkLst>
              <pc:docMk/>
              <pc:sldMasterMk cId="2751798529" sldId="2147483648"/>
              <pc:sldLayoutMk cId="2204196374" sldId="2147483665"/>
              <ac:picMk id="14" creationId="{44EB60C9-6F23-4041-87BF-80EFBF1AA5D7}"/>
            </ac:picMkLst>
          </pc:picChg>
        </pc:sldLayoutChg>
        <pc:sldLayoutChg chg="addSp delSp modSp mod">
          <pc:chgData name="Mandy Lin - Freedom Systems" userId="24f92fdd-367a-40f1-ad9b-8db5b9467043" providerId="ADAL" clId="{365AEC77-43A6-442E-8113-B09445ECCAC8}" dt="2021-09-08T05:47:26.115" v="378" actId="1076"/>
          <pc:sldLayoutMkLst>
            <pc:docMk/>
            <pc:sldMasterMk cId="1841573427" sldId="2147483671"/>
            <pc:sldLayoutMk cId="93736099" sldId="2147483668"/>
          </pc:sldLayoutMkLst>
          <pc:spChg chg="add del ord">
            <ac:chgData name="Mandy Lin - Freedom Systems" userId="24f92fdd-367a-40f1-ad9b-8db5b9467043" providerId="ADAL" clId="{365AEC77-43A6-442E-8113-B09445ECCAC8}" dt="2021-09-06T09:57:56.873" v="371" actId="21"/>
            <ac:spMkLst>
              <pc:docMk/>
              <pc:sldMasterMk cId="1841573427" sldId="2147483671"/>
              <pc:sldLayoutMk cId="93736099" sldId="2147483668"/>
              <ac:spMk id="2" creationId="{A1FBC59F-592F-402E-B637-E1AC54A4FBE7}"/>
            </ac:spMkLst>
          </pc:spChg>
          <pc:spChg chg="mod">
            <ac:chgData name="Mandy Lin - Freedom Systems" userId="24f92fdd-367a-40f1-ad9b-8db5b9467043" providerId="ADAL" clId="{365AEC77-43A6-442E-8113-B09445ECCAC8}" dt="2021-09-08T05:47:01.129" v="377" actId="1076"/>
            <ac:spMkLst>
              <pc:docMk/>
              <pc:sldMasterMk cId="1841573427" sldId="2147483671"/>
              <pc:sldLayoutMk cId="93736099" sldId="2147483668"/>
              <ac:spMk id="6" creationId="{7FA36150-5C6F-487A-BCA2-B86857C74811}"/>
            </ac:spMkLst>
          </pc:spChg>
          <pc:spChg chg="mod">
            <ac:chgData name="Mandy Lin - Freedom Systems" userId="24f92fdd-367a-40f1-ad9b-8db5b9467043" providerId="ADAL" clId="{365AEC77-43A6-442E-8113-B09445ECCAC8}" dt="2021-09-08T05:47:01.129" v="377" actId="1076"/>
            <ac:spMkLst>
              <pc:docMk/>
              <pc:sldMasterMk cId="1841573427" sldId="2147483671"/>
              <pc:sldLayoutMk cId="93736099" sldId="2147483668"/>
              <ac:spMk id="7" creationId="{425D428E-C91A-4187-B0FF-1E43551A275D}"/>
            </ac:spMkLst>
          </pc:spChg>
          <pc:spChg chg="add mod ord">
            <ac:chgData name="Mandy Lin - Freedom Systems" userId="24f92fdd-367a-40f1-ad9b-8db5b9467043" providerId="ADAL" clId="{365AEC77-43A6-442E-8113-B09445ECCAC8}" dt="2021-09-08T05:47:26.115" v="378" actId="1076"/>
            <ac:spMkLst>
              <pc:docMk/>
              <pc:sldMasterMk cId="1841573427" sldId="2147483671"/>
              <pc:sldLayoutMk cId="93736099" sldId="2147483668"/>
              <ac:spMk id="11" creationId="{2CD01188-63A8-4A53-995A-0336AE54B9C5}"/>
            </ac:spMkLst>
          </pc:spChg>
          <pc:spChg chg="mod">
            <ac:chgData name="Mandy Lin - Freedom Systems" userId="24f92fdd-367a-40f1-ad9b-8db5b9467043" providerId="ADAL" clId="{365AEC77-43A6-442E-8113-B09445ECCAC8}" dt="2021-09-08T05:47:01.129" v="377" actId="1076"/>
            <ac:spMkLst>
              <pc:docMk/>
              <pc:sldMasterMk cId="1841573427" sldId="2147483671"/>
              <pc:sldLayoutMk cId="93736099" sldId="2147483668"/>
              <ac:spMk id="97" creationId="{208CCFEF-B692-4C25-98C7-A2CDF2B07F65}"/>
            </ac:spMkLst>
          </pc:spChg>
          <pc:spChg chg="mod">
            <ac:chgData name="Mandy Lin - Freedom Systems" userId="24f92fdd-367a-40f1-ad9b-8db5b9467043" providerId="ADAL" clId="{365AEC77-43A6-442E-8113-B09445ECCAC8}" dt="2021-09-08T05:47:01.129" v="377" actId="1076"/>
            <ac:spMkLst>
              <pc:docMk/>
              <pc:sldMasterMk cId="1841573427" sldId="2147483671"/>
              <pc:sldLayoutMk cId="93736099" sldId="2147483668"/>
              <ac:spMk id="98" creationId="{26B783BD-B1C7-4FDA-8D5F-2EAF0C05259C}"/>
            </ac:spMkLst>
          </pc:spChg>
          <pc:spChg chg="mod">
            <ac:chgData name="Mandy Lin - Freedom Systems" userId="24f92fdd-367a-40f1-ad9b-8db5b9467043" providerId="ADAL" clId="{365AEC77-43A6-442E-8113-B09445ECCAC8}" dt="2021-09-08T05:47:01.129" v="377" actId="1076"/>
            <ac:spMkLst>
              <pc:docMk/>
              <pc:sldMasterMk cId="1841573427" sldId="2147483671"/>
              <pc:sldLayoutMk cId="93736099" sldId="2147483668"/>
              <ac:spMk id="99" creationId="{F97AF39B-1E46-4E6A-976A-D67C4137153B}"/>
            </ac:spMkLst>
          </pc:spChg>
          <pc:spChg chg="mod">
            <ac:chgData name="Mandy Lin - Freedom Systems" userId="24f92fdd-367a-40f1-ad9b-8db5b9467043" providerId="ADAL" clId="{365AEC77-43A6-442E-8113-B09445ECCAC8}" dt="2021-09-08T05:47:01.129" v="377" actId="1076"/>
            <ac:spMkLst>
              <pc:docMk/>
              <pc:sldMasterMk cId="1841573427" sldId="2147483671"/>
              <pc:sldLayoutMk cId="93736099" sldId="2147483668"/>
              <ac:spMk id="100" creationId="{7B81B9D9-C679-4CD9-B267-7D42FF3A3434}"/>
            </ac:spMkLst>
          </pc:spChg>
          <pc:picChg chg="add del mod">
            <ac:chgData name="Mandy Lin - Freedom Systems" userId="24f92fdd-367a-40f1-ad9b-8db5b9467043" providerId="ADAL" clId="{365AEC77-43A6-442E-8113-B09445ECCAC8}" dt="2021-09-06T07:41:12.101" v="308" actId="478"/>
            <ac:picMkLst>
              <pc:docMk/>
              <pc:sldMasterMk cId="1841573427" sldId="2147483671"/>
              <pc:sldLayoutMk cId="93736099" sldId="2147483668"/>
              <ac:picMk id="12" creationId="{964C5B67-710D-45C1-9D80-707A03D348E2}"/>
            </ac:picMkLst>
          </pc:picChg>
          <pc:picChg chg="add del mod">
            <ac:chgData name="Mandy Lin - Freedom Systems" userId="24f92fdd-367a-40f1-ad9b-8db5b9467043" providerId="ADAL" clId="{365AEC77-43A6-442E-8113-B09445ECCAC8}" dt="2021-09-06T07:43:38.865" v="350" actId="478"/>
            <ac:picMkLst>
              <pc:docMk/>
              <pc:sldMasterMk cId="1841573427" sldId="2147483671"/>
              <pc:sldLayoutMk cId="93736099" sldId="2147483668"/>
              <ac:picMk id="13" creationId="{374DBBA8-23A8-484B-9D16-28A93C07C934}"/>
            </ac:picMkLst>
          </pc:picChg>
        </pc:sldLayoutChg>
      </pc:sldMasterChg>
    </pc:docChg>
  </pc:docChgLst>
  <pc:docChgLst>
    <pc:chgData name="Mandy Lin - Freedom Systems" userId="24f92fdd-367a-40f1-ad9b-8db5b9467043" providerId="ADAL" clId="{5BF1F43A-1D68-4CA2-A42C-4398AE189845}"/>
    <pc:docChg chg="undo custSel addSld delSld modSld sldOrd addMainMaster delMainMaster modMainMaster modSection">
      <pc:chgData name="Mandy Lin - Freedom Systems" userId="24f92fdd-367a-40f1-ad9b-8db5b9467043" providerId="ADAL" clId="{5BF1F43A-1D68-4CA2-A42C-4398AE189845}" dt="2021-10-22T10:03:04.383" v="4865" actId="1076"/>
      <pc:docMkLst>
        <pc:docMk/>
      </pc:docMkLst>
      <pc:sldChg chg="addSp modSp mod ord modTransition">
        <pc:chgData name="Mandy Lin - Freedom Systems" userId="24f92fdd-367a-40f1-ad9b-8db5b9467043" providerId="ADAL" clId="{5BF1F43A-1D68-4CA2-A42C-4398AE189845}" dt="2021-10-19T06:36:39.674" v="4586"/>
        <pc:sldMkLst>
          <pc:docMk/>
          <pc:sldMk cId="1895687601" sldId="270"/>
        </pc:sldMkLst>
        <pc:spChg chg="mod">
          <ac:chgData name="Mandy Lin - Freedom Systems" userId="24f92fdd-367a-40f1-ad9b-8db5b9467043" providerId="ADAL" clId="{5BF1F43A-1D68-4CA2-A42C-4398AE189845}" dt="2021-10-01T07:19:53.743" v="2563"/>
          <ac:spMkLst>
            <pc:docMk/>
            <pc:sldMk cId="1895687601" sldId="270"/>
            <ac:spMk id="2" creationId="{F953C3FF-5B15-45D1-B0A3-EFD93A961D29}"/>
          </ac:spMkLst>
        </pc:spChg>
        <pc:spChg chg="ad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1895687601" sldId="270"/>
            <ac:spMk id="3" creationId="{E2036965-666E-494F-B925-7DBDA611D4C7}"/>
          </ac:spMkLst>
        </pc:spChg>
        <pc:spChg chg="mod">
          <ac:chgData name="Mandy Lin - Freedom Systems" userId="24f92fdd-367a-40f1-ad9b-8db5b9467043" providerId="ADAL" clId="{5BF1F43A-1D68-4CA2-A42C-4398AE189845}" dt="2021-10-01T07:53:12.403" v="2811" actId="6549"/>
          <ac:spMkLst>
            <pc:docMk/>
            <pc:sldMk cId="1895687601" sldId="270"/>
            <ac:spMk id="7" creationId="{F60F215E-251A-4546-9B91-1017219C77C8}"/>
          </ac:spMkLst>
        </pc:spChg>
        <pc:spChg chg="mod">
          <ac:chgData name="Mandy Lin - Freedom Systems" userId="24f92fdd-367a-40f1-ad9b-8db5b9467043" providerId="ADAL" clId="{5BF1F43A-1D68-4CA2-A42C-4398AE189845}" dt="2021-10-01T07:23:23.573" v="2598" actId="404"/>
          <ac:spMkLst>
            <pc:docMk/>
            <pc:sldMk cId="1895687601" sldId="270"/>
            <ac:spMk id="35" creationId="{CAD741E5-1121-49CF-9C5A-F986C1164C07}"/>
          </ac:spMkLst>
        </pc:spChg>
        <pc:grpChg chg="mod">
          <ac:chgData name="Mandy Lin - Freedom Systems" userId="24f92fdd-367a-40f1-ad9b-8db5b9467043" providerId="ADAL" clId="{5BF1F43A-1D68-4CA2-A42C-4398AE189845}" dt="2021-10-01T07:53:22.210" v="2812" actId="1076"/>
          <ac:grpSpMkLst>
            <pc:docMk/>
            <pc:sldMk cId="1895687601" sldId="270"/>
            <ac:grpSpMk id="5" creationId="{EDE77494-51AF-4B3B-8B0F-97FD055FF491}"/>
          </ac:grpSpMkLst>
        </pc:grpChg>
        <pc:picChg chg="mod">
          <ac:chgData name="Mandy Lin - Freedom Systems" userId="24f92fdd-367a-40f1-ad9b-8db5b9467043" providerId="ADAL" clId="{5BF1F43A-1D68-4CA2-A42C-4398AE189845}" dt="2021-10-19T06:36:39.674" v="4586"/>
          <ac:picMkLst>
            <pc:docMk/>
            <pc:sldMk cId="1895687601" sldId="270"/>
            <ac:picMk id="30" creationId="{D17D8E40-C89E-47CB-AC25-F1249FA3EF8B}"/>
          </ac:picMkLst>
        </pc:picChg>
      </pc:sldChg>
      <pc:sldChg chg="addSp modSp mod ord modTransition">
        <pc:chgData name="Mandy Lin - Freedom Systems" userId="24f92fdd-367a-40f1-ad9b-8db5b9467043" providerId="ADAL" clId="{5BF1F43A-1D68-4CA2-A42C-4398AE189845}" dt="2021-10-19T06:36:58.222" v="4587" actId="207"/>
        <pc:sldMkLst>
          <pc:docMk/>
          <pc:sldMk cId="1630295107" sldId="276"/>
        </pc:sldMkLst>
        <pc:spChg chg="mod">
          <ac:chgData name="Mandy Lin - Freedom Systems" userId="24f92fdd-367a-40f1-ad9b-8db5b9467043" providerId="ADAL" clId="{5BF1F43A-1D68-4CA2-A42C-4398AE189845}" dt="2021-10-01T07:53:29.642" v="2815" actId="20577"/>
          <ac:spMkLst>
            <pc:docMk/>
            <pc:sldMk cId="1630295107" sldId="276"/>
            <ac:spMk id="2" creationId="{CB62C872-62D0-4FAA-B443-9987738A4365}"/>
          </ac:spMkLst>
        </pc:spChg>
        <pc:spChg chg="mod">
          <ac:chgData name="Mandy Lin - Freedom Systems" userId="24f92fdd-367a-40f1-ad9b-8db5b9467043" providerId="ADAL" clId="{5BF1F43A-1D68-4CA2-A42C-4398AE189845}" dt="2021-10-01T07:19:53.743" v="2563"/>
          <ac:spMkLst>
            <pc:docMk/>
            <pc:sldMk cId="1630295107" sldId="276"/>
            <ac:spMk id="7" creationId="{94CF0719-4062-4D5A-BDC9-FDDFADF7C19B}"/>
          </ac:spMkLst>
        </pc:spChg>
        <pc:spChg chg="ad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1630295107" sldId="276"/>
            <ac:spMk id="8" creationId="{90FCA5F3-2D4E-420E-A7C6-F37EE306C15C}"/>
          </ac:spMkLst>
        </pc:spChg>
        <pc:spChg chg="mod">
          <ac:chgData name="Mandy Lin - Freedom Systems" userId="24f92fdd-367a-40f1-ad9b-8db5b9467043" providerId="ADAL" clId="{5BF1F43A-1D68-4CA2-A42C-4398AE189845}" dt="2021-10-19T06:36:58.222" v="4587" actId="207"/>
          <ac:spMkLst>
            <pc:docMk/>
            <pc:sldMk cId="1630295107" sldId="276"/>
            <ac:spMk id="17" creationId="{26DE6C9D-C9F0-4171-B89E-390CC4F2EB63}"/>
          </ac:spMkLst>
        </pc:spChg>
        <pc:spChg chg="mod">
          <ac:chgData name="Mandy Lin - Freedom Systems" userId="24f92fdd-367a-40f1-ad9b-8db5b9467043" providerId="ADAL" clId="{5BF1F43A-1D68-4CA2-A42C-4398AE189845}" dt="2021-10-01T08:47:18.856" v="2876" actId="120"/>
          <ac:spMkLst>
            <pc:docMk/>
            <pc:sldMk cId="1630295107" sldId="276"/>
            <ac:spMk id="23" creationId="{5BF97C4A-CD26-478C-894F-AF0125CECEA7}"/>
          </ac:spMkLst>
        </pc:spChg>
      </pc:sldChg>
      <pc:sldChg chg="addSp delSp modSp mod ord modTransition modClrScheme chgLayout">
        <pc:chgData name="Mandy Lin - Freedom Systems" userId="24f92fdd-367a-40f1-ad9b-8db5b9467043" providerId="ADAL" clId="{5BF1F43A-1D68-4CA2-A42C-4398AE189845}" dt="2021-10-08T07:57:34.397" v="4371"/>
        <pc:sldMkLst>
          <pc:docMk/>
          <pc:sldMk cId="3916533616" sldId="357"/>
        </pc:sldMkLst>
        <pc:spChg chg="add del mod ord">
          <ac:chgData name="Mandy Lin - Freedom Systems" userId="24f92fdd-367a-40f1-ad9b-8db5b9467043" providerId="ADAL" clId="{5BF1F43A-1D68-4CA2-A42C-4398AE189845}" dt="2021-10-08T07:50:03.094" v="4340" actId="700"/>
          <ac:spMkLst>
            <pc:docMk/>
            <pc:sldMk cId="3916533616" sldId="357"/>
            <ac:spMk id="2" creationId="{48040471-3D1D-4E42-9185-E0DF2E27BB30}"/>
          </ac:spMkLst>
        </pc:spChg>
        <pc:spChg chg="add mod ord">
          <ac:chgData name="Mandy Lin - Freedom Systems" userId="24f92fdd-367a-40f1-ad9b-8db5b9467043" providerId="ADAL" clId="{5BF1F43A-1D68-4CA2-A42C-4398AE189845}" dt="2021-10-08T07:57:26.687" v="4367" actId="700"/>
          <ac:spMkLst>
            <pc:docMk/>
            <pc:sldMk cId="3916533616" sldId="357"/>
            <ac:spMk id="2" creationId="{563EE714-3612-4774-B8A6-13776B7DD7E0}"/>
          </ac:spMkLst>
        </pc:spChg>
        <pc:spChg chg="mod ord">
          <ac:chgData name="Mandy Lin - Freedom Systems" userId="24f92fdd-367a-40f1-ad9b-8db5b9467043" providerId="ADAL" clId="{5BF1F43A-1D68-4CA2-A42C-4398AE189845}" dt="2021-10-08T07:57:26.687" v="4367" actId="700"/>
          <ac:spMkLst>
            <pc:docMk/>
            <pc:sldMk cId="3916533616" sldId="357"/>
            <ac:spMk id="3" creationId="{AC6E8D19-D91A-4C62-B185-AB70DFDF060D}"/>
          </ac:spMkLst>
        </pc:spChg>
        <pc:spChg chg="add mod ord">
          <ac:chgData name="Mandy Lin - Freedom Systems" userId="24f92fdd-367a-40f1-ad9b-8db5b9467043" providerId="ADAL" clId="{5BF1F43A-1D68-4CA2-A42C-4398AE189845}" dt="2021-10-08T07:57:26.687" v="4367" actId="700"/>
          <ac:spMkLst>
            <pc:docMk/>
            <pc:sldMk cId="3916533616" sldId="357"/>
            <ac:spMk id="4" creationId="{2ED656D8-F47D-426A-9683-B0048E04C725}"/>
          </ac:spMkLst>
        </pc:spChg>
        <pc:spChg chg="add del mod ord">
          <ac:chgData name="Mandy Lin - Freedom Systems" userId="24f92fdd-367a-40f1-ad9b-8db5b9467043" providerId="ADAL" clId="{5BF1F43A-1D68-4CA2-A42C-4398AE189845}" dt="2021-10-08T07:49:57.987" v="4339" actId="700"/>
          <ac:spMkLst>
            <pc:docMk/>
            <pc:sldMk cId="3916533616" sldId="357"/>
            <ac:spMk id="5" creationId="{4E9BB229-A9B3-4057-A847-E55DF3A782C6}"/>
          </ac:spMkLst>
        </pc:spChg>
        <pc:spChg chg="add mod ord">
          <ac:chgData name="Mandy Lin - Freedom Systems" userId="24f92fdd-367a-40f1-ad9b-8db5b9467043" providerId="ADAL" clId="{5BF1F43A-1D68-4CA2-A42C-4398AE189845}" dt="2021-10-08T07:57:26.687" v="4367" actId="700"/>
          <ac:spMkLst>
            <pc:docMk/>
            <pc:sldMk cId="3916533616" sldId="357"/>
            <ac:spMk id="5" creationId="{8761B80A-AF0E-4B26-BC01-1B9BE99E4E03}"/>
          </ac:spMkLst>
        </pc:spChg>
        <pc:spChg chg="add del mod">
          <ac:chgData name="Mandy Lin - Freedom Systems" userId="24f92fdd-367a-40f1-ad9b-8db5b9467043" providerId="ADAL" clId="{5BF1F43A-1D68-4CA2-A42C-4398AE189845}" dt="2021-10-01T02:22:09.446" v="928" actId="478"/>
          <ac:spMkLst>
            <pc:docMk/>
            <pc:sldMk cId="3916533616" sldId="357"/>
            <ac:spMk id="5" creationId="{9194736F-6149-4371-9D29-E165672CB90A}"/>
          </ac:spMkLst>
        </pc:spChg>
        <pc:spChg chg="add del mod">
          <ac:chgData name="Mandy Lin - Freedom Systems" userId="24f92fdd-367a-40f1-ad9b-8db5b9467043" providerId="ADAL" clId="{5BF1F43A-1D68-4CA2-A42C-4398AE189845}" dt="2021-10-01T02:22:09.446" v="928" actId="478"/>
          <ac:spMkLst>
            <pc:docMk/>
            <pc:sldMk cId="3916533616" sldId="357"/>
            <ac:spMk id="6" creationId="{53183537-D94B-4BC6-AB05-2621815FC4DF}"/>
          </ac:spMkLst>
        </pc:spChg>
        <pc:spChg chg="add del mod ord">
          <ac:chgData name="Mandy Lin - Freedom Systems" userId="24f92fdd-367a-40f1-ad9b-8db5b9467043" providerId="ADAL" clId="{5BF1F43A-1D68-4CA2-A42C-4398AE189845}" dt="2021-10-08T07:49:57.987" v="4339" actId="700"/>
          <ac:spMkLst>
            <pc:docMk/>
            <pc:sldMk cId="3916533616" sldId="357"/>
            <ac:spMk id="6" creationId="{96234782-8DF0-4426-90A5-E7D1373072E6}"/>
          </ac:spMkLst>
        </pc:spChg>
        <pc:spChg chg="add del mod ord">
          <ac:chgData name="Mandy Lin - Freedom Systems" userId="24f92fdd-367a-40f1-ad9b-8db5b9467043" providerId="ADAL" clId="{5BF1F43A-1D68-4CA2-A42C-4398AE189845}" dt="2021-10-08T07:50:03.094" v="4340" actId="700"/>
          <ac:spMkLst>
            <pc:docMk/>
            <pc:sldMk cId="3916533616" sldId="357"/>
            <ac:spMk id="7" creationId="{2BD282AF-D17E-4A52-84B5-658891D2D19C}"/>
          </ac:spMkLst>
        </pc:spChg>
        <pc:spChg chg="add del mod">
          <ac:chgData name="Mandy Lin - Freedom Systems" userId="24f92fdd-367a-40f1-ad9b-8db5b9467043" providerId="ADAL" clId="{5BF1F43A-1D68-4CA2-A42C-4398AE189845}" dt="2021-10-01T02:22:09.446" v="928" actId="478"/>
          <ac:spMkLst>
            <pc:docMk/>
            <pc:sldMk cId="3916533616" sldId="357"/>
            <ac:spMk id="7" creationId="{68F09C41-F02A-4AD0-AA09-84BB589904F7}"/>
          </ac:spMkLst>
        </pc:spChg>
        <pc:spChg chg="del mod ord">
          <ac:chgData name="Mandy Lin - Freedom Systems" userId="24f92fdd-367a-40f1-ad9b-8db5b9467043" providerId="ADAL" clId="{5BF1F43A-1D68-4CA2-A42C-4398AE189845}" dt="2021-10-01T07:42:19.405" v="2744" actId="700"/>
          <ac:spMkLst>
            <pc:docMk/>
            <pc:sldMk cId="3916533616" sldId="357"/>
            <ac:spMk id="8" creationId="{6A96D995-5596-42B4-B9FB-4A64A8DC4AC8}"/>
          </ac:spMkLst>
        </pc:spChg>
        <pc:spChg chg="add del mod ord">
          <ac:chgData name="Mandy Lin - Freedom Systems" userId="24f92fdd-367a-40f1-ad9b-8db5b9467043" providerId="ADAL" clId="{5BF1F43A-1D68-4CA2-A42C-4398AE189845}" dt="2021-10-08T07:57:26.687" v="4367" actId="700"/>
          <ac:spMkLst>
            <pc:docMk/>
            <pc:sldMk cId="3916533616" sldId="357"/>
            <ac:spMk id="8" creationId="{C728DDBA-BF5B-48F4-AACF-67E6940C7187}"/>
          </ac:spMkLst>
        </pc:spChg>
        <pc:spChg chg="del mod ord">
          <ac:chgData name="Mandy Lin - Freedom Systems" userId="24f92fdd-367a-40f1-ad9b-8db5b9467043" providerId="ADAL" clId="{5BF1F43A-1D68-4CA2-A42C-4398AE189845}" dt="2021-10-01T07:42:19.405" v="2744" actId="700"/>
          <ac:spMkLst>
            <pc:docMk/>
            <pc:sldMk cId="3916533616" sldId="357"/>
            <ac:spMk id="9" creationId="{5AFC9B90-1633-4BAA-81DA-E3452B94249F}"/>
          </ac:spMkLst>
        </pc:spChg>
        <pc:spChg chg="add del mod ord">
          <ac:chgData name="Mandy Lin - Freedom Systems" userId="24f92fdd-367a-40f1-ad9b-8db5b9467043" providerId="ADAL" clId="{5BF1F43A-1D68-4CA2-A42C-4398AE189845}" dt="2021-10-08T07:57:26.687" v="4367" actId="700"/>
          <ac:spMkLst>
            <pc:docMk/>
            <pc:sldMk cId="3916533616" sldId="357"/>
            <ac:spMk id="9" creationId="{7E4D9DA1-D496-4CB3-9E62-6BAF3A164529}"/>
          </ac:spMkLst>
        </pc:spChg>
        <pc:spChg chg="add del mod">
          <ac:chgData name="Mandy Lin - Freedom Systems" userId="24f92fdd-367a-40f1-ad9b-8db5b9467043" providerId="ADAL" clId="{5BF1F43A-1D68-4CA2-A42C-4398AE189845}" dt="2021-10-01T02:22:09.446" v="928" actId="478"/>
          <ac:spMkLst>
            <pc:docMk/>
            <pc:sldMk cId="3916533616" sldId="357"/>
            <ac:spMk id="10" creationId="{7E394404-AA44-4005-AE5E-933F4F6751ED}"/>
          </ac:spMkLst>
        </pc:spChg>
        <pc:spChg chg="add del mod">
          <ac:chgData name="Mandy Lin - Freedom Systems" userId="24f92fdd-367a-40f1-ad9b-8db5b9467043" providerId="ADAL" clId="{5BF1F43A-1D68-4CA2-A42C-4398AE189845}" dt="2021-10-01T02:22:09.446" v="928" actId="478"/>
          <ac:spMkLst>
            <pc:docMk/>
            <pc:sldMk cId="3916533616" sldId="357"/>
            <ac:spMk id="11" creationId="{887524DD-7CFE-483C-BC37-5984FDE3712D}"/>
          </ac:spMkLst>
        </pc:spChg>
        <pc:spChg chg="add del mod">
          <ac:chgData name="Mandy Lin - Freedom Systems" userId="24f92fdd-367a-40f1-ad9b-8db5b9467043" providerId="ADAL" clId="{5BF1F43A-1D68-4CA2-A42C-4398AE189845}" dt="2021-10-01T02:22:09.446" v="928" actId="478"/>
          <ac:spMkLst>
            <pc:docMk/>
            <pc:sldMk cId="3916533616" sldId="357"/>
            <ac:spMk id="12" creationId="{0FE4018C-40A6-40E7-80DF-1AB4B45BC517}"/>
          </ac:spMkLst>
        </pc:spChg>
        <pc:spChg chg="add del mod">
          <ac:chgData name="Mandy Lin - Freedom Systems" userId="24f92fdd-367a-40f1-ad9b-8db5b9467043" providerId="ADAL" clId="{5BF1F43A-1D68-4CA2-A42C-4398AE189845}" dt="2021-10-01T02:22:09.446" v="928" actId="478"/>
          <ac:spMkLst>
            <pc:docMk/>
            <pc:sldMk cId="3916533616" sldId="357"/>
            <ac:spMk id="13" creationId="{8159D061-B96D-4A4C-A332-EEAFEF54956D}"/>
          </ac:spMkLst>
        </pc:spChg>
        <pc:spChg chg="add del mod">
          <ac:chgData name="Mandy Lin - Freedom Systems" userId="24f92fdd-367a-40f1-ad9b-8db5b9467043" providerId="ADAL" clId="{5BF1F43A-1D68-4CA2-A42C-4398AE189845}" dt="2021-10-01T02:22:09.446" v="928" actId="478"/>
          <ac:spMkLst>
            <pc:docMk/>
            <pc:sldMk cId="3916533616" sldId="357"/>
            <ac:spMk id="14" creationId="{E046E8FD-ABC9-494B-AC49-ED96ECDBCE93}"/>
          </ac:spMkLst>
        </pc:spChg>
        <pc:spChg chg="add del mod">
          <ac:chgData name="Mandy Lin - Freedom Systems" userId="24f92fdd-367a-40f1-ad9b-8db5b9467043" providerId="ADAL" clId="{5BF1F43A-1D68-4CA2-A42C-4398AE189845}" dt="2021-10-01T02:22:09.446" v="928" actId="478"/>
          <ac:spMkLst>
            <pc:docMk/>
            <pc:sldMk cId="3916533616" sldId="357"/>
            <ac:spMk id="15" creationId="{9454F5A9-7667-4A4A-B113-859E5DD31BDB}"/>
          </ac:spMkLst>
        </pc:spChg>
        <pc:spChg chg="add del mod">
          <ac:chgData name="Mandy Lin - Freedom Systems" userId="24f92fdd-367a-40f1-ad9b-8db5b9467043" providerId="ADAL" clId="{5BF1F43A-1D68-4CA2-A42C-4398AE189845}" dt="2021-10-01T02:22:09.446" v="928" actId="478"/>
          <ac:spMkLst>
            <pc:docMk/>
            <pc:sldMk cId="3916533616" sldId="357"/>
            <ac:spMk id="16" creationId="{14CF9576-6035-4D5E-87DA-2920DE8AA250}"/>
          </ac:spMkLst>
        </pc:spChg>
        <pc:spChg chg="add del mod">
          <ac:chgData name="Mandy Lin - Freedom Systems" userId="24f92fdd-367a-40f1-ad9b-8db5b9467043" providerId="ADAL" clId="{5BF1F43A-1D68-4CA2-A42C-4398AE189845}" dt="2021-10-01T02:22:09.446" v="928" actId="478"/>
          <ac:spMkLst>
            <pc:docMk/>
            <pc:sldMk cId="3916533616" sldId="357"/>
            <ac:spMk id="17" creationId="{737D0505-7637-41E3-B60D-E4E54EAC76CB}"/>
          </ac:spMkLst>
        </pc:spChg>
        <pc:spChg chg="add del mod">
          <ac:chgData name="Mandy Lin - Freedom Systems" userId="24f92fdd-367a-40f1-ad9b-8db5b9467043" providerId="ADAL" clId="{5BF1F43A-1D68-4CA2-A42C-4398AE189845}" dt="2021-10-01T02:22:09.446" v="928" actId="478"/>
          <ac:spMkLst>
            <pc:docMk/>
            <pc:sldMk cId="3916533616" sldId="357"/>
            <ac:spMk id="18" creationId="{DD8488DF-9930-419B-A5DF-47AA76DF3630}"/>
          </ac:spMkLst>
        </pc:spChg>
        <pc:spChg chg="add del mod">
          <ac:chgData name="Mandy Lin - Freedom Systems" userId="24f92fdd-367a-40f1-ad9b-8db5b9467043" providerId="ADAL" clId="{5BF1F43A-1D68-4CA2-A42C-4398AE189845}" dt="2021-10-01T02:22:09.446" v="928" actId="478"/>
          <ac:spMkLst>
            <pc:docMk/>
            <pc:sldMk cId="3916533616" sldId="357"/>
            <ac:spMk id="19" creationId="{54065A5C-7904-4BC5-BE17-D9268A4214BD}"/>
          </ac:spMkLst>
        </pc:spChg>
        <pc:spChg chg="add del mod">
          <ac:chgData name="Mandy Lin - Freedom Systems" userId="24f92fdd-367a-40f1-ad9b-8db5b9467043" providerId="ADAL" clId="{5BF1F43A-1D68-4CA2-A42C-4398AE189845}" dt="2021-10-01T02:22:09.446" v="928" actId="478"/>
          <ac:spMkLst>
            <pc:docMk/>
            <pc:sldMk cId="3916533616" sldId="357"/>
            <ac:spMk id="20" creationId="{B1CCD491-0CD8-4B16-ABEE-9262FEDE8AAF}"/>
          </ac:spMkLst>
        </pc:spChg>
        <pc:spChg chg="add del mod">
          <ac:chgData name="Mandy Lin - Freedom Systems" userId="24f92fdd-367a-40f1-ad9b-8db5b9467043" providerId="ADAL" clId="{5BF1F43A-1D68-4CA2-A42C-4398AE189845}" dt="2021-10-01T02:22:09.446" v="928" actId="478"/>
          <ac:spMkLst>
            <pc:docMk/>
            <pc:sldMk cId="3916533616" sldId="357"/>
            <ac:spMk id="21" creationId="{736555F8-4006-44F2-893A-75321D643B30}"/>
          </ac:spMkLst>
        </pc:spChg>
      </pc:sldChg>
      <pc:sldChg chg="modSp del">
        <pc:chgData name="Mandy Lin - Freedom Systems" userId="24f92fdd-367a-40f1-ad9b-8db5b9467043" providerId="ADAL" clId="{5BF1F43A-1D68-4CA2-A42C-4398AE189845}" dt="2021-10-01T07:23:50.673" v="2602" actId="47"/>
        <pc:sldMkLst>
          <pc:docMk/>
          <pc:sldMk cId="562754752" sldId="359"/>
        </pc:sldMkLst>
        <pc:spChg chg="mod">
          <ac:chgData name="Mandy Lin - Freedom Systems" userId="24f92fdd-367a-40f1-ad9b-8db5b9467043" providerId="ADAL" clId="{5BF1F43A-1D68-4CA2-A42C-4398AE189845}" dt="2021-10-01T07:19:53.743" v="2563"/>
          <ac:spMkLst>
            <pc:docMk/>
            <pc:sldMk cId="562754752" sldId="359"/>
            <ac:spMk id="3" creationId="{BAC67311-98BF-4A75-A16C-F5AA7A3A758E}"/>
          </ac:spMkLst>
        </pc:spChg>
        <pc:spChg chg="mod">
          <ac:chgData name="Mandy Lin - Freedom Systems" userId="24f92fdd-367a-40f1-ad9b-8db5b9467043" providerId="ADAL" clId="{5BF1F43A-1D68-4CA2-A42C-4398AE189845}" dt="2021-10-01T07:19:53.743" v="2563"/>
          <ac:spMkLst>
            <pc:docMk/>
            <pc:sldMk cId="562754752" sldId="359"/>
            <ac:spMk id="4" creationId="{3B5A218B-ED5D-4739-B84E-15E164288C0A}"/>
          </ac:spMkLst>
        </pc:spChg>
        <pc:spChg chg="mod">
          <ac:chgData name="Mandy Lin - Freedom Systems" userId="24f92fdd-367a-40f1-ad9b-8db5b9467043" providerId="ADAL" clId="{5BF1F43A-1D68-4CA2-A42C-4398AE189845}" dt="2021-10-01T07:19:53.743" v="2563"/>
          <ac:spMkLst>
            <pc:docMk/>
            <pc:sldMk cId="562754752" sldId="359"/>
            <ac:spMk id="5" creationId="{3251B447-4F81-4B39-BCAC-C9DB808015CF}"/>
          </ac:spMkLst>
        </pc:spChg>
      </pc:sldChg>
      <pc:sldChg chg="addSp modSp mod modTransition modClrScheme chgLayout">
        <pc:chgData name="Mandy Lin - Freedom Systems" userId="24f92fdd-367a-40f1-ad9b-8db5b9467043" providerId="ADAL" clId="{5BF1F43A-1D68-4CA2-A42C-4398AE189845}" dt="2021-10-03T15:40:19.212" v="3664" actId="1035"/>
        <pc:sldMkLst>
          <pc:docMk/>
          <pc:sldMk cId="1946021227" sldId="362"/>
        </pc:sldMkLst>
        <pc:spChg chg="mod ord">
          <ac:chgData name="Mandy Lin - Freedom Systems" userId="24f92fdd-367a-40f1-ad9b-8db5b9467043" providerId="ADAL" clId="{5BF1F43A-1D68-4CA2-A42C-4398AE189845}" dt="2021-10-01T07:26:09.775" v="2608" actId="700"/>
          <ac:spMkLst>
            <pc:docMk/>
            <pc:sldMk cId="1946021227" sldId="362"/>
            <ac:spMk id="2" creationId="{C14B9D58-AAA6-4511-AED6-C63DDD3D5D60}"/>
          </ac:spMkLst>
        </pc:spChg>
        <pc:spChg chg="add mod or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1946021227" sldId="362"/>
            <ac:spMk id="4" creationId="{613008C7-3F2C-45BB-82DF-4220C5858820}"/>
          </ac:spMkLst>
        </pc:spChg>
        <pc:spChg chg="mod">
          <ac:chgData name="Mandy Lin - Freedom Systems" userId="24f92fdd-367a-40f1-ad9b-8db5b9467043" providerId="ADAL" clId="{5BF1F43A-1D68-4CA2-A42C-4398AE189845}" dt="2021-10-03T15:40:19.212" v="3664" actId="1035"/>
          <ac:spMkLst>
            <pc:docMk/>
            <pc:sldMk cId="1946021227" sldId="362"/>
            <ac:spMk id="724" creationId="{1FBABAD6-15B0-47BB-BDB3-08890ED102D8}"/>
          </ac:spMkLst>
        </pc:spChg>
      </pc:sldChg>
      <pc:sldChg chg="addSp delSp modSp mod modTransition modClrScheme chgLayout">
        <pc:chgData name="Mandy Lin - Freedom Systems" userId="24f92fdd-367a-40f1-ad9b-8db5b9467043" providerId="ADAL" clId="{5BF1F43A-1D68-4CA2-A42C-4398AE189845}" dt="2021-10-03T08:26:02.514" v="3160"/>
        <pc:sldMkLst>
          <pc:docMk/>
          <pc:sldMk cId="4041372935" sldId="363"/>
        </pc:sldMkLst>
        <pc:spChg chg="mod ord">
          <ac:chgData name="Mandy Lin - Freedom Systems" userId="24f92fdd-367a-40f1-ad9b-8db5b9467043" providerId="ADAL" clId="{5BF1F43A-1D68-4CA2-A42C-4398AE189845}" dt="2021-10-01T07:24:17.614" v="2603" actId="700"/>
          <ac:spMkLst>
            <pc:docMk/>
            <pc:sldMk cId="4041372935" sldId="363"/>
            <ac:spMk id="2" creationId="{0F5A337F-AF7E-4C65-A507-0348A2680636}"/>
          </ac:spMkLst>
        </pc:spChg>
        <pc:spChg chg="ad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4041372935" sldId="363"/>
            <ac:spMk id="3" creationId="{CBC55EC6-EC73-4CF7-981D-FC7FE42810A2}"/>
          </ac:spMkLst>
        </pc:spChg>
        <pc:spChg chg="add del mod">
          <ac:chgData name="Mandy Lin - Freedom Systems" userId="24f92fdd-367a-40f1-ad9b-8db5b9467043" providerId="ADAL" clId="{5BF1F43A-1D68-4CA2-A42C-4398AE189845}" dt="2021-10-01T07:41:31.087" v="2735" actId="164"/>
          <ac:spMkLst>
            <pc:docMk/>
            <pc:sldMk cId="4041372935" sldId="363"/>
            <ac:spMk id="5" creationId="{CB477F75-984C-4846-A7C1-F4B0CFDE43E3}"/>
          </ac:spMkLst>
        </pc:spChg>
        <pc:spChg chg="add del mod">
          <ac:chgData name="Mandy Lin - Freedom Systems" userId="24f92fdd-367a-40f1-ad9b-8db5b9467043" providerId="ADAL" clId="{5BF1F43A-1D68-4CA2-A42C-4398AE189845}" dt="2021-10-01T07:41:31.087" v="2735" actId="164"/>
          <ac:spMkLst>
            <pc:docMk/>
            <pc:sldMk cId="4041372935" sldId="363"/>
            <ac:spMk id="6" creationId="{F8FFDB6C-8797-421F-9DFA-70592DD1DA64}"/>
          </ac:spMkLst>
        </pc:spChg>
        <pc:spChg chg="add del mod">
          <ac:chgData name="Mandy Lin - Freedom Systems" userId="24f92fdd-367a-40f1-ad9b-8db5b9467043" providerId="ADAL" clId="{5BF1F43A-1D68-4CA2-A42C-4398AE189845}" dt="2021-10-01T07:41:31.087" v="2735" actId="164"/>
          <ac:spMkLst>
            <pc:docMk/>
            <pc:sldMk cId="4041372935" sldId="363"/>
            <ac:spMk id="7" creationId="{C3448F5A-494F-4379-AF1B-07DB04EDF9E2}"/>
          </ac:spMkLst>
        </pc:spChg>
        <pc:spChg chg="add del mod">
          <ac:chgData name="Mandy Lin - Freedom Systems" userId="24f92fdd-367a-40f1-ad9b-8db5b9467043" providerId="ADAL" clId="{5BF1F43A-1D68-4CA2-A42C-4398AE189845}" dt="2021-10-01T07:41:31.087" v="2735" actId="164"/>
          <ac:spMkLst>
            <pc:docMk/>
            <pc:sldMk cId="4041372935" sldId="363"/>
            <ac:spMk id="8" creationId="{7908063F-73AA-4DA0-B319-C4AB8DA8EDBD}"/>
          </ac:spMkLst>
        </pc:spChg>
        <pc:spChg chg="add del mod">
          <ac:chgData name="Mandy Lin - Freedom Systems" userId="24f92fdd-367a-40f1-ad9b-8db5b9467043" providerId="ADAL" clId="{5BF1F43A-1D68-4CA2-A42C-4398AE189845}" dt="2021-10-01T07:41:31.087" v="2735" actId="164"/>
          <ac:spMkLst>
            <pc:docMk/>
            <pc:sldMk cId="4041372935" sldId="363"/>
            <ac:spMk id="9" creationId="{223AF3D6-304B-4919-A1DC-6F8D97978A19}"/>
          </ac:spMkLst>
        </pc:spChg>
        <pc:spChg chg="add del mod">
          <ac:chgData name="Mandy Lin - Freedom Systems" userId="24f92fdd-367a-40f1-ad9b-8db5b9467043" providerId="ADAL" clId="{5BF1F43A-1D68-4CA2-A42C-4398AE189845}" dt="2021-10-01T07:41:31.087" v="2735" actId="164"/>
          <ac:spMkLst>
            <pc:docMk/>
            <pc:sldMk cId="4041372935" sldId="363"/>
            <ac:spMk id="10" creationId="{8A97D737-7CFB-46D0-BAF6-949FAF2143E9}"/>
          </ac:spMkLst>
        </pc:spChg>
        <pc:spChg chg="add del mod">
          <ac:chgData name="Mandy Lin - Freedom Systems" userId="24f92fdd-367a-40f1-ad9b-8db5b9467043" providerId="ADAL" clId="{5BF1F43A-1D68-4CA2-A42C-4398AE189845}" dt="2021-10-01T07:41:31.087" v="2735" actId="164"/>
          <ac:spMkLst>
            <pc:docMk/>
            <pc:sldMk cId="4041372935" sldId="363"/>
            <ac:spMk id="11" creationId="{CFEE05E8-8CD0-4161-9A89-E277F1E003D8}"/>
          </ac:spMkLst>
        </pc:spChg>
        <pc:spChg chg="add del mod">
          <ac:chgData name="Mandy Lin - Freedom Systems" userId="24f92fdd-367a-40f1-ad9b-8db5b9467043" providerId="ADAL" clId="{5BF1F43A-1D68-4CA2-A42C-4398AE189845}" dt="2021-10-01T07:41:31.087" v="2735" actId="164"/>
          <ac:spMkLst>
            <pc:docMk/>
            <pc:sldMk cId="4041372935" sldId="363"/>
            <ac:spMk id="12" creationId="{A6739DBD-812B-4A41-BE5D-A7BA49C7AA89}"/>
          </ac:spMkLst>
        </pc:spChg>
        <pc:grpChg chg="add mod">
          <ac:chgData name="Mandy Lin - Freedom Systems" userId="24f92fdd-367a-40f1-ad9b-8db5b9467043" providerId="ADAL" clId="{5BF1F43A-1D68-4CA2-A42C-4398AE189845}" dt="2021-10-01T07:41:36.571" v="2736" actId="1076"/>
          <ac:grpSpMkLst>
            <pc:docMk/>
            <pc:sldMk cId="4041372935" sldId="363"/>
            <ac:grpSpMk id="13" creationId="{1BF35E3C-CE8D-4082-AED7-6B754AB38204}"/>
          </ac:grpSpMkLst>
        </pc:grpChg>
      </pc:sldChg>
      <pc:sldChg chg="addSp delSp modSp add del mod ord modTransition modClrScheme chgLayout">
        <pc:chgData name="Mandy Lin - Freedom Systems" userId="24f92fdd-367a-40f1-ad9b-8db5b9467043" providerId="ADAL" clId="{5BF1F43A-1D68-4CA2-A42C-4398AE189845}" dt="2021-10-06T06:09:54.318" v="4299" actId="47"/>
        <pc:sldMkLst>
          <pc:docMk/>
          <pc:sldMk cId="878227516" sldId="364"/>
        </pc:sldMkLst>
        <pc:spChg chg="add del mod ord">
          <ac:chgData name="Mandy Lin - Freedom Systems" userId="24f92fdd-367a-40f1-ad9b-8db5b9467043" providerId="ADAL" clId="{5BF1F43A-1D68-4CA2-A42C-4398AE189845}" dt="2021-10-06T05:35:37.520" v="4284" actId="700"/>
          <ac:spMkLst>
            <pc:docMk/>
            <pc:sldMk cId="878227516" sldId="364"/>
            <ac:spMk id="2" creationId="{A100E7AE-F972-4108-940F-44E46224B82E}"/>
          </ac:spMkLst>
        </pc:spChg>
        <pc:spChg chg="del mod ord">
          <ac:chgData name="Mandy Lin - Freedom Systems" userId="24f92fdd-367a-40f1-ad9b-8db5b9467043" providerId="ADAL" clId="{5BF1F43A-1D68-4CA2-A42C-4398AE189845}" dt="2021-10-01T07:28:32.564" v="2622" actId="478"/>
          <ac:spMkLst>
            <pc:docMk/>
            <pc:sldMk cId="878227516" sldId="364"/>
            <ac:spMk id="2" creationId="{F1E3D6C3-F97C-498B-BD8F-4E76820B0DDB}"/>
          </ac:spMkLst>
        </pc:spChg>
        <pc:spChg chg="add del mod ord">
          <ac:chgData name="Mandy Lin - Freedom Systems" userId="24f92fdd-367a-40f1-ad9b-8db5b9467043" providerId="ADAL" clId="{5BF1F43A-1D68-4CA2-A42C-4398AE189845}" dt="2021-10-06T05:35:37.520" v="4284" actId="700"/>
          <ac:spMkLst>
            <pc:docMk/>
            <pc:sldMk cId="878227516" sldId="364"/>
            <ac:spMk id="3" creationId="{987C35E0-71A4-4263-9A69-2F25812A8251}"/>
          </ac:spMkLst>
        </pc:spChg>
        <pc:spChg chg="add del mod ord">
          <ac:chgData name="Mandy Lin - Freedom Systems" userId="24f92fdd-367a-40f1-ad9b-8db5b9467043" providerId="ADAL" clId="{5BF1F43A-1D68-4CA2-A42C-4398AE189845}" dt="2021-10-06T05:35:37.520" v="4284" actId="700"/>
          <ac:spMkLst>
            <pc:docMk/>
            <pc:sldMk cId="878227516" sldId="364"/>
            <ac:spMk id="4" creationId="{30100666-1B30-4BBA-B439-1121E579AD1E}"/>
          </ac:spMkLst>
        </pc:spChg>
        <pc:spChg chg="add del mod ord">
          <ac:chgData name="Mandy Lin - Freedom Systems" userId="24f92fdd-367a-40f1-ad9b-8db5b9467043" providerId="ADAL" clId="{5BF1F43A-1D68-4CA2-A42C-4398AE189845}" dt="2021-10-06T05:35:37.520" v="4284" actId="700"/>
          <ac:spMkLst>
            <pc:docMk/>
            <pc:sldMk cId="878227516" sldId="364"/>
            <ac:spMk id="5" creationId="{6A9E0BCC-0E89-420F-924C-5B40B4BE9C9C}"/>
          </ac:spMkLst>
        </pc:spChg>
        <pc:spChg chg="add del mod ord">
          <ac:chgData name="Mandy Lin - Freedom Systems" userId="24f92fdd-367a-40f1-ad9b-8db5b9467043" providerId="ADAL" clId="{5BF1F43A-1D68-4CA2-A42C-4398AE189845}" dt="2021-10-06T05:35:37.520" v="4284" actId="700"/>
          <ac:spMkLst>
            <pc:docMk/>
            <pc:sldMk cId="878227516" sldId="364"/>
            <ac:spMk id="6" creationId="{401F091C-DF87-4313-9BAC-BE1E44DB086A}"/>
          </ac:spMkLst>
        </pc:spChg>
        <pc:spChg chg="add del mod ord">
          <ac:chgData name="Mandy Lin - Freedom Systems" userId="24f92fdd-367a-40f1-ad9b-8db5b9467043" providerId="ADAL" clId="{5BF1F43A-1D68-4CA2-A42C-4398AE189845}" dt="2021-10-06T05:35:37.520" v="4284" actId="700"/>
          <ac:spMkLst>
            <pc:docMk/>
            <pc:sldMk cId="878227516" sldId="364"/>
            <ac:spMk id="7" creationId="{A8A3862F-9737-4EEE-A265-218CE4519A96}"/>
          </ac:spMkLst>
        </pc:spChg>
        <pc:spChg chg="add del mod ord">
          <ac:chgData name="Mandy Lin - Freedom Systems" userId="24f92fdd-367a-40f1-ad9b-8db5b9467043" providerId="ADAL" clId="{5BF1F43A-1D68-4CA2-A42C-4398AE189845}" dt="2021-10-06T05:35:37.520" v="4284" actId="700"/>
          <ac:spMkLst>
            <pc:docMk/>
            <pc:sldMk cId="878227516" sldId="364"/>
            <ac:spMk id="8" creationId="{95561807-2036-40E1-9166-31646119316F}"/>
          </ac:spMkLst>
        </pc:spChg>
        <pc:spChg chg="add mod ord">
          <ac:chgData name="Mandy Lin - Freedom Systems" userId="24f92fdd-367a-40f1-ad9b-8db5b9467043" providerId="ADAL" clId="{5BF1F43A-1D68-4CA2-A42C-4398AE189845}" dt="2021-10-06T05:35:37.520" v="4284" actId="700"/>
          <ac:spMkLst>
            <pc:docMk/>
            <pc:sldMk cId="878227516" sldId="364"/>
            <ac:spMk id="9" creationId="{EA4CE411-EEC7-465B-8D00-F1F14F22EFDD}"/>
          </ac:spMkLst>
        </pc:spChg>
        <pc:spChg chg="mod ord">
          <ac:chgData name="Mandy Lin - Freedom Systems" userId="24f92fdd-367a-40f1-ad9b-8db5b9467043" providerId="ADAL" clId="{5BF1F43A-1D68-4CA2-A42C-4398AE189845}" dt="2021-10-06T05:35:37.520" v="4284" actId="700"/>
          <ac:spMkLst>
            <pc:docMk/>
            <pc:sldMk cId="878227516" sldId="364"/>
            <ac:spMk id="10" creationId="{B227DDCA-C663-48C9-B133-DDA84F6364BF}"/>
          </ac:spMkLst>
        </pc:spChg>
        <pc:spChg chg="add mod ord">
          <ac:chgData name="Mandy Lin - Freedom Systems" userId="24f92fdd-367a-40f1-ad9b-8db5b9467043" providerId="ADAL" clId="{5BF1F43A-1D68-4CA2-A42C-4398AE189845}" dt="2021-10-06T05:35:37.520" v="4284" actId="700"/>
          <ac:spMkLst>
            <pc:docMk/>
            <pc:sldMk cId="878227516" sldId="364"/>
            <ac:spMk id="11" creationId="{7ED91910-3BC8-4C16-8B18-CEE6F64FE584}"/>
          </ac:spMkLst>
        </pc:spChg>
        <pc:spChg chg="add del mod ord">
          <ac:chgData name="Mandy Lin - Freedom Systems" userId="24f92fdd-367a-40f1-ad9b-8db5b9467043" providerId="ADAL" clId="{5BF1F43A-1D68-4CA2-A42C-4398AE189845}" dt="2021-10-06T06:07:20.756" v="4285" actId="931"/>
          <ac:spMkLst>
            <pc:docMk/>
            <pc:sldMk cId="878227516" sldId="364"/>
            <ac:spMk id="12" creationId="{DD438BE6-2342-4C65-8ED2-41AEB68C3FF9}"/>
          </ac:spMkLst>
        </pc:spChg>
        <pc:spChg chg="add del mod ord">
          <ac:chgData name="Mandy Lin - Freedom Systems" userId="24f92fdd-367a-40f1-ad9b-8db5b9467043" providerId="ADAL" clId="{5BF1F43A-1D68-4CA2-A42C-4398AE189845}" dt="2021-10-01T07:54:11.195" v="2820" actId="700"/>
          <ac:spMkLst>
            <pc:docMk/>
            <pc:sldMk cId="878227516" sldId="364"/>
            <ac:spMk id="12" creationId="{F83428A7-C5CB-4554-AFC8-F3B891196629}"/>
          </ac:spMkLst>
        </pc:spChg>
        <pc:spChg chg="add del mod ord">
          <ac:chgData name="Mandy Lin - Freedom Systems" userId="24f92fdd-367a-40f1-ad9b-8db5b9467043" providerId="ADAL" clId="{5BF1F43A-1D68-4CA2-A42C-4398AE189845}" dt="2021-10-06T06:07:33.369" v="4286" actId="931"/>
          <ac:spMkLst>
            <pc:docMk/>
            <pc:sldMk cId="878227516" sldId="364"/>
            <ac:spMk id="13" creationId="{AAA7B7B8-A46A-47CB-83D3-C53F55AB5512}"/>
          </ac:spMkLst>
        </pc:spChg>
        <pc:spChg chg="add mod ord">
          <ac:chgData name="Mandy Lin - Freedom Systems" userId="24f92fdd-367a-40f1-ad9b-8db5b9467043" providerId="ADAL" clId="{5BF1F43A-1D68-4CA2-A42C-4398AE189845}" dt="2021-10-06T05:35:37.520" v="4284" actId="700"/>
          <ac:spMkLst>
            <pc:docMk/>
            <pc:sldMk cId="878227516" sldId="364"/>
            <ac:spMk id="14" creationId="{2EDAF45A-E969-49B9-B115-67AE0CEB9410}"/>
          </ac:spMkLst>
        </pc:spChg>
        <pc:spChg chg="add mod ord">
          <ac:chgData name="Mandy Lin - Freedom Systems" userId="24f92fdd-367a-40f1-ad9b-8db5b9467043" providerId="ADAL" clId="{5BF1F43A-1D68-4CA2-A42C-4398AE189845}" dt="2021-10-06T05:35:37.520" v="4284" actId="700"/>
          <ac:spMkLst>
            <pc:docMk/>
            <pc:sldMk cId="878227516" sldId="364"/>
            <ac:spMk id="15" creationId="{6A6C5DB0-1FE3-4B21-B07C-91A0ACFF784B}"/>
          </ac:spMkLst>
        </pc:spChg>
        <pc:grpChg chg="del">
          <ac:chgData name="Mandy Lin - Freedom Systems" userId="24f92fdd-367a-40f1-ad9b-8db5b9467043" providerId="ADAL" clId="{5BF1F43A-1D68-4CA2-A42C-4398AE189845}" dt="2021-10-01T07:40:53.825" v="2726" actId="478"/>
          <ac:grpSpMkLst>
            <pc:docMk/>
            <pc:sldMk cId="878227516" sldId="364"/>
            <ac:grpSpMk id="3" creationId="{E20391D3-48C2-4BED-B0B2-048A2200E704}"/>
          </ac:grpSpMkLst>
        </pc:grpChg>
        <pc:picChg chg="add mod">
          <ac:chgData name="Mandy Lin - Freedom Systems" userId="24f92fdd-367a-40f1-ad9b-8db5b9467043" providerId="ADAL" clId="{5BF1F43A-1D68-4CA2-A42C-4398AE189845}" dt="2021-10-06T06:07:20.756" v="4285" actId="931"/>
          <ac:picMkLst>
            <pc:docMk/>
            <pc:sldMk cId="878227516" sldId="364"/>
            <ac:picMk id="3" creationId="{81037A6D-5B84-412D-BFA8-6C52C69AAE8A}"/>
          </ac:picMkLst>
        </pc:picChg>
        <pc:picChg chg="add mod">
          <ac:chgData name="Mandy Lin - Freedom Systems" userId="24f92fdd-367a-40f1-ad9b-8db5b9467043" providerId="ADAL" clId="{5BF1F43A-1D68-4CA2-A42C-4398AE189845}" dt="2021-10-06T06:07:33.369" v="4286" actId="931"/>
          <ac:picMkLst>
            <pc:docMk/>
            <pc:sldMk cId="878227516" sldId="364"/>
            <ac:picMk id="5" creationId="{4D326239-2D76-4293-B1AA-BED6C180EAC8}"/>
          </ac:picMkLst>
        </pc:picChg>
      </pc:sldChg>
      <pc:sldChg chg="addSp delSp modSp mod ord modTransition modClrScheme chgLayout">
        <pc:chgData name="Mandy Lin - Freedom Systems" userId="24f92fdd-367a-40f1-ad9b-8db5b9467043" providerId="ADAL" clId="{5BF1F43A-1D68-4CA2-A42C-4398AE189845}" dt="2021-10-19T06:39:20.555" v="4596"/>
        <pc:sldMkLst>
          <pc:docMk/>
          <pc:sldMk cId="3120854365" sldId="365"/>
        </pc:sldMkLst>
        <pc:spChg chg="mod ord">
          <ac:chgData name="Mandy Lin - Freedom Systems" userId="24f92fdd-367a-40f1-ad9b-8db5b9467043" providerId="ADAL" clId="{5BF1F43A-1D68-4CA2-A42C-4398AE189845}" dt="2021-10-01T07:40:05.535" v="2723" actId="700"/>
          <ac:spMkLst>
            <pc:docMk/>
            <pc:sldMk cId="3120854365" sldId="365"/>
            <ac:spMk id="2" creationId="{80DD8153-C6EA-4E09-B83F-4C14E3A1056E}"/>
          </ac:spMkLst>
        </pc:spChg>
        <pc:spChg chg="del">
          <ac:chgData name="Mandy Lin - Freedom Systems" userId="24f92fdd-367a-40f1-ad9b-8db5b9467043" providerId="ADAL" clId="{5BF1F43A-1D68-4CA2-A42C-4398AE189845}" dt="2021-10-01T07:40:00.188" v="2722" actId="478"/>
          <ac:spMkLst>
            <pc:docMk/>
            <pc:sldMk cId="3120854365" sldId="365"/>
            <ac:spMk id="3" creationId="{4D973942-7E1E-43F7-86D3-890D229EB5F0}"/>
          </ac:spMkLst>
        </pc:spChg>
        <pc:spChg chg="add mod or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3120854365" sldId="365"/>
            <ac:spMk id="5" creationId="{478626B4-84E8-40F7-A634-A020ED66D924}"/>
          </ac:spMkLst>
        </pc:spChg>
        <pc:spChg chg="add mod ord">
          <ac:chgData name="Mandy Lin - Freedom Systems" userId="24f92fdd-367a-40f1-ad9b-8db5b9467043" providerId="ADAL" clId="{5BF1F43A-1D68-4CA2-A42C-4398AE189845}" dt="2021-10-01T07:40:05.535" v="2723" actId="700"/>
          <ac:spMkLst>
            <pc:docMk/>
            <pc:sldMk cId="3120854365" sldId="365"/>
            <ac:spMk id="6" creationId="{C8F0B7DE-B638-4123-AFAB-64392D805C3E}"/>
          </ac:spMkLst>
        </pc:spChg>
        <pc:spChg chg="add mod ord">
          <ac:chgData name="Mandy Lin - Freedom Systems" userId="24f92fdd-367a-40f1-ad9b-8db5b9467043" providerId="ADAL" clId="{5BF1F43A-1D68-4CA2-A42C-4398AE189845}" dt="2021-10-01T07:40:05.535" v="2723" actId="700"/>
          <ac:spMkLst>
            <pc:docMk/>
            <pc:sldMk cId="3120854365" sldId="365"/>
            <ac:spMk id="7" creationId="{1EDA2FEE-3A39-4762-86C1-E13BE45BCDA6}"/>
          </ac:spMkLst>
        </pc:spChg>
      </pc:sldChg>
      <pc:sldChg chg="addSp delSp modSp del mod modTransition chgLayout">
        <pc:chgData name="Mandy Lin - Freedom Systems" userId="24f92fdd-367a-40f1-ad9b-8db5b9467043" providerId="ADAL" clId="{5BF1F43A-1D68-4CA2-A42C-4398AE189845}" dt="2021-10-01T07:40:35.531" v="2724" actId="47"/>
        <pc:sldMkLst>
          <pc:docMk/>
          <pc:sldMk cId="1847636146" sldId="366"/>
        </pc:sldMkLst>
        <pc:spChg chg="del">
          <ac:chgData name="Mandy Lin - Freedom Systems" userId="24f92fdd-367a-40f1-ad9b-8db5b9467043" providerId="ADAL" clId="{5BF1F43A-1D68-4CA2-A42C-4398AE189845}" dt="2021-10-01T07:39:56.804" v="2721" actId="478"/>
          <ac:spMkLst>
            <pc:docMk/>
            <pc:sldMk cId="1847636146" sldId="366"/>
            <ac:spMk id="3" creationId="{B91BF05D-FF33-4ABA-87BD-30DE279DDA39}"/>
          </ac:spMkLst>
        </pc:spChg>
        <pc:spChg chg="mod ord">
          <ac:chgData name="Mandy Lin - Freedom Systems" userId="24f92fdd-367a-40f1-ad9b-8db5b9467043" providerId="ADAL" clId="{5BF1F43A-1D68-4CA2-A42C-4398AE189845}" dt="2021-10-01T07:39:51.483" v="2720" actId="700"/>
          <ac:spMkLst>
            <pc:docMk/>
            <pc:sldMk cId="1847636146" sldId="366"/>
            <ac:spMk id="4" creationId="{5AB9FF2A-835F-490E-B722-99CEB587FB1A}"/>
          </ac:spMkLst>
        </pc:spChg>
        <pc:spChg chg="mod ord">
          <ac:chgData name="Mandy Lin - Freedom Systems" userId="24f92fdd-367a-40f1-ad9b-8db5b9467043" providerId="ADAL" clId="{5BF1F43A-1D68-4CA2-A42C-4398AE189845}" dt="2021-10-01T07:39:51.483" v="2720" actId="700"/>
          <ac:spMkLst>
            <pc:docMk/>
            <pc:sldMk cId="1847636146" sldId="366"/>
            <ac:spMk id="5" creationId="{95DE15D5-2A92-4C52-966E-7E66A421DD89}"/>
          </ac:spMkLst>
        </pc:spChg>
        <pc:spChg chg="add mod ord">
          <ac:chgData name="Mandy Lin - Freedom Systems" userId="24f92fdd-367a-40f1-ad9b-8db5b9467043" providerId="ADAL" clId="{5BF1F43A-1D68-4CA2-A42C-4398AE189845}" dt="2021-10-01T07:39:51.483" v="2720" actId="700"/>
          <ac:spMkLst>
            <pc:docMk/>
            <pc:sldMk cId="1847636146" sldId="366"/>
            <ac:spMk id="6" creationId="{7DAF98C6-B71C-4380-B4C1-8B74BD432BC0}"/>
          </ac:spMkLst>
        </pc:spChg>
        <pc:spChg chg="add mod ord">
          <ac:chgData name="Mandy Lin - Freedom Systems" userId="24f92fdd-367a-40f1-ad9b-8db5b9467043" providerId="ADAL" clId="{5BF1F43A-1D68-4CA2-A42C-4398AE189845}" dt="2021-10-01T07:39:51.483" v="2720" actId="700"/>
          <ac:spMkLst>
            <pc:docMk/>
            <pc:sldMk cId="1847636146" sldId="366"/>
            <ac:spMk id="7" creationId="{0F8E1671-790D-4469-A828-1BA09B6160C8}"/>
          </ac:spMkLst>
        </pc:spChg>
      </pc:sldChg>
      <pc:sldChg chg="modSp del modTransition">
        <pc:chgData name="Mandy Lin - Freedom Systems" userId="24f92fdd-367a-40f1-ad9b-8db5b9467043" providerId="ADAL" clId="{5BF1F43A-1D68-4CA2-A42C-4398AE189845}" dt="2021-10-01T07:23:38.746" v="2599" actId="47"/>
        <pc:sldMkLst>
          <pc:docMk/>
          <pc:sldMk cId="368369821" sldId="367"/>
        </pc:sldMkLst>
        <pc:spChg chg="mod">
          <ac:chgData name="Mandy Lin - Freedom Systems" userId="24f92fdd-367a-40f1-ad9b-8db5b9467043" providerId="ADAL" clId="{5BF1F43A-1D68-4CA2-A42C-4398AE189845}" dt="2021-10-01T07:19:53.743" v="2563"/>
          <ac:spMkLst>
            <pc:docMk/>
            <pc:sldMk cId="368369821" sldId="367"/>
            <ac:spMk id="3" creationId="{17B6242C-6108-45D9-89F2-836410D48FA8}"/>
          </ac:spMkLst>
        </pc:spChg>
      </pc:sldChg>
      <pc:sldChg chg="addSp modSp mod modTransition modClrScheme chgLayout">
        <pc:chgData name="Mandy Lin - Freedom Systems" userId="24f92fdd-367a-40f1-ad9b-8db5b9467043" providerId="ADAL" clId="{5BF1F43A-1D68-4CA2-A42C-4398AE189845}" dt="2021-10-03T15:48:12.876" v="3888" actId="700"/>
        <pc:sldMkLst>
          <pc:docMk/>
          <pc:sldMk cId="3100987043" sldId="368"/>
        </pc:sldMkLst>
        <pc:spChg chg="mod ord">
          <ac:chgData name="Mandy Lin - Freedom Systems" userId="24f92fdd-367a-40f1-ad9b-8db5b9467043" providerId="ADAL" clId="{5BF1F43A-1D68-4CA2-A42C-4398AE189845}" dt="2021-10-03T15:48:12.876" v="3888" actId="700"/>
          <ac:spMkLst>
            <pc:docMk/>
            <pc:sldMk cId="3100987043" sldId="368"/>
            <ac:spMk id="2" creationId="{BEF3B370-56CD-4652-8313-A5F130D2E5AF}"/>
          </ac:spMkLst>
        </pc:spChg>
        <pc:spChg chg="add mod ord">
          <ac:chgData name="Mandy Lin - Freedom Systems" userId="24f92fdd-367a-40f1-ad9b-8db5b9467043" providerId="ADAL" clId="{5BF1F43A-1D68-4CA2-A42C-4398AE189845}" dt="2021-10-03T15:48:12.876" v="3888" actId="700"/>
          <ac:spMkLst>
            <pc:docMk/>
            <pc:sldMk cId="3100987043" sldId="368"/>
            <ac:spMk id="3" creationId="{2455B944-FE5B-4F08-8C34-5E9F5107DAB9}"/>
          </ac:spMkLst>
        </pc:spChg>
      </pc:sldChg>
      <pc:sldChg chg="addSp delSp modSp mod modTransition modClrScheme chgLayout">
        <pc:chgData name="Mandy Lin - Freedom Systems" userId="24f92fdd-367a-40f1-ad9b-8db5b9467043" providerId="ADAL" clId="{5BF1F43A-1D68-4CA2-A42C-4398AE189845}" dt="2021-10-03T16:26:33.229" v="3986" actId="1076"/>
        <pc:sldMkLst>
          <pc:docMk/>
          <pc:sldMk cId="1796187659" sldId="369"/>
        </pc:sldMkLst>
        <pc:spChg chg="mod ord">
          <ac:chgData name="Mandy Lin - Freedom Systems" userId="24f92fdd-367a-40f1-ad9b-8db5b9467043" providerId="ADAL" clId="{5BF1F43A-1D68-4CA2-A42C-4398AE189845}" dt="2021-10-01T07:25:14.868" v="2605" actId="700"/>
          <ac:spMkLst>
            <pc:docMk/>
            <pc:sldMk cId="1796187659" sldId="369"/>
            <ac:spMk id="2" creationId="{20FCAD2A-72A9-4B81-AC0B-F7DC2056F47F}"/>
          </ac:spMkLst>
        </pc:spChg>
        <pc:spChg chg="ad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1796187659" sldId="369"/>
            <ac:spMk id="5" creationId="{6780C09F-59AA-4AD3-9400-A17DB3870B4A}"/>
          </ac:spMkLst>
        </pc:spChg>
        <pc:spChg chg="mod">
          <ac:chgData name="Mandy Lin - Freedom Systems" userId="24f92fdd-367a-40f1-ad9b-8db5b9467043" providerId="ADAL" clId="{5BF1F43A-1D68-4CA2-A42C-4398AE189845}" dt="2021-10-03T15:47:43.085" v="3879" actId="1076"/>
          <ac:spMkLst>
            <pc:docMk/>
            <pc:sldMk cId="1796187659" sldId="369"/>
            <ac:spMk id="11" creationId="{EF9925FB-6775-4FF2-8B18-FBAEEC59CE06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36" creationId="{D0515F0B-844F-4B55-8B83-5C84C66BFE59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37" creationId="{4BD40CB3-FF1A-4505-B528-6228B8AA5704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38" creationId="{7549B976-B098-485D-8EEA-9F7B89EEE0E0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39" creationId="{45BC448D-520E-41EC-AA74-AD8761A45602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40" creationId="{76AFF3A7-DA39-4C8F-BF08-D4980B180959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41" creationId="{0CDB1F3C-F37F-47CF-92F2-110F2C89F073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42" creationId="{67F1CBB3-87DD-4C48-9EB9-5995941E31F1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43" creationId="{B5C84C78-0B11-4AA3-856E-3881D58470AB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44" creationId="{5667A597-B9E2-41A4-B6C2-600D9C5D17A0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45" creationId="{00670450-4A46-4DCC-8733-21059855825C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46" creationId="{DE1BFF4C-7C22-46B4-8C7C-ADFD10676960}"/>
          </ac:spMkLst>
        </pc:spChg>
        <pc:spChg chg="mod">
          <ac:chgData name="Mandy Lin - Freedom Systems" userId="24f92fdd-367a-40f1-ad9b-8db5b9467043" providerId="ADAL" clId="{5BF1F43A-1D68-4CA2-A42C-4398AE189845}" dt="2021-10-03T15:45:45.581" v="3870" actId="20577"/>
          <ac:spMkLst>
            <pc:docMk/>
            <pc:sldMk cId="1796187659" sldId="369"/>
            <ac:spMk id="47" creationId="{6B9BB989-EBA4-41C3-9A9D-69A144E8EE0D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48" creationId="{A9845865-04C5-4E21-87B8-166AC6A1129C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49" creationId="{44C2F280-BA51-4254-95B8-6DB091495B70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50" creationId="{44CAED25-6454-4BAB-B9FF-28A6C0BB7203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51" creationId="{52BE3076-728E-4C3C-9FC5-E783AA459B61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52" creationId="{E7F8892C-AAEF-408D-8896-B4C2C82E3AE1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53" creationId="{3EA30A1B-F14F-4298-9F41-46153CE4045C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54" creationId="{F687462D-40BE-46D1-A3DB-6798C21989C6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55" creationId="{B0FD973C-3408-481B-8BC9-6FAFE5904A53}"/>
          </ac:spMkLst>
        </pc:spChg>
        <pc:spChg chg="mod">
          <ac:chgData name="Mandy Lin - Freedom Systems" userId="24f92fdd-367a-40f1-ad9b-8db5b9467043" providerId="ADAL" clId="{5BF1F43A-1D68-4CA2-A42C-4398AE189845}" dt="2021-10-03T15:45:20.960" v="3851" actId="1076"/>
          <ac:spMkLst>
            <pc:docMk/>
            <pc:sldMk cId="1796187659" sldId="369"/>
            <ac:spMk id="56" creationId="{95EE86D0-1718-4295-8AC5-67E9894BC1C6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57" creationId="{1579FABF-2518-4FBD-BA8D-1590D6A14ADA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58" creationId="{008046F8-162C-4AAE-81C5-DD8BFA7012DC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59" creationId="{13C53CAC-9683-4799-AF06-C930C342395D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60" creationId="{A30148E4-69A6-490F-85A5-7F9D22FCA5CF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61" creationId="{08FBD510-90D5-4328-BDA5-826C19864F49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62" creationId="{5A378D47-C5BD-4BB7-94B4-8B9EAFB0AC3B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63" creationId="{61426924-BBF5-4BD3-B34F-B6DD6B14A5A6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64" creationId="{62F0E1F5-BE95-43BC-9774-9BF8E4419054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65" creationId="{E6BADAC0-6A46-4189-A9E4-DD321E1D64E7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66" creationId="{9C2E6BA6-289B-4F37-BFD2-79D62DB95510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67" creationId="{8C60450F-85CD-436E-8CBB-752533B65452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68" creationId="{2B4D9B93-A35F-4CEA-90DA-F4C6BE57EF70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69" creationId="{41EC08C3-AE86-4358-ABDE-08828BD93C0D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70" creationId="{18861968-9368-4FBA-9EA9-AE1C0FC6111C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71" creationId="{3F22070E-2957-45EA-8A9B-7D3B78A393F1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72" creationId="{95BDBCC9-180E-4ECA-8802-365E958B26E0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73" creationId="{B38540E0-061B-4282-90A3-5922DFC3F0D1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74" creationId="{B2F5B581-473C-4477-8670-2C82CD9264AF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75" creationId="{C01FC5F9-6895-4B1B-9374-2ED3568BAA0D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76" creationId="{720C8FA1-C071-4BFA-B415-652220EC57A9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78" creationId="{1ADF5008-21B7-437D-B98B-3185CBD9B131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80" creationId="{F9450CD4-5422-4DF9-9288-7048F697EE90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81" creationId="{90FA28AE-66F2-4037-A638-8E7715ACAD6F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82" creationId="{3355FFB5-7822-4713-9AA1-B0E0352B6667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92" creationId="{C6532C61-2CA3-4FBF-885C-8D36D4F79920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93" creationId="{FDF68AFF-A654-4B52-965F-2521151050A7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01" creationId="{52F3354F-ADD1-42D8-8108-DA371B6074C6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02" creationId="{2B73F10D-7134-422F-9331-4343FB57393F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03" creationId="{79599918-8000-4484-8F73-A155045FBD62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04" creationId="{7884B78A-71AE-467C-984A-7821D122AFBD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05" creationId="{AF1B11B6-C7C6-455D-AADF-6EA721A8FEFE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06" creationId="{76FF96CC-50DA-4D57-A160-BAEF38ACEAAA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07" creationId="{57400A19-BBAD-4B94-AE8D-5561E577E932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08" creationId="{377FCDAB-BB03-4E6D-914E-2BE149792618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09" creationId="{F8E5BF72-1C42-4649-BC76-20F83D92A604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10" creationId="{7D5A9F65-723E-44F1-B031-50435779D064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11" creationId="{F29D49C8-DCE6-4CED-8BB1-62F986ABC595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12" creationId="{C5226A94-B769-44EF-9C96-5DE9536D62A1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13" creationId="{B95712FD-9A7E-4B61-BBE4-46D2949073F7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14" creationId="{1BEA1BB5-6649-42EF-BA02-BCAFE9EBD37E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15" creationId="{60EFAA4B-0927-47D4-9371-08F11534FDA8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16" creationId="{1E8A674A-127B-4F91-A895-44828FCCE7D9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17" creationId="{8F699D33-2F43-4F8A-8542-455040DADB4C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18" creationId="{516F23D7-4FF7-4DD8-804A-429263B0856B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19" creationId="{DDF57C52-02C0-459E-A0CF-E5FAAF2F9789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20" creationId="{50586251-8809-41EF-8D2B-F21118B48691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21" creationId="{9EB0B115-7299-47BD-802B-F4ED37E02705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22" creationId="{068D531C-E184-4350-9F5A-763F24D58E3D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23" creationId="{587489D2-1F5B-439C-8118-30F163452B8A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24" creationId="{F5E9DC1F-B1AA-4A19-BCDE-954C5FA2DC0C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25" creationId="{E6C99E2B-84CA-418E-9C7C-3D9E589B4809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26" creationId="{F0BD5F28-0E8B-44EE-BDDB-BB391E234148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27" creationId="{0B1FFBA9-29A4-4914-94E7-1A86503AF14F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28" creationId="{B4F29712-41AB-4826-8750-BD83CA94D6A3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29" creationId="{FD0CC1C1-C46D-462D-A7B4-250C44825CCA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30" creationId="{44C00221-D970-4F1E-AC36-3968A1FFCE83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31" creationId="{3E641262-0E54-44BC-943E-DEA5354C5AF3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32" creationId="{E8AFD690-3506-49F1-901D-8FD5A0F36C94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33" creationId="{61FAE33B-B8B1-482A-BBC1-65355729682F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34" creationId="{07F8AFD9-EC6B-44DA-8ADE-BD1E956D1F1D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35" creationId="{2237767B-20B6-4E48-A7DB-F32A8B5979F7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36" creationId="{EC52A1CA-1F14-48EE-93BE-39F987D9E0E5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37" creationId="{1B0112AA-337A-4905-8AC9-8676304CC6AA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38" creationId="{97BB1CE0-1DBD-4BF3-B034-801E0920FEF8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39" creationId="{A78E9ACF-8AF0-49ED-8949-A3A5CCFAB64F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40" creationId="{3B6CEB7E-0A78-400C-933C-47DF9089F6CB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41" creationId="{96B7AADF-4BD2-470E-8DC3-411AE94608C4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42" creationId="{E4CAA86D-046C-416E-860E-6B9D16592310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43" creationId="{9544C235-2F4A-4D0A-A038-45C73B76A30D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44" creationId="{65108724-9A77-47AB-95A3-AF8B473E3689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45" creationId="{618738DB-7382-41C5-AE47-2736AF1AE245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46" creationId="{BBAA0BC8-ABED-4222-BB16-F7BAD5396449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47" creationId="{54D1AE53-4CD9-4C18-B969-16420F3F9141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48" creationId="{0B34B74F-78EF-4037-B438-8CCADB776610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49" creationId="{2B505CFB-1E97-4F8D-9667-2731448F1ED0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50" creationId="{E18235A2-D8BA-4A02-BC17-609A1DE29639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51" creationId="{BB9A3654-22BA-40F4-82FB-DBF11F5310A2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52" creationId="{AE9FCA2D-EBB5-426A-85F9-6EF8FEDCDC7A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53" creationId="{5BFDA0BB-18B6-4F19-880B-240959815104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54" creationId="{6D5749AE-176B-40AC-A268-979D419E9BE8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55" creationId="{C8EE81D2-70C9-4ED3-B0BE-F6F5904319F9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56" creationId="{17296722-046F-4E66-98D6-989CBEF51B4A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57" creationId="{631053CA-C8BB-44D9-BC69-8E15B7795976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58" creationId="{A8476BCE-6785-4B89-8EB6-E3A7B403CB03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59" creationId="{05EECD35-72F3-4598-B7ED-8FC578334C6A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60" creationId="{5D446705-A93D-4ADE-BF08-C6AB9C0579D1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61" creationId="{434B3223-D105-4A6B-A51F-92A861008E98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62" creationId="{CE789D58-13DA-4271-9AB2-73E2187B0B0F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63" creationId="{8EEB8700-DA16-406D-AEB2-0E3D92A941BC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64" creationId="{7C612926-1C6B-40EA-A7A0-F879A22334D8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65" creationId="{4E3DE9A3-D15C-4536-BE1E-A867D8679578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66" creationId="{AFADDE28-B076-447D-981E-B7BA39B567B5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67" creationId="{581EDEC4-3B10-47AA-B744-DFF23B4B9BA6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68" creationId="{FA48D6AA-E9DD-4A4E-BF59-C25A30E8EEAC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69" creationId="{A6273880-7B7E-4035-9ED1-4DEC2EE8B15C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70" creationId="{0272DCCF-B2D1-437D-978C-4AF84E3DDE04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71" creationId="{A6EE7A71-BB54-4624-B912-E0E2FB56B516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72" creationId="{9412C5E7-8247-4577-92FB-0EABD6A82100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73" creationId="{6877A9B4-27F2-41CA-95BA-76D3DF1CAF1C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74" creationId="{35C85180-7ED9-4144-A992-B6407011BE13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75" creationId="{9CFB2D04-52B2-4D32-9F96-26C1597AF401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76" creationId="{7BAC0291-E186-435C-97EA-25CA6B43420D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77" creationId="{F313C792-906B-4B78-8AC5-2D5AB1E0C15C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78" creationId="{ED670023-DA45-4300-8C33-D55DE2D46474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79" creationId="{B1F16A00-4C4F-42A2-BD60-C350E8B0961F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80" creationId="{6EF62438-9B6D-4929-AE5C-3920627B2802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81" creationId="{7F7E2739-0957-4C36-8BC3-BBDB9FA2474F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82" creationId="{2B66DA6E-1C5E-4808-9AC7-7CA4157B2359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83" creationId="{28903B0C-1FE5-4874-A5EA-D44B8D58C0C2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84" creationId="{B3565D3A-2BEF-41A3-9A0F-2812B10E7794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85" creationId="{B571F94C-70DA-4741-A00E-51527993AA52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86" creationId="{0C3FEE45-9FF3-42D9-B5F6-10BAFBEA879C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87" creationId="{28B6A0FC-F662-4240-B3E3-A5ADE6BA1AF6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88" creationId="{9F7B9E44-019E-49EC-99AB-7DBAE9F9AC6A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89" creationId="{DF0D6B99-C39E-415E-AB1D-07FB929EEF45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90" creationId="{49FC45CE-4653-4320-AC54-ABEFB0E42E82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91" creationId="{C4CC1C19-E104-4A48-8F37-02FF8ED7D3E4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92" creationId="{C170F74D-9901-4168-9F48-D4F0F2FC09DB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93" creationId="{2C393FD2-988E-4549-AE73-64F12C0A0391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94" creationId="{71F53B42-4EDB-443B-ACA5-83109FD1834B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95" creationId="{3C9C7786-B607-45BA-8585-8EAD3C39681B}"/>
          </ac:spMkLst>
        </pc:spChg>
        <pc:spChg chg="mod">
          <ac:chgData name="Mandy Lin - Freedom Systems" userId="24f92fdd-367a-40f1-ad9b-8db5b9467043" providerId="ADAL" clId="{5BF1F43A-1D68-4CA2-A42C-4398AE189845}" dt="2021-10-03T15:45:25.686" v="3853" actId="1076"/>
          <ac:spMkLst>
            <pc:docMk/>
            <pc:sldMk cId="1796187659" sldId="369"/>
            <ac:spMk id="196" creationId="{9BEB4ABA-C74F-487F-86ED-2718AFAE526B}"/>
          </ac:spMkLst>
        </pc:spChg>
        <pc:spChg chg="del mod topLvl">
          <ac:chgData name="Mandy Lin - Freedom Systems" userId="24f92fdd-367a-40f1-ad9b-8db5b9467043" providerId="ADAL" clId="{5BF1F43A-1D68-4CA2-A42C-4398AE189845}" dt="2021-10-01T09:25:47.601" v="2936" actId="478"/>
          <ac:spMkLst>
            <pc:docMk/>
            <pc:sldMk cId="1796187659" sldId="369"/>
            <ac:spMk id="208" creationId="{4312772D-E35E-4CE6-80EF-CF4A742C2298}"/>
          </ac:spMkLst>
        </pc:spChg>
        <pc:spChg chg="add del mod">
          <ac:chgData name="Mandy Lin - Freedom Systems" userId="24f92fdd-367a-40f1-ad9b-8db5b9467043" providerId="ADAL" clId="{5BF1F43A-1D68-4CA2-A42C-4398AE189845}" dt="2021-10-03T15:42:26.396" v="3696" actId="478"/>
          <ac:spMkLst>
            <pc:docMk/>
            <pc:sldMk cId="1796187659" sldId="369"/>
            <ac:spMk id="210" creationId="{56C624FB-A983-40A4-A18D-45340C6412AE}"/>
          </ac:spMkLst>
        </pc:spChg>
        <pc:grpChg chg="add mod">
          <ac:chgData name="Mandy Lin - Freedom Systems" userId="24f92fdd-367a-40f1-ad9b-8db5b9467043" providerId="ADAL" clId="{5BF1F43A-1D68-4CA2-A42C-4398AE189845}" dt="2021-10-03T15:45:25.686" v="3853" actId="1076"/>
          <ac:grpSpMkLst>
            <pc:docMk/>
            <pc:sldMk cId="1796187659" sldId="369"/>
            <ac:grpSpMk id="35" creationId="{9DEE9B51-66AB-4399-8FED-BE39262DB096}"/>
          </ac:grpSpMkLst>
        </pc:grpChg>
        <pc:grpChg chg="add del mod">
          <ac:chgData name="Mandy Lin - Freedom Systems" userId="24f92fdd-367a-40f1-ad9b-8db5b9467043" providerId="ADAL" clId="{5BF1F43A-1D68-4CA2-A42C-4398AE189845}" dt="2021-10-01T09:25:18.786" v="2928" actId="165"/>
          <ac:grpSpMkLst>
            <pc:docMk/>
            <pc:sldMk cId="1796187659" sldId="369"/>
            <ac:grpSpMk id="198" creationId="{3E0E9871-F414-4302-917D-7E57B9B40A05}"/>
          </ac:grpSpMkLst>
        </pc:grpChg>
        <pc:picChg chg="del mod">
          <ac:chgData name="Mandy Lin - Freedom Systems" userId="24f92fdd-367a-40f1-ad9b-8db5b9467043" providerId="ADAL" clId="{5BF1F43A-1D68-4CA2-A42C-4398AE189845}" dt="2021-10-01T09:25:11.835" v="2927" actId="478"/>
          <ac:picMkLst>
            <pc:docMk/>
            <pc:sldMk cId="1796187659" sldId="369"/>
            <ac:picMk id="3" creationId="{45F6D79E-7A1A-437A-9AA8-A7E021A22C1A}"/>
          </ac:picMkLst>
        </pc:picChg>
        <pc:picChg chg="add del mod">
          <ac:chgData name="Mandy Lin - Freedom Systems" userId="24f92fdd-367a-40f1-ad9b-8db5b9467043" providerId="ADAL" clId="{5BF1F43A-1D68-4CA2-A42C-4398AE189845}" dt="2021-10-03T15:40:39.093" v="3665" actId="478"/>
          <ac:picMkLst>
            <pc:docMk/>
            <pc:sldMk cId="1796187659" sldId="369"/>
            <ac:picMk id="6" creationId="{DDF5A466-830C-4F47-91FA-49288E1B3D99}"/>
          </ac:picMkLst>
        </pc:picChg>
        <pc:picChg chg="mod">
          <ac:chgData name="Mandy Lin - Freedom Systems" userId="24f92fdd-367a-40f1-ad9b-8db5b9467043" providerId="ADAL" clId="{5BF1F43A-1D68-4CA2-A42C-4398AE189845}" dt="2021-10-03T15:47:46.608" v="3880" actId="1076"/>
          <ac:picMkLst>
            <pc:docMk/>
            <pc:sldMk cId="1796187659" sldId="369"/>
            <ac:picMk id="7" creationId="{597A052F-8331-4127-AF60-A7E92D3D22AA}"/>
          </ac:picMkLst>
        </pc:picChg>
        <pc:picChg chg="add del mod">
          <ac:chgData name="Mandy Lin - Freedom Systems" userId="24f92fdd-367a-40f1-ad9b-8db5b9467043" providerId="ADAL" clId="{5BF1F43A-1D68-4CA2-A42C-4398AE189845}" dt="2021-10-03T15:40:39.802" v="3666" actId="478"/>
          <ac:picMkLst>
            <pc:docMk/>
            <pc:sldMk cId="1796187659" sldId="369"/>
            <ac:picMk id="9" creationId="{A98175A6-9996-4A5D-AFB1-F7574B93AFD3}"/>
          </ac:picMkLst>
        </pc:picChg>
        <pc:picChg chg="mod">
          <ac:chgData name="Mandy Lin - Freedom Systems" userId="24f92fdd-367a-40f1-ad9b-8db5b9467043" providerId="ADAL" clId="{5BF1F43A-1D68-4CA2-A42C-4398AE189845}" dt="2021-10-03T15:47:49.999" v="3886" actId="1038"/>
          <ac:picMkLst>
            <pc:docMk/>
            <pc:sldMk cId="1796187659" sldId="369"/>
            <ac:picMk id="12" creationId="{BD872180-3711-42E3-BD6E-282CA64C13CD}"/>
          </ac:picMkLst>
        </pc:picChg>
        <pc:picChg chg="add mod ord">
          <ac:chgData name="Mandy Lin - Freedom Systems" userId="24f92fdd-367a-40f1-ad9b-8db5b9467043" providerId="ADAL" clId="{5BF1F43A-1D68-4CA2-A42C-4398AE189845}" dt="2021-10-03T15:45:29.476" v="3855" actId="1076"/>
          <ac:picMkLst>
            <pc:docMk/>
            <pc:sldMk cId="1796187659" sldId="369"/>
            <ac:picMk id="13" creationId="{2F2B5100-A43A-4A80-B2CE-7A40E3184486}"/>
          </ac:picMkLst>
        </pc:picChg>
        <pc:picChg chg="mod">
          <ac:chgData name="Mandy Lin - Freedom Systems" userId="24f92fdd-367a-40f1-ad9b-8db5b9467043" providerId="ADAL" clId="{5BF1F43A-1D68-4CA2-A42C-4398AE189845}" dt="2021-10-03T15:45:12.519" v="3848" actId="1076"/>
          <ac:picMkLst>
            <pc:docMk/>
            <pc:sldMk cId="1796187659" sldId="369"/>
            <ac:picMk id="15" creationId="{DC366B6F-F0C8-4842-B72C-BD407101A83C}"/>
          </ac:picMkLst>
        </pc:picChg>
        <pc:picChg chg="add mod">
          <ac:chgData name="Mandy Lin - Freedom Systems" userId="24f92fdd-367a-40f1-ad9b-8db5b9467043" providerId="ADAL" clId="{5BF1F43A-1D68-4CA2-A42C-4398AE189845}" dt="2021-10-03T15:45:12.519" v="3848" actId="1076"/>
          <ac:picMkLst>
            <pc:docMk/>
            <pc:sldMk cId="1796187659" sldId="369"/>
            <ac:picMk id="16" creationId="{E5FD3AFD-4439-42BB-926E-0F275F53D075}"/>
          </ac:picMkLst>
        </pc:picChg>
        <pc:picChg chg="mod">
          <ac:chgData name="Mandy Lin - Freedom Systems" userId="24f92fdd-367a-40f1-ad9b-8db5b9467043" providerId="ADAL" clId="{5BF1F43A-1D68-4CA2-A42C-4398AE189845}" dt="2021-10-03T15:45:12.519" v="3848" actId="1076"/>
          <ac:picMkLst>
            <pc:docMk/>
            <pc:sldMk cId="1796187659" sldId="369"/>
            <ac:picMk id="17" creationId="{16E12B7B-D2EF-4CC1-B80D-CAEC50CD8465}"/>
          </ac:picMkLst>
        </pc:picChg>
        <pc:picChg chg="mod">
          <ac:chgData name="Mandy Lin - Freedom Systems" userId="24f92fdd-367a-40f1-ad9b-8db5b9467043" providerId="ADAL" clId="{5BF1F43A-1D68-4CA2-A42C-4398AE189845}" dt="2021-10-03T15:45:12.519" v="3848" actId="1076"/>
          <ac:picMkLst>
            <pc:docMk/>
            <pc:sldMk cId="1796187659" sldId="369"/>
            <ac:picMk id="19" creationId="{F3E95FA0-75A7-48D1-A8DB-86B1AFF0CD2F}"/>
          </ac:picMkLst>
        </pc:picChg>
        <pc:picChg chg="add mod">
          <ac:chgData name="Mandy Lin - Freedom Systems" userId="24f92fdd-367a-40f1-ad9b-8db5b9467043" providerId="ADAL" clId="{5BF1F43A-1D68-4CA2-A42C-4398AE189845}" dt="2021-10-03T15:45:24.546" v="3852" actId="1076"/>
          <ac:picMkLst>
            <pc:docMk/>
            <pc:sldMk cId="1796187659" sldId="369"/>
            <ac:picMk id="20" creationId="{07650016-A60A-4DF0-8957-33AFD4F7A361}"/>
          </ac:picMkLst>
        </pc:picChg>
        <pc:picChg chg="add mod modCrop">
          <ac:chgData name="Mandy Lin - Freedom Systems" userId="24f92fdd-367a-40f1-ad9b-8db5b9467043" providerId="ADAL" clId="{5BF1F43A-1D68-4CA2-A42C-4398AE189845}" dt="2021-10-03T15:45:27.416" v="3854" actId="1076"/>
          <ac:picMkLst>
            <pc:docMk/>
            <pc:sldMk cId="1796187659" sldId="369"/>
            <ac:picMk id="22" creationId="{3BA4A571-63B7-4C87-B7D4-8D35406F4F1A}"/>
          </ac:picMkLst>
        </pc:picChg>
        <pc:picChg chg="add mod">
          <ac:chgData name="Mandy Lin - Freedom Systems" userId="24f92fdd-367a-40f1-ad9b-8db5b9467043" providerId="ADAL" clId="{5BF1F43A-1D68-4CA2-A42C-4398AE189845}" dt="2021-10-03T16:26:33.229" v="3986" actId="1076"/>
          <ac:picMkLst>
            <pc:docMk/>
            <pc:sldMk cId="1796187659" sldId="369"/>
            <ac:picMk id="24" creationId="{346A14DE-DB7A-4899-B4D6-68238F47F8F2}"/>
          </ac:picMkLst>
        </pc:picChg>
        <pc:picChg chg="add del mod">
          <ac:chgData name="Mandy Lin - Freedom Systems" userId="24f92fdd-367a-40f1-ad9b-8db5b9467043" providerId="ADAL" clId="{5BF1F43A-1D68-4CA2-A42C-4398AE189845}" dt="2021-10-03T15:41:53.705" v="3685" actId="478"/>
          <ac:picMkLst>
            <pc:docMk/>
            <pc:sldMk cId="1796187659" sldId="369"/>
            <ac:picMk id="197" creationId="{A73FEF63-3691-4F1D-97A2-7EB4D1373E42}"/>
          </ac:picMkLst>
        </pc:picChg>
        <pc:picChg chg="del mod topLvl">
          <ac:chgData name="Mandy Lin - Freedom Systems" userId="24f92fdd-367a-40f1-ad9b-8db5b9467043" providerId="ADAL" clId="{5BF1F43A-1D68-4CA2-A42C-4398AE189845}" dt="2021-10-01T09:25:49.034" v="2939" actId="478"/>
          <ac:picMkLst>
            <pc:docMk/>
            <pc:sldMk cId="1796187659" sldId="369"/>
            <ac:picMk id="199" creationId="{6D600495-6988-4B0F-A025-4160B8A8D8B7}"/>
          </ac:picMkLst>
        </pc:picChg>
        <pc:picChg chg="del mod topLvl">
          <ac:chgData name="Mandy Lin - Freedom Systems" userId="24f92fdd-367a-40f1-ad9b-8db5b9467043" providerId="ADAL" clId="{5BF1F43A-1D68-4CA2-A42C-4398AE189845}" dt="2021-10-01T09:25:48.410" v="2938" actId="478"/>
          <ac:picMkLst>
            <pc:docMk/>
            <pc:sldMk cId="1796187659" sldId="369"/>
            <ac:picMk id="200" creationId="{9558AF86-EF7F-4FDA-BD56-488261234950}"/>
          </ac:picMkLst>
        </pc:picChg>
        <pc:picChg chg="del mod topLvl">
          <ac:chgData name="Mandy Lin - Freedom Systems" userId="24f92fdd-367a-40f1-ad9b-8db5b9467043" providerId="ADAL" clId="{5BF1F43A-1D68-4CA2-A42C-4398AE189845}" dt="2021-10-01T09:25:51.185" v="2943" actId="478"/>
          <ac:picMkLst>
            <pc:docMk/>
            <pc:sldMk cId="1796187659" sldId="369"/>
            <ac:picMk id="201" creationId="{A242C3B4-5E11-4DD7-9C7D-E9D9CDAD81A1}"/>
          </ac:picMkLst>
        </pc:picChg>
        <pc:picChg chg="del mod topLvl">
          <ac:chgData name="Mandy Lin - Freedom Systems" userId="24f92fdd-367a-40f1-ad9b-8db5b9467043" providerId="ADAL" clId="{5BF1F43A-1D68-4CA2-A42C-4398AE189845}" dt="2021-10-01T09:25:50.452" v="2942" actId="478"/>
          <ac:picMkLst>
            <pc:docMk/>
            <pc:sldMk cId="1796187659" sldId="369"/>
            <ac:picMk id="202" creationId="{2CB6F437-D625-4730-999D-A0C21A939CB8}"/>
          </ac:picMkLst>
        </pc:picChg>
        <pc:picChg chg="del mod topLvl">
          <ac:chgData name="Mandy Lin - Freedom Systems" userId="24f92fdd-367a-40f1-ad9b-8db5b9467043" providerId="ADAL" clId="{5BF1F43A-1D68-4CA2-A42C-4398AE189845}" dt="2021-10-01T09:25:51.559" v="2944" actId="478"/>
          <ac:picMkLst>
            <pc:docMk/>
            <pc:sldMk cId="1796187659" sldId="369"/>
            <ac:picMk id="203" creationId="{C22BA779-85B8-4B62-A934-12E820FC03EF}"/>
          </ac:picMkLst>
        </pc:picChg>
        <pc:picChg chg="del mod topLvl">
          <ac:chgData name="Mandy Lin - Freedom Systems" userId="24f92fdd-367a-40f1-ad9b-8db5b9467043" providerId="ADAL" clId="{5BF1F43A-1D68-4CA2-A42C-4398AE189845}" dt="2021-10-01T09:25:49.554" v="2940" actId="478"/>
          <ac:picMkLst>
            <pc:docMk/>
            <pc:sldMk cId="1796187659" sldId="369"/>
            <ac:picMk id="204" creationId="{2896E1C1-8AFF-4807-BA8D-42BFAC32078A}"/>
          </ac:picMkLst>
        </pc:picChg>
        <pc:picChg chg="del mod topLvl">
          <ac:chgData name="Mandy Lin - Freedom Systems" userId="24f92fdd-367a-40f1-ad9b-8db5b9467043" providerId="ADAL" clId="{5BF1F43A-1D68-4CA2-A42C-4398AE189845}" dt="2021-10-01T09:25:49.922" v="2941" actId="478"/>
          <ac:picMkLst>
            <pc:docMk/>
            <pc:sldMk cId="1796187659" sldId="369"/>
            <ac:picMk id="205" creationId="{8EF24F4B-E768-4973-B955-3867DEF4A3EC}"/>
          </ac:picMkLst>
        </pc:picChg>
        <pc:picChg chg="del mod topLvl">
          <ac:chgData name="Mandy Lin - Freedom Systems" userId="24f92fdd-367a-40f1-ad9b-8db5b9467043" providerId="ADAL" clId="{5BF1F43A-1D68-4CA2-A42C-4398AE189845}" dt="2021-10-01T09:25:59.557" v="2948" actId="478"/>
          <ac:picMkLst>
            <pc:docMk/>
            <pc:sldMk cId="1796187659" sldId="369"/>
            <ac:picMk id="206" creationId="{5B5F0F21-61A9-4C87-8E0A-597141D031BB}"/>
          </ac:picMkLst>
        </pc:picChg>
        <pc:picChg chg="del mod topLvl">
          <ac:chgData name="Mandy Lin - Freedom Systems" userId="24f92fdd-367a-40f1-ad9b-8db5b9467043" providerId="ADAL" clId="{5BF1F43A-1D68-4CA2-A42C-4398AE189845}" dt="2021-10-01T09:25:47.601" v="2936" actId="478"/>
          <ac:picMkLst>
            <pc:docMk/>
            <pc:sldMk cId="1796187659" sldId="369"/>
            <ac:picMk id="207" creationId="{922C87C0-C003-4E6F-B4C6-92A9365B9BF3}"/>
          </ac:picMkLst>
        </pc:picChg>
        <pc:picChg chg="del mod topLvl">
          <ac:chgData name="Mandy Lin - Freedom Systems" userId="24f92fdd-367a-40f1-ad9b-8db5b9467043" providerId="ADAL" clId="{5BF1F43A-1D68-4CA2-A42C-4398AE189845}" dt="2021-10-01T09:25:59.203" v="2947" actId="478"/>
          <ac:picMkLst>
            <pc:docMk/>
            <pc:sldMk cId="1796187659" sldId="369"/>
            <ac:picMk id="209" creationId="{59B1BE77-5F04-48F6-AC60-C1F548A18E4B}"/>
          </ac:picMkLst>
        </pc:picChg>
      </pc:sldChg>
      <pc:sldChg chg="modSp del modTransition">
        <pc:chgData name="Mandy Lin - Freedom Systems" userId="24f92fdd-367a-40f1-ad9b-8db5b9467043" providerId="ADAL" clId="{5BF1F43A-1D68-4CA2-A42C-4398AE189845}" dt="2021-10-01T07:24:49.832" v="2604" actId="47"/>
        <pc:sldMkLst>
          <pc:docMk/>
          <pc:sldMk cId="3983432913" sldId="370"/>
        </pc:sldMkLst>
        <pc:spChg chg="mod">
          <ac:chgData name="Mandy Lin - Freedom Systems" userId="24f92fdd-367a-40f1-ad9b-8db5b9467043" providerId="ADAL" clId="{5BF1F43A-1D68-4CA2-A42C-4398AE189845}" dt="2021-10-01T07:19:53.743" v="2563"/>
          <ac:spMkLst>
            <pc:docMk/>
            <pc:sldMk cId="3983432913" sldId="370"/>
            <ac:spMk id="2" creationId="{0D325EB2-0528-4E12-BD63-3731103608B7}"/>
          </ac:spMkLst>
        </pc:spChg>
      </pc:sldChg>
      <pc:sldChg chg="modSp del">
        <pc:chgData name="Mandy Lin - Freedom Systems" userId="24f92fdd-367a-40f1-ad9b-8db5b9467043" providerId="ADAL" clId="{5BF1F43A-1D68-4CA2-A42C-4398AE189845}" dt="2021-10-01T07:27:00.081" v="2614" actId="47"/>
        <pc:sldMkLst>
          <pc:docMk/>
          <pc:sldMk cId="3630975492" sldId="372"/>
        </pc:sldMkLst>
        <pc:spChg chg="mod">
          <ac:chgData name="Mandy Lin - Freedom Systems" userId="24f92fdd-367a-40f1-ad9b-8db5b9467043" providerId="ADAL" clId="{5BF1F43A-1D68-4CA2-A42C-4398AE189845}" dt="2021-10-01T07:19:53.743" v="2563"/>
          <ac:spMkLst>
            <pc:docMk/>
            <pc:sldMk cId="3630975492" sldId="372"/>
            <ac:spMk id="2" creationId="{F1132C8C-3E26-4609-AF25-BBE606EE0E12}"/>
          </ac:spMkLst>
        </pc:spChg>
      </pc:sldChg>
      <pc:sldChg chg="del">
        <pc:chgData name="Mandy Lin - Freedom Systems" userId="24f92fdd-367a-40f1-ad9b-8db5b9467043" providerId="ADAL" clId="{5BF1F43A-1D68-4CA2-A42C-4398AE189845}" dt="2021-10-01T07:27:01.074" v="2615" actId="47"/>
        <pc:sldMkLst>
          <pc:docMk/>
          <pc:sldMk cId="3440665555" sldId="373"/>
        </pc:sldMkLst>
      </pc:sldChg>
      <pc:sldChg chg="modSp del modTransition">
        <pc:chgData name="Mandy Lin - Freedom Systems" userId="24f92fdd-367a-40f1-ad9b-8db5b9467043" providerId="ADAL" clId="{5BF1F43A-1D68-4CA2-A42C-4398AE189845}" dt="2021-10-01T07:26:52.339" v="2612" actId="47"/>
        <pc:sldMkLst>
          <pc:docMk/>
          <pc:sldMk cId="2605612938" sldId="374"/>
        </pc:sldMkLst>
        <pc:spChg chg="mod">
          <ac:chgData name="Mandy Lin - Freedom Systems" userId="24f92fdd-367a-40f1-ad9b-8db5b9467043" providerId="ADAL" clId="{5BF1F43A-1D68-4CA2-A42C-4398AE189845}" dt="2021-10-01T07:19:53.743" v="2563"/>
          <ac:spMkLst>
            <pc:docMk/>
            <pc:sldMk cId="2605612938" sldId="374"/>
            <ac:spMk id="2" creationId="{362A62C6-E7AA-4209-A05E-0E4651050F9A}"/>
          </ac:spMkLst>
        </pc:spChg>
        <pc:spChg chg="mod">
          <ac:chgData name="Mandy Lin - Freedom Systems" userId="24f92fdd-367a-40f1-ad9b-8db5b9467043" providerId="ADAL" clId="{5BF1F43A-1D68-4CA2-A42C-4398AE189845}" dt="2021-10-01T07:19:53.743" v="2563"/>
          <ac:spMkLst>
            <pc:docMk/>
            <pc:sldMk cId="2605612938" sldId="374"/>
            <ac:spMk id="5" creationId="{0443585C-34B7-4BA3-A045-908292565FD6}"/>
          </ac:spMkLst>
        </pc:spChg>
      </pc:sldChg>
      <pc:sldChg chg="modSp del modTransition">
        <pc:chgData name="Mandy Lin - Freedom Systems" userId="24f92fdd-367a-40f1-ad9b-8db5b9467043" providerId="ADAL" clId="{5BF1F43A-1D68-4CA2-A42C-4398AE189845}" dt="2021-10-01T07:26:53.098" v="2613" actId="47"/>
        <pc:sldMkLst>
          <pc:docMk/>
          <pc:sldMk cId="3661523973" sldId="376"/>
        </pc:sldMkLst>
        <pc:spChg chg="mod">
          <ac:chgData name="Mandy Lin - Freedom Systems" userId="24f92fdd-367a-40f1-ad9b-8db5b9467043" providerId="ADAL" clId="{5BF1F43A-1D68-4CA2-A42C-4398AE189845}" dt="2021-10-01T07:19:53.743" v="2563"/>
          <ac:spMkLst>
            <pc:docMk/>
            <pc:sldMk cId="3661523973" sldId="376"/>
            <ac:spMk id="2" creationId="{362A62C6-E7AA-4209-A05E-0E4651050F9A}"/>
          </ac:spMkLst>
        </pc:spChg>
        <pc:spChg chg="mod">
          <ac:chgData name="Mandy Lin - Freedom Systems" userId="24f92fdd-367a-40f1-ad9b-8db5b9467043" providerId="ADAL" clId="{5BF1F43A-1D68-4CA2-A42C-4398AE189845}" dt="2021-10-01T07:19:53.743" v="2563"/>
          <ac:spMkLst>
            <pc:docMk/>
            <pc:sldMk cId="3661523973" sldId="376"/>
            <ac:spMk id="5" creationId="{E4C7236C-0099-44D8-A80F-CFD67489EC4A}"/>
          </ac:spMkLst>
        </pc:spChg>
      </pc:sldChg>
      <pc:sldChg chg="delSp modSp del mod ord">
        <pc:chgData name="Mandy Lin - Freedom Systems" userId="24f92fdd-367a-40f1-ad9b-8db5b9467043" providerId="ADAL" clId="{5BF1F43A-1D68-4CA2-A42C-4398AE189845}" dt="2021-10-01T07:56:17.227" v="2847" actId="47"/>
        <pc:sldMkLst>
          <pc:docMk/>
          <pc:sldMk cId="1481153196" sldId="378"/>
        </pc:sldMkLst>
        <pc:spChg chg="mod">
          <ac:chgData name="Mandy Lin - Freedom Systems" userId="24f92fdd-367a-40f1-ad9b-8db5b9467043" providerId="ADAL" clId="{5BF1F43A-1D68-4CA2-A42C-4398AE189845}" dt="2021-10-01T07:19:53.743" v="2563"/>
          <ac:spMkLst>
            <pc:docMk/>
            <pc:sldMk cId="1481153196" sldId="378"/>
            <ac:spMk id="2" creationId="{87B37968-2D70-415F-AD52-A12AD8BB0EAF}"/>
          </ac:spMkLst>
        </pc:spChg>
        <pc:spChg chg="del">
          <ac:chgData name="Mandy Lin - Freedom Systems" userId="24f92fdd-367a-40f1-ad9b-8db5b9467043" providerId="ADAL" clId="{5BF1F43A-1D68-4CA2-A42C-4398AE189845}" dt="2021-10-01T07:23:42.546" v="2600" actId="478"/>
          <ac:spMkLst>
            <pc:docMk/>
            <pc:sldMk cId="1481153196" sldId="378"/>
            <ac:spMk id="4" creationId="{A8CED2F1-8642-4206-BB9B-4AFA1C9D7B79}"/>
          </ac:spMkLst>
        </pc:spChg>
        <pc:spChg chg="del">
          <ac:chgData name="Mandy Lin - Freedom Systems" userId="24f92fdd-367a-40f1-ad9b-8db5b9467043" providerId="ADAL" clId="{5BF1F43A-1D68-4CA2-A42C-4398AE189845}" dt="2021-10-01T07:23:44.750" v="2601" actId="478"/>
          <ac:spMkLst>
            <pc:docMk/>
            <pc:sldMk cId="1481153196" sldId="378"/>
            <ac:spMk id="5" creationId="{C0EF3BC2-ECA8-4A16-B610-C04056DABC83}"/>
          </ac:spMkLst>
        </pc:spChg>
      </pc:sldChg>
      <pc:sldChg chg="addSp modSp del mod modClrScheme chgLayout">
        <pc:chgData name="Mandy Lin - Freedom Systems" userId="24f92fdd-367a-40f1-ad9b-8db5b9467043" providerId="ADAL" clId="{5BF1F43A-1D68-4CA2-A42C-4398AE189845}" dt="2021-10-01T02:33:28.766" v="1056" actId="47"/>
        <pc:sldMkLst>
          <pc:docMk/>
          <pc:sldMk cId="3882458325" sldId="379"/>
        </pc:sldMkLst>
        <pc:spChg chg="add mod ord">
          <ac:chgData name="Mandy Lin - Freedom Systems" userId="24f92fdd-367a-40f1-ad9b-8db5b9467043" providerId="ADAL" clId="{5BF1F43A-1D68-4CA2-A42C-4398AE189845}" dt="2021-10-01T02:31:34.740" v="1018" actId="700"/>
          <ac:spMkLst>
            <pc:docMk/>
            <pc:sldMk cId="3882458325" sldId="379"/>
            <ac:spMk id="2" creationId="{E906B82B-4057-472D-AF8E-9F7FD5C8AFBB}"/>
          </ac:spMkLst>
        </pc:spChg>
        <pc:spChg chg="mod ord">
          <ac:chgData name="Mandy Lin - Freedom Systems" userId="24f92fdd-367a-40f1-ad9b-8db5b9467043" providerId="ADAL" clId="{5BF1F43A-1D68-4CA2-A42C-4398AE189845}" dt="2021-10-01T02:31:34.740" v="1018" actId="700"/>
          <ac:spMkLst>
            <pc:docMk/>
            <pc:sldMk cId="3882458325" sldId="379"/>
            <ac:spMk id="5" creationId="{22F92233-0BDE-432F-AC30-3FE84D36881A}"/>
          </ac:spMkLst>
        </pc:spChg>
        <pc:spChg chg="mod ord">
          <ac:chgData name="Mandy Lin - Freedom Systems" userId="24f92fdd-367a-40f1-ad9b-8db5b9467043" providerId="ADAL" clId="{5BF1F43A-1D68-4CA2-A42C-4398AE189845}" dt="2021-10-01T02:32:12.618" v="1050" actId="20577"/>
          <ac:spMkLst>
            <pc:docMk/>
            <pc:sldMk cId="3882458325" sldId="379"/>
            <ac:spMk id="6" creationId="{ADB9F7EA-CD78-4C8B-9D81-1EE54E05C8D5}"/>
          </ac:spMkLst>
        </pc:spChg>
      </pc:sldChg>
      <pc:sldChg chg="modSp mod modClrScheme chgLayout">
        <pc:chgData name="Mandy Lin - Freedom Systems" userId="24f92fdd-367a-40f1-ad9b-8db5b9467043" providerId="ADAL" clId="{5BF1F43A-1D68-4CA2-A42C-4398AE189845}" dt="2021-10-01T02:31:19.882" v="1017" actId="700"/>
        <pc:sldMkLst>
          <pc:docMk/>
          <pc:sldMk cId="623142848" sldId="380"/>
        </pc:sldMkLst>
        <pc:spChg chg="mod ord">
          <ac:chgData name="Mandy Lin - Freedom Systems" userId="24f92fdd-367a-40f1-ad9b-8db5b9467043" providerId="ADAL" clId="{5BF1F43A-1D68-4CA2-A42C-4398AE189845}" dt="2021-10-01T02:31:19.882" v="1017" actId="700"/>
          <ac:spMkLst>
            <pc:docMk/>
            <pc:sldMk cId="623142848" sldId="380"/>
            <ac:spMk id="2" creationId="{FA776378-EF9E-4B67-A72F-6FA6A1D70CFF}"/>
          </ac:spMkLst>
        </pc:spChg>
        <pc:spChg chg="mod ord">
          <ac:chgData name="Mandy Lin - Freedom Systems" userId="24f92fdd-367a-40f1-ad9b-8db5b9467043" providerId="ADAL" clId="{5BF1F43A-1D68-4CA2-A42C-4398AE189845}" dt="2021-10-01T02:31:19.882" v="1017" actId="700"/>
          <ac:spMkLst>
            <pc:docMk/>
            <pc:sldMk cId="623142848" sldId="380"/>
            <ac:spMk id="4" creationId="{E311DE87-16D2-4D97-BEE8-4F3FCBC638F3}"/>
          </ac:spMkLst>
        </pc:spChg>
      </pc:sldChg>
      <pc:sldChg chg="addSp delSp modSp new del mod modClrScheme chgLayout">
        <pc:chgData name="Mandy Lin - Freedom Systems" userId="24f92fdd-367a-40f1-ad9b-8db5b9467043" providerId="ADAL" clId="{5BF1F43A-1D68-4CA2-A42C-4398AE189845}" dt="2021-10-01T07:44:27.264" v="2763" actId="47"/>
        <pc:sldMkLst>
          <pc:docMk/>
          <pc:sldMk cId="3827730537" sldId="381"/>
        </pc:sldMkLst>
        <pc:spChg chg="del mod ord">
          <ac:chgData name="Mandy Lin - Freedom Systems" userId="24f92fdd-367a-40f1-ad9b-8db5b9467043" providerId="ADAL" clId="{5BF1F43A-1D68-4CA2-A42C-4398AE189845}" dt="2021-10-01T02:32:22.856" v="1052" actId="700"/>
          <ac:spMkLst>
            <pc:docMk/>
            <pc:sldMk cId="3827730537" sldId="381"/>
            <ac:spMk id="2" creationId="{33BBB3EF-5259-4456-8BDF-E73E71EF0FD1}"/>
          </ac:spMkLst>
        </pc:spChg>
        <pc:spChg chg="del mod ord">
          <ac:chgData name="Mandy Lin - Freedom Systems" userId="24f92fdd-367a-40f1-ad9b-8db5b9467043" providerId="ADAL" clId="{5BF1F43A-1D68-4CA2-A42C-4398AE189845}" dt="2021-10-01T02:32:22.856" v="1052" actId="700"/>
          <ac:spMkLst>
            <pc:docMk/>
            <pc:sldMk cId="3827730537" sldId="381"/>
            <ac:spMk id="3" creationId="{06CF4D52-FC77-475A-BD0B-E370D7B0C6D2}"/>
          </ac:spMkLst>
        </pc:spChg>
        <pc:spChg chg="add del mod ord">
          <ac:chgData name="Mandy Lin - Freedom Systems" userId="24f92fdd-367a-40f1-ad9b-8db5b9467043" providerId="ADAL" clId="{5BF1F43A-1D68-4CA2-A42C-4398AE189845}" dt="2021-10-01T02:32:32.103" v="1053" actId="700"/>
          <ac:spMkLst>
            <pc:docMk/>
            <pc:sldMk cId="3827730537" sldId="381"/>
            <ac:spMk id="4" creationId="{B74BB79C-425B-4258-B2E3-D51638133D4A}"/>
          </ac:spMkLst>
        </pc:spChg>
        <pc:spChg chg="add del mod ord">
          <ac:chgData name="Mandy Lin - Freedom Systems" userId="24f92fdd-367a-40f1-ad9b-8db5b9467043" providerId="ADAL" clId="{5BF1F43A-1D68-4CA2-A42C-4398AE189845}" dt="2021-10-01T02:32:32.103" v="1053" actId="700"/>
          <ac:spMkLst>
            <pc:docMk/>
            <pc:sldMk cId="3827730537" sldId="381"/>
            <ac:spMk id="5" creationId="{A99CEEF3-2C7C-43E3-9B0E-D1C072A8D5A7}"/>
          </ac:spMkLst>
        </pc:spChg>
        <pc:spChg chg="add mod ord">
          <ac:chgData name="Mandy Lin - Freedom Systems" userId="24f92fdd-367a-40f1-ad9b-8db5b9467043" providerId="ADAL" clId="{5BF1F43A-1D68-4CA2-A42C-4398AE189845}" dt="2021-10-01T03:44:18.986" v="1633" actId="20577"/>
          <ac:spMkLst>
            <pc:docMk/>
            <pc:sldMk cId="3827730537" sldId="381"/>
            <ac:spMk id="6" creationId="{9A4B5B94-A7DA-43B9-8D49-3644A030A8A4}"/>
          </ac:spMkLst>
        </pc:spChg>
        <pc:spChg chg="add mod ord">
          <ac:chgData name="Mandy Lin - Freedom Systems" userId="24f92fdd-367a-40f1-ad9b-8db5b9467043" providerId="ADAL" clId="{5BF1F43A-1D68-4CA2-A42C-4398AE189845}" dt="2021-10-01T03:44:08.789" v="1612" actId="20577"/>
          <ac:spMkLst>
            <pc:docMk/>
            <pc:sldMk cId="3827730537" sldId="381"/>
            <ac:spMk id="7" creationId="{50170C94-D16D-423B-BB35-E866A7D99ABB}"/>
          </ac:spMkLst>
        </pc:spChg>
        <pc:spChg chg="add mod ord">
          <ac:chgData name="Mandy Lin - Freedom Systems" userId="24f92fdd-367a-40f1-ad9b-8db5b9467043" providerId="ADAL" clId="{5BF1F43A-1D68-4CA2-A42C-4398AE189845}" dt="2021-10-01T02:33:13.023" v="1055" actId="20577"/>
          <ac:spMkLst>
            <pc:docMk/>
            <pc:sldMk cId="3827730537" sldId="381"/>
            <ac:spMk id="8" creationId="{5947528C-1DF7-4ECE-8A4F-5CC96B6F553F}"/>
          </ac:spMkLst>
        </pc:spChg>
      </pc:sldChg>
      <pc:sldChg chg="addSp delSp modSp new del mod modClrScheme chgLayout">
        <pc:chgData name="Mandy Lin - Freedom Systems" userId="24f92fdd-367a-40f1-ad9b-8db5b9467043" providerId="ADAL" clId="{5BF1F43A-1D68-4CA2-A42C-4398AE189845}" dt="2021-10-01T07:42:12.228" v="2743" actId="47"/>
        <pc:sldMkLst>
          <pc:docMk/>
          <pc:sldMk cId="1287036124" sldId="382"/>
        </pc:sldMkLst>
        <pc:spChg chg="mod ord">
          <ac:chgData name="Mandy Lin - Freedom Systems" userId="24f92fdd-367a-40f1-ad9b-8db5b9467043" providerId="ADAL" clId="{5BF1F43A-1D68-4CA2-A42C-4398AE189845}" dt="2021-10-01T05:37:53.661" v="1654" actId="700"/>
          <ac:spMkLst>
            <pc:docMk/>
            <pc:sldMk cId="1287036124" sldId="382"/>
            <ac:spMk id="2" creationId="{FE322D4D-96E9-4CE7-A508-750AB5B3B357}"/>
          </ac:spMkLst>
        </pc:spChg>
        <pc:spChg chg="del mod ord">
          <ac:chgData name="Mandy Lin - Freedom Systems" userId="24f92fdd-367a-40f1-ad9b-8db5b9467043" providerId="ADAL" clId="{5BF1F43A-1D68-4CA2-A42C-4398AE189845}" dt="2021-10-01T02:46:40.845" v="1343" actId="700"/>
          <ac:spMkLst>
            <pc:docMk/>
            <pc:sldMk cId="1287036124" sldId="382"/>
            <ac:spMk id="3" creationId="{A445B4FB-B4A3-49F5-AED0-53352ECBB7C7}"/>
          </ac:spMkLst>
        </pc:spChg>
        <pc:spChg chg="del mod ord">
          <ac:chgData name="Mandy Lin - Freedom Systems" userId="24f92fdd-367a-40f1-ad9b-8db5b9467043" providerId="ADAL" clId="{5BF1F43A-1D68-4CA2-A42C-4398AE189845}" dt="2021-10-01T02:46:40.845" v="1343" actId="700"/>
          <ac:spMkLst>
            <pc:docMk/>
            <pc:sldMk cId="1287036124" sldId="382"/>
            <ac:spMk id="4" creationId="{4959EDBF-B726-4535-9253-8A6B323E2977}"/>
          </ac:spMkLst>
        </pc:spChg>
        <pc:spChg chg="add del mod ord">
          <ac:chgData name="Mandy Lin - Freedom Systems" userId="24f92fdd-367a-40f1-ad9b-8db5b9467043" providerId="ADAL" clId="{5BF1F43A-1D68-4CA2-A42C-4398AE189845}" dt="2021-10-01T02:48:34.554" v="1364" actId="700"/>
          <ac:spMkLst>
            <pc:docMk/>
            <pc:sldMk cId="1287036124" sldId="382"/>
            <ac:spMk id="5" creationId="{B49596DA-F766-41F6-A3E4-C118BE5207F6}"/>
          </ac:spMkLst>
        </pc:spChg>
        <pc:spChg chg="add del mod ord">
          <ac:chgData name="Mandy Lin - Freedom Systems" userId="24f92fdd-367a-40f1-ad9b-8db5b9467043" providerId="ADAL" clId="{5BF1F43A-1D68-4CA2-A42C-4398AE189845}" dt="2021-10-01T02:48:34.554" v="1364" actId="700"/>
          <ac:spMkLst>
            <pc:docMk/>
            <pc:sldMk cId="1287036124" sldId="382"/>
            <ac:spMk id="6" creationId="{80235766-BA85-43D4-BC87-B73C1A8318A1}"/>
          </ac:spMkLst>
        </pc:spChg>
        <pc:spChg chg="add del mod ord">
          <ac:chgData name="Mandy Lin - Freedom Systems" userId="24f92fdd-367a-40f1-ad9b-8db5b9467043" providerId="ADAL" clId="{5BF1F43A-1D68-4CA2-A42C-4398AE189845}" dt="2021-10-01T02:48:41.113" v="1365" actId="700"/>
          <ac:spMkLst>
            <pc:docMk/>
            <pc:sldMk cId="1287036124" sldId="382"/>
            <ac:spMk id="7" creationId="{B329987D-1F2D-42E0-813B-B4C91CD4EFDC}"/>
          </ac:spMkLst>
        </pc:spChg>
        <pc:spChg chg="add del mod ord">
          <ac:chgData name="Mandy Lin - Freedom Systems" userId="24f92fdd-367a-40f1-ad9b-8db5b9467043" providerId="ADAL" clId="{5BF1F43A-1D68-4CA2-A42C-4398AE189845}" dt="2021-10-01T02:48:53.987" v="1366" actId="700"/>
          <ac:spMkLst>
            <pc:docMk/>
            <pc:sldMk cId="1287036124" sldId="382"/>
            <ac:spMk id="8" creationId="{AD03CD3C-3322-4074-9969-DAFF9D71B343}"/>
          </ac:spMkLst>
        </pc:spChg>
        <pc:spChg chg="add del mod ord">
          <ac:chgData name="Mandy Lin - Freedom Systems" userId="24f92fdd-367a-40f1-ad9b-8db5b9467043" providerId="ADAL" clId="{5BF1F43A-1D68-4CA2-A42C-4398AE189845}" dt="2021-10-01T02:48:53.987" v="1366" actId="700"/>
          <ac:spMkLst>
            <pc:docMk/>
            <pc:sldMk cId="1287036124" sldId="382"/>
            <ac:spMk id="9" creationId="{DC9DF0A8-7F61-4A33-8BC1-7DAE95443A30}"/>
          </ac:spMkLst>
        </pc:spChg>
        <pc:spChg chg="add del mod ord">
          <ac:chgData name="Mandy Lin - Freedom Systems" userId="24f92fdd-367a-40f1-ad9b-8db5b9467043" providerId="ADAL" clId="{5BF1F43A-1D68-4CA2-A42C-4398AE189845}" dt="2021-10-01T02:49:55.251" v="1374" actId="700"/>
          <ac:spMkLst>
            <pc:docMk/>
            <pc:sldMk cId="1287036124" sldId="382"/>
            <ac:spMk id="10" creationId="{6E970B0B-B6A0-4E90-ACE9-703C95BA00B9}"/>
          </ac:spMkLst>
        </pc:spChg>
        <pc:spChg chg="add del mod ord">
          <ac:chgData name="Mandy Lin - Freedom Systems" userId="24f92fdd-367a-40f1-ad9b-8db5b9467043" providerId="ADAL" clId="{5BF1F43A-1D68-4CA2-A42C-4398AE189845}" dt="2021-10-01T02:49:55.251" v="1374" actId="700"/>
          <ac:spMkLst>
            <pc:docMk/>
            <pc:sldMk cId="1287036124" sldId="382"/>
            <ac:spMk id="11" creationId="{D82C6049-4A67-4427-B693-44433FCF5E1F}"/>
          </ac:spMkLst>
        </pc:spChg>
        <pc:spChg chg="add del mod ord">
          <ac:chgData name="Mandy Lin - Freedom Systems" userId="24f92fdd-367a-40f1-ad9b-8db5b9467043" providerId="ADAL" clId="{5BF1F43A-1D68-4CA2-A42C-4398AE189845}" dt="2021-10-01T02:54:29.916" v="1428" actId="700"/>
          <ac:spMkLst>
            <pc:docMk/>
            <pc:sldMk cId="1287036124" sldId="382"/>
            <ac:spMk id="12" creationId="{29C2CE55-5E8E-4882-8782-601EA1F29A8D}"/>
          </ac:spMkLst>
        </pc:spChg>
        <pc:spChg chg="add del mod ord">
          <ac:chgData name="Mandy Lin - Freedom Systems" userId="24f92fdd-367a-40f1-ad9b-8db5b9467043" providerId="ADAL" clId="{5BF1F43A-1D68-4CA2-A42C-4398AE189845}" dt="2021-10-01T02:54:29.916" v="1428" actId="700"/>
          <ac:spMkLst>
            <pc:docMk/>
            <pc:sldMk cId="1287036124" sldId="382"/>
            <ac:spMk id="13" creationId="{81D99879-7C69-460C-95FD-D97CC387B357}"/>
          </ac:spMkLst>
        </pc:spChg>
        <pc:spChg chg="add del mod ord">
          <ac:chgData name="Mandy Lin - Freedom Systems" userId="24f92fdd-367a-40f1-ad9b-8db5b9467043" providerId="ADAL" clId="{5BF1F43A-1D68-4CA2-A42C-4398AE189845}" dt="2021-10-01T02:52:12.115" v="1396" actId="700"/>
          <ac:spMkLst>
            <pc:docMk/>
            <pc:sldMk cId="1287036124" sldId="382"/>
            <ac:spMk id="14" creationId="{6FD2C73D-65B8-43E3-83AE-5A8C3ACC4071}"/>
          </ac:spMkLst>
        </pc:spChg>
        <pc:spChg chg="add del mod ord">
          <ac:chgData name="Mandy Lin - Freedom Systems" userId="24f92fdd-367a-40f1-ad9b-8db5b9467043" providerId="ADAL" clId="{5BF1F43A-1D68-4CA2-A42C-4398AE189845}" dt="2021-10-01T02:52:05.545" v="1390" actId="700"/>
          <ac:spMkLst>
            <pc:docMk/>
            <pc:sldMk cId="1287036124" sldId="382"/>
            <ac:spMk id="15" creationId="{DAA67B7E-C26E-4CC3-9183-472F405F4DAE}"/>
          </ac:spMkLst>
        </pc:spChg>
        <pc:spChg chg="add del mod ord">
          <ac:chgData name="Mandy Lin - Freedom Systems" userId="24f92fdd-367a-40f1-ad9b-8db5b9467043" providerId="ADAL" clId="{5BF1F43A-1D68-4CA2-A42C-4398AE189845}" dt="2021-10-01T02:52:03.828" v="1388" actId="700"/>
          <ac:spMkLst>
            <pc:docMk/>
            <pc:sldMk cId="1287036124" sldId="382"/>
            <ac:spMk id="16" creationId="{B92619F7-40B2-438A-B821-F3080A0702C8}"/>
          </ac:spMkLst>
        </pc:spChg>
        <pc:spChg chg="add del mod ord">
          <ac:chgData name="Mandy Lin - Freedom Systems" userId="24f92fdd-367a-40f1-ad9b-8db5b9467043" providerId="ADAL" clId="{5BF1F43A-1D68-4CA2-A42C-4398AE189845}" dt="2021-10-01T02:52:03.828" v="1388" actId="700"/>
          <ac:spMkLst>
            <pc:docMk/>
            <pc:sldMk cId="1287036124" sldId="382"/>
            <ac:spMk id="17" creationId="{17AD4B54-FAF4-446D-BFFF-6B1FA94184D2}"/>
          </ac:spMkLst>
        </pc:spChg>
        <pc:spChg chg="add del mod ord">
          <ac:chgData name="Mandy Lin - Freedom Systems" userId="24f92fdd-367a-40f1-ad9b-8db5b9467043" providerId="ADAL" clId="{5BF1F43A-1D68-4CA2-A42C-4398AE189845}" dt="2021-10-01T02:52:02.937" v="1387" actId="700"/>
          <ac:spMkLst>
            <pc:docMk/>
            <pc:sldMk cId="1287036124" sldId="382"/>
            <ac:spMk id="18" creationId="{8E1D549C-F837-4B85-B014-96C395B0FB23}"/>
          </ac:spMkLst>
        </pc:spChg>
        <pc:spChg chg="add del mod ord">
          <ac:chgData name="Mandy Lin - Freedom Systems" userId="24f92fdd-367a-40f1-ad9b-8db5b9467043" providerId="ADAL" clId="{5BF1F43A-1D68-4CA2-A42C-4398AE189845}" dt="2021-10-01T02:52:01.803" v="1386" actId="700"/>
          <ac:spMkLst>
            <pc:docMk/>
            <pc:sldMk cId="1287036124" sldId="382"/>
            <ac:spMk id="19" creationId="{1D03040C-375D-4DE3-ACFE-929AD9AA1F6C}"/>
          </ac:spMkLst>
        </pc:spChg>
        <pc:spChg chg="add mod ord">
          <ac:chgData name="Mandy Lin - Freedom Systems" userId="24f92fdd-367a-40f1-ad9b-8db5b9467043" providerId="ADAL" clId="{5BF1F43A-1D68-4CA2-A42C-4398AE189845}" dt="2021-10-01T05:37:53.661" v="1654" actId="700"/>
          <ac:spMkLst>
            <pc:docMk/>
            <pc:sldMk cId="1287036124" sldId="382"/>
            <ac:spMk id="20" creationId="{6089C48E-4595-4937-BAC6-8BC07F35DA0C}"/>
          </ac:spMkLst>
        </pc:spChg>
        <pc:spChg chg="add mod ord">
          <ac:chgData name="Mandy Lin - Freedom Systems" userId="24f92fdd-367a-40f1-ad9b-8db5b9467043" providerId="ADAL" clId="{5BF1F43A-1D68-4CA2-A42C-4398AE189845}" dt="2021-10-01T05:37:53.661" v="1654" actId="700"/>
          <ac:spMkLst>
            <pc:docMk/>
            <pc:sldMk cId="1287036124" sldId="382"/>
            <ac:spMk id="21" creationId="{86CB6039-5FF5-496E-BFD8-0D09FE6029D9}"/>
          </ac:spMkLst>
        </pc:spChg>
      </pc:sldChg>
      <pc:sldChg chg="addSp delSp modSp new mod ord modClrScheme chgLayout">
        <pc:chgData name="Mandy Lin - Freedom Systems" userId="24f92fdd-367a-40f1-ad9b-8db5b9467043" providerId="ADAL" clId="{5BF1F43A-1D68-4CA2-A42C-4398AE189845}" dt="2021-10-03T08:26:02.514" v="3160"/>
        <pc:sldMkLst>
          <pc:docMk/>
          <pc:sldMk cId="3445984437" sldId="383"/>
        </pc:sldMkLst>
        <pc:spChg chg="del">
          <ac:chgData name="Mandy Lin - Freedom Systems" userId="24f92fdd-367a-40f1-ad9b-8db5b9467043" providerId="ADAL" clId="{5BF1F43A-1D68-4CA2-A42C-4398AE189845}" dt="2021-10-01T06:18:18.590" v="1824" actId="700"/>
          <ac:spMkLst>
            <pc:docMk/>
            <pc:sldMk cId="3445984437" sldId="383"/>
            <ac:spMk id="2" creationId="{5755B841-5A0D-4C47-BB6F-E9BE90D97836}"/>
          </ac:spMkLst>
        </pc:spChg>
        <pc:spChg chg="del">
          <ac:chgData name="Mandy Lin - Freedom Systems" userId="24f92fdd-367a-40f1-ad9b-8db5b9467043" providerId="ADAL" clId="{5BF1F43A-1D68-4CA2-A42C-4398AE189845}" dt="2021-10-01T06:18:18.590" v="1824" actId="700"/>
          <ac:spMkLst>
            <pc:docMk/>
            <pc:sldMk cId="3445984437" sldId="383"/>
            <ac:spMk id="3" creationId="{949CA461-6C9D-4C77-B158-B75CE3D6C97C}"/>
          </ac:spMkLst>
        </pc:spChg>
        <pc:spChg chg="mod ord">
          <ac:chgData name="Mandy Lin - Freedom Systems" userId="24f92fdd-367a-40f1-ad9b-8db5b9467043" providerId="ADAL" clId="{5BF1F43A-1D68-4CA2-A42C-4398AE189845}" dt="2021-10-01T06:47:42.679" v="2296" actId="700"/>
          <ac:spMkLst>
            <pc:docMk/>
            <pc:sldMk cId="3445984437" sldId="383"/>
            <ac:spMk id="4" creationId="{AB5D5CFA-A679-4FB0-8608-36D894F55053}"/>
          </ac:spMkLst>
        </pc:spChg>
        <pc:spChg chg="add mod or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3445984437" sldId="383"/>
            <ac:spMk id="5" creationId="{96F4C351-61A7-4BE7-BF9A-999C599AE17A}"/>
          </ac:spMkLst>
        </pc:spChg>
        <pc:spChg chg="add del mod ord">
          <ac:chgData name="Mandy Lin - Freedom Systems" userId="24f92fdd-367a-40f1-ad9b-8db5b9467043" providerId="ADAL" clId="{5BF1F43A-1D68-4CA2-A42C-4398AE189845}" dt="2021-10-01T06:46:09.852" v="2284" actId="700"/>
          <ac:spMkLst>
            <pc:docMk/>
            <pc:sldMk cId="3445984437" sldId="383"/>
            <ac:spMk id="6" creationId="{CC48E518-E7C2-4C00-A825-491182EE530F}"/>
          </ac:spMkLst>
        </pc:spChg>
        <pc:spChg chg="add del mod ord">
          <ac:chgData name="Mandy Lin - Freedom Systems" userId="24f92fdd-367a-40f1-ad9b-8db5b9467043" providerId="ADAL" clId="{5BF1F43A-1D68-4CA2-A42C-4398AE189845}" dt="2021-10-01T06:46:09.852" v="2284" actId="700"/>
          <ac:spMkLst>
            <pc:docMk/>
            <pc:sldMk cId="3445984437" sldId="383"/>
            <ac:spMk id="7" creationId="{BD85AB00-1024-481A-9EA7-77454D2B70C7}"/>
          </ac:spMkLst>
        </pc:spChg>
        <pc:spChg chg="add del mod ord">
          <ac:chgData name="Mandy Lin - Freedom Systems" userId="24f92fdd-367a-40f1-ad9b-8db5b9467043" providerId="ADAL" clId="{5BF1F43A-1D68-4CA2-A42C-4398AE189845}" dt="2021-10-01T06:46:09.852" v="2284" actId="700"/>
          <ac:spMkLst>
            <pc:docMk/>
            <pc:sldMk cId="3445984437" sldId="383"/>
            <ac:spMk id="8" creationId="{2B2FE24C-690D-457E-ABED-7E2D218F3B5B}"/>
          </ac:spMkLst>
        </pc:spChg>
        <pc:spChg chg="add del mod ord">
          <ac:chgData name="Mandy Lin - Freedom Systems" userId="24f92fdd-367a-40f1-ad9b-8db5b9467043" providerId="ADAL" clId="{5BF1F43A-1D68-4CA2-A42C-4398AE189845}" dt="2021-10-01T06:47:42.679" v="2296" actId="700"/>
          <ac:spMkLst>
            <pc:docMk/>
            <pc:sldMk cId="3445984437" sldId="383"/>
            <ac:spMk id="11" creationId="{C78A4B07-4200-4088-BF98-1558F8156853}"/>
          </ac:spMkLst>
        </pc:spChg>
        <pc:spChg chg="add del mod ord">
          <ac:chgData name="Mandy Lin - Freedom Systems" userId="24f92fdd-367a-40f1-ad9b-8db5b9467043" providerId="ADAL" clId="{5BF1F43A-1D68-4CA2-A42C-4398AE189845}" dt="2021-10-01T06:47:42.679" v="2296" actId="700"/>
          <ac:spMkLst>
            <pc:docMk/>
            <pc:sldMk cId="3445984437" sldId="383"/>
            <ac:spMk id="12" creationId="{AD4BB0FC-9679-43A4-8229-CCC838B8CD58}"/>
          </ac:spMkLst>
        </pc:spChg>
        <pc:spChg chg="add mod ord">
          <ac:chgData name="Mandy Lin - Freedom Systems" userId="24f92fdd-367a-40f1-ad9b-8db5b9467043" providerId="ADAL" clId="{5BF1F43A-1D68-4CA2-A42C-4398AE189845}" dt="2021-10-01T06:48:26.446" v="2300" actId="14100"/>
          <ac:spMkLst>
            <pc:docMk/>
            <pc:sldMk cId="3445984437" sldId="383"/>
            <ac:spMk id="13" creationId="{A5E1562F-47A4-406E-836D-F4F81B7AF7AE}"/>
          </ac:spMkLst>
        </pc:spChg>
        <pc:picChg chg="add del mod">
          <ac:chgData name="Mandy Lin - Freedom Systems" userId="24f92fdd-367a-40f1-ad9b-8db5b9467043" providerId="ADAL" clId="{5BF1F43A-1D68-4CA2-A42C-4398AE189845}" dt="2021-10-01T06:23:45.494" v="1864" actId="931"/>
          <ac:picMkLst>
            <pc:docMk/>
            <pc:sldMk cId="3445984437" sldId="383"/>
            <ac:picMk id="10" creationId="{44F8C0B9-E143-4A6F-92F0-94F19F70FB39}"/>
          </ac:picMkLst>
        </pc:picChg>
      </pc:sldChg>
      <pc:sldChg chg="addSp delSp modSp new del mod ord modClrScheme chgLayout">
        <pc:chgData name="Mandy Lin - Freedom Systems" userId="24f92fdd-367a-40f1-ad9b-8db5b9467043" providerId="ADAL" clId="{5BF1F43A-1D68-4CA2-A42C-4398AE189845}" dt="2021-10-19T06:38:29.611" v="4590" actId="47"/>
        <pc:sldMkLst>
          <pc:docMk/>
          <pc:sldMk cId="2117273448" sldId="384"/>
        </pc:sldMkLst>
        <pc:spChg chg="del mod ord">
          <ac:chgData name="Mandy Lin - Freedom Systems" userId="24f92fdd-367a-40f1-ad9b-8db5b9467043" providerId="ADAL" clId="{5BF1F43A-1D68-4CA2-A42C-4398AE189845}" dt="2021-10-01T06:49:17.145" v="2305" actId="700"/>
          <ac:spMkLst>
            <pc:docMk/>
            <pc:sldMk cId="2117273448" sldId="384"/>
            <ac:spMk id="2" creationId="{96DCBEB7-9C3B-4E08-A3F4-7FD2924CCA4F}"/>
          </ac:spMkLst>
        </pc:spChg>
        <pc:spChg chg="mod ord">
          <ac:chgData name="Mandy Lin - Freedom Systems" userId="24f92fdd-367a-40f1-ad9b-8db5b9467043" providerId="ADAL" clId="{5BF1F43A-1D68-4CA2-A42C-4398AE189845}" dt="2021-10-01T06:49:17.145" v="2305" actId="700"/>
          <ac:spMkLst>
            <pc:docMk/>
            <pc:sldMk cId="2117273448" sldId="384"/>
            <ac:spMk id="3" creationId="{7563C03D-740A-4BA2-9D09-6ECA381FE3E0}"/>
          </ac:spMkLst>
        </pc:spChg>
        <pc:spChg chg="add mod or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2117273448" sldId="384"/>
            <ac:spMk id="4" creationId="{C3FC5284-3982-4803-A42F-DCA21090FDA3}"/>
          </ac:spMkLst>
        </pc:spChg>
        <pc:spChg chg="add mod ord">
          <ac:chgData name="Mandy Lin - Freedom Systems" userId="24f92fdd-367a-40f1-ad9b-8db5b9467043" providerId="ADAL" clId="{5BF1F43A-1D68-4CA2-A42C-4398AE189845}" dt="2021-10-01T06:49:17.145" v="2305" actId="700"/>
          <ac:spMkLst>
            <pc:docMk/>
            <pc:sldMk cId="2117273448" sldId="384"/>
            <ac:spMk id="5" creationId="{C43D218D-F327-4E65-AAE5-4DADD9BACAAA}"/>
          </ac:spMkLst>
        </pc:spChg>
        <pc:spChg chg="add mod ord">
          <ac:chgData name="Mandy Lin - Freedom Systems" userId="24f92fdd-367a-40f1-ad9b-8db5b9467043" providerId="ADAL" clId="{5BF1F43A-1D68-4CA2-A42C-4398AE189845}" dt="2021-10-01T06:49:17.145" v="2305" actId="700"/>
          <ac:spMkLst>
            <pc:docMk/>
            <pc:sldMk cId="2117273448" sldId="384"/>
            <ac:spMk id="6" creationId="{6BED894A-787E-417A-B1A4-161B67F1BF69}"/>
          </ac:spMkLst>
        </pc:spChg>
      </pc:sldChg>
      <pc:sldChg chg="addSp delSp modSp new del mod ord modClrScheme chgLayout">
        <pc:chgData name="Mandy Lin - Freedom Systems" userId="24f92fdd-367a-40f1-ad9b-8db5b9467043" providerId="ADAL" clId="{5BF1F43A-1D68-4CA2-A42C-4398AE189845}" dt="2021-10-06T05:35:29.269" v="4283" actId="47"/>
        <pc:sldMkLst>
          <pc:docMk/>
          <pc:sldMk cId="2657446023" sldId="385"/>
        </pc:sldMkLst>
        <pc:spChg chg="del mod ord">
          <ac:chgData name="Mandy Lin - Freedom Systems" userId="24f92fdd-367a-40f1-ad9b-8db5b9467043" providerId="ADAL" clId="{5BF1F43A-1D68-4CA2-A42C-4398AE189845}" dt="2021-10-01T07:34:50.449" v="2692" actId="700"/>
          <ac:spMkLst>
            <pc:docMk/>
            <pc:sldMk cId="2657446023" sldId="385"/>
            <ac:spMk id="2" creationId="{57918FA6-710A-4F1F-945D-15C21415CC51}"/>
          </ac:spMkLst>
        </pc:spChg>
        <pc:spChg chg="mod ord">
          <ac:chgData name="Mandy Lin - Freedom Systems" userId="24f92fdd-367a-40f1-ad9b-8db5b9467043" providerId="ADAL" clId="{5BF1F43A-1D68-4CA2-A42C-4398AE189845}" dt="2021-10-01T07:41:50.056" v="2738" actId="700"/>
          <ac:spMkLst>
            <pc:docMk/>
            <pc:sldMk cId="2657446023" sldId="385"/>
            <ac:spMk id="3" creationId="{43F9913F-2EB8-4CDE-B8ED-BCDD9221AE22}"/>
          </ac:spMkLst>
        </pc:spChg>
        <pc:spChg chg="add del mod ord">
          <ac:chgData name="Mandy Lin - Freedom Systems" userId="24f92fdd-367a-40f1-ad9b-8db5b9467043" providerId="ADAL" clId="{5BF1F43A-1D68-4CA2-A42C-4398AE189845}" dt="2021-10-01T07:35:10.760" v="2695" actId="700"/>
          <ac:spMkLst>
            <pc:docMk/>
            <pc:sldMk cId="2657446023" sldId="385"/>
            <ac:spMk id="4" creationId="{F62638F4-A91A-477E-B107-CD401436D012}"/>
          </ac:spMkLst>
        </pc:spChg>
        <pc:spChg chg="add del mod ord">
          <ac:chgData name="Mandy Lin - Freedom Systems" userId="24f92fdd-367a-40f1-ad9b-8db5b9467043" providerId="ADAL" clId="{5BF1F43A-1D68-4CA2-A42C-4398AE189845}" dt="2021-10-01T07:35:10.760" v="2695" actId="700"/>
          <ac:spMkLst>
            <pc:docMk/>
            <pc:sldMk cId="2657446023" sldId="385"/>
            <ac:spMk id="5" creationId="{94B476D5-E635-42B9-8861-9B075FE94AEA}"/>
          </ac:spMkLst>
        </pc:spChg>
        <pc:spChg chg="add del mod ord">
          <ac:chgData name="Mandy Lin - Freedom Systems" userId="24f92fdd-367a-40f1-ad9b-8db5b9467043" providerId="ADAL" clId="{5BF1F43A-1D68-4CA2-A42C-4398AE189845}" dt="2021-10-01T07:41:50.056" v="2738" actId="700"/>
          <ac:spMkLst>
            <pc:docMk/>
            <pc:sldMk cId="2657446023" sldId="385"/>
            <ac:spMk id="8" creationId="{9EF2CA95-FAB8-4ABC-BAF8-C0B657BFD20B}"/>
          </ac:spMkLst>
        </pc:spChg>
        <pc:spChg chg="add del mod ord">
          <ac:chgData name="Mandy Lin - Freedom Systems" userId="24f92fdd-367a-40f1-ad9b-8db5b9467043" providerId="ADAL" clId="{5BF1F43A-1D68-4CA2-A42C-4398AE189845}" dt="2021-10-05T09:52:46.064" v="4279" actId="931"/>
          <ac:spMkLst>
            <pc:docMk/>
            <pc:sldMk cId="2657446023" sldId="385"/>
            <ac:spMk id="9" creationId="{7E7D5AB3-9D6F-4B15-A37F-465EB549EDC3}"/>
          </ac:spMkLst>
        </pc:spChg>
        <pc:spChg chg="add del mod ord">
          <ac:chgData name="Mandy Lin - Freedom Systems" userId="24f92fdd-367a-40f1-ad9b-8db5b9467043" providerId="ADAL" clId="{5BF1F43A-1D68-4CA2-A42C-4398AE189845}" dt="2021-10-01T07:41:50.056" v="2738" actId="700"/>
          <ac:spMkLst>
            <pc:docMk/>
            <pc:sldMk cId="2657446023" sldId="385"/>
            <ac:spMk id="10" creationId="{93CC1A8B-6A8E-4969-9AB0-5E5642651359}"/>
          </ac:spMkLst>
        </pc:spChg>
        <pc:spChg chg="add del mod ord">
          <ac:chgData name="Mandy Lin - Freedom Systems" userId="24f92fdd-367a-40f1-ad9b-8db5b9467043" providerId="ADAL" clId="{5BF1F43A-1D68-4CA2-A42C-4398AE189845}" dt="2021-10-01T07:41:50.056" v="2738" actId="700"/>
          <ac:spMkLst>
            <pc:docMk/>
            <pc:sldMk cId="2657446023" sldId="385"/>
            <ac:spMk id="11" creationId="{E853DE4C-6BF7-4201-A848-091497C87EF9}"/>
          </ac:spMkLst>
        </pc:spChg>
        <pc:spChg chg="add del mod ord">
          <ac:chgData name="Mandy Lin - Freedom Systems" userId="24f92fdd-367a-40f1-ad9b-8db5b9467043" providerId="ADAL" clId="{5BF1F43A-1D68-4CA2-A42C-4398AE189845}" dt="2021-10-01T07:41:50.056" v="2738" actId="700"/>
          <ac:spMkLst>
            <pc:docMk/>
            <pc:sldMk cId="2657446023" sldId="385"/>
            <ac:spMk id="12" creationId="{F89F4337-593A-4765-9EBC-7FA6431596ED}"/>
          </ac:spMkLst>
        </pc:spChg>
        <pc:spChg chg="add del mod ord">
          <ac:chgData name="Mandy Lin - Freedom Systems" userId="24f92fdd-367a-40f1-ad9b-8db5b9467043" providerId="ADAL" clId="{5BF1F43A-1D68-4CA2-A42C-4398AE189845}" dt="2021-10-01T07:41:50.056" v="2738" actId="700"/>
          <ac:spMkLst>
            <pc:docMk/>
            <pc:sldMk cId="2657446023" sldId="385"/>
            <ac:spMk id="15" creationId="{831E9575-3408-4506-BA1D-FFBAA9E4E737}"/>
          </ac:spMkLst>
        </pc:spChg>
        <pc:spChg chg="add del mod ord">
          <ac:chgData name="Mandy Lin - Freedom Systems" userId="24f92fdd-367a-40f1-ad9b-8db5b9467043" providerId="ADAL" clId="{5BF1F43A-1D68-4CA2-A42C-4398AE189845}" dt="2021-10-01T07:41:50.056" v="2738" actId="700"/>
          <ac:spMkLst>
            <pc:docMk/>
            <pc:sldMk cId="2657446023" sldId="385"/>
            <ac:spMk id="16" creationId="{2D437430-C3A0-4D2A-B4AF-592735F8847E}"/>
          </ac:spMkLst>
        </pc:spChg>
        <pc:spChg chg="add del mod ord">
          <ac:chgData name="Mandy Lin - Freedom Systems" userId="24f92fdd-367a-40f1-ad9b-8db5b9467043" providerId="ADAL" clId="{5BF1F43A-1D68-4CA2-A42C-4398AE189845}" dt="2021-10-01T07:41:50.056" v="2738" actId="700"/>
          <ac:spMkLst>
            <pc:docMk/>
            <pc:sldMk cId="2657446023" sldId="385"/>
            <ac:spMk id="17" creationId="{4D61F601-D891-4477-B88B-BEFA96CF970D}"/>
          </ac:spMkLst>
        </pc:spChg>
        <pc:spChg chg="add del mod ord">
          <ac:chgData name="Mandy Lin - Freedom Systems" userId="24f92fdd-367a-40f1-ad9b-8db5b9467043" providerId="ADAL" clId="{5BF1F43A-1D68-4CA2-A42C-4398AE189845}" dt="2021-10-01T07:41:50.056" v="2738" actId="700"/>
          <ac:spMkLst>
            <pc:docMk/>
            <pc:sldMk cId="2657446023" sldId="385"/>
            <ac:spMk id="18" creationId="{7A80B781-621F-4329-A1C6-EAA89EE564FC}"/>
          </ac:spMkLst>
        </pc:spChg>
        <pc:spChg chg="add del mod ord">
          <ac:chgData name="Mandy Lin - Freedom Systems" userId="24f92fdd-367a-40f1-ad9b-8db5b9467043" providerId="ADAL" clId="{5BF1F43A-1D68-4CA2-A42C-4398AE189845}" dt="2021-10-01T07:41:50.056" v="2738" actId="700"/>
          <ac:spMkLst>
            <pc:docMk/>
            <pc:sldMk cId="2657446023" sldId="385"/>
            <ac:spMk id="19" creationId="{7F1DFEF6-1462-458F-B9E8-11DC2B7AE927}"/>
          </ac:spMkLst>
        </pc:spChg>
        <pc:spChg chg="add del mod ord">
          <ac:chgData name="Mandy Lin - Freedom Systems" userId="24f92fdd-367a-40f1-ad9b-8db5b9467043" providerId="ADAL" clId="{5BF1F43A-1D68-4CA2-A42C-4398AE189845}" dt="2021-10-01T07:41:50.056" v="2738" actId="700"/>
          <ac:spMkLst>
            <pc:docMk/>
            <pc:sldMk cId="2657446023" sldId="385"/>
            <ac:spMk id="20" creationId="{2BC07E03-6C8E-4CFE-886D-891EC9D77BD9}"/>
          </ac:spMkLst>
        </pc:spChg>
        <pc:spChg chg="add del mod ord">
          <ac:chgData name="Mandy Lin - Freedom Systems" userId="24f92fdd-367a-40f1-ad9b-8db5b9467043" providerId="ADAL" clId="{5BF1F43A-1D68-4CA2-A42C-4398AE189845}" dt="2021-10-01T07:41:50.056" v="2738" actId="700"/>
          <ac:spMkLst>
            <pc:docMk/>
            <pc:sldMk cId="2657446023" sldId="385"/>
            <ac:spMk id="21" creationId="{F8CA9B50-43CB-4B50-AC4A-C2C0E473D1FA}"/>
          </ac:spMkLst>
        </pc:spChg>
        <pc:picChg chg="add mod">
          <ac:chgData name="Mandy Lin - Freedom Systems" userId="24f92fdd-367a-40f1-ad9b-8db5b9467043" providerId="ADAL" clId="{5BF1F43A-1D68-4CA2-A42C-4398AE189845}" dt="2021-10-05T09:52:48.373" v="4280" actId="27614"/>
          <ac:picMkLst>
            <pc:docMk/>
            <pc:sldMk cId="2657446023" sldId="385"/>
            <ac:picMk id="4" creationId="{90D73021-8324-449B-8CA7-D2543ACEF3CD}"/>
          </ac:picMkLst>
        </pc:picChg>
        <pc:picChg chg="add del mod">
          <ac:chgData name="Mandy Lin - Freedom Systems" userId="24f92fdd-367a-40f1-ad9b-8db5b9467043" providerId="ADAL" clId="{5BF1F43A-1D68-4CA2-A42C-4398AE189845}" dt="2021-10-01T07:35:04.783" v="2694" actId="931"/>
          <ac:picMkLst>
            <pc:docMk/>
            <pc:sldMk cId="2657446023" sldId="385"/>
            <ac:picMk id="7" creationId="{766DD00D-1A41-4DC4-B37C-2A82CACE02D2}"/>
          </ac:picMkLst>
        </pc:picChg>
        <pc:picChg chg="add del mod">
          <ac:chgData name="Mandy Lin - Freedom Systems" userId="24f92fdd-367a-40f1-ad9b-8db5b9467043" providerId="ADAL" clId="{5BF1F43A-1D68-4CA2-A42C-4398AE189845}" dt="2021-10-01T07:35:20.867" v="2697" actId="931"/>
          <ac:picMkLst>
            <pc:docMk/>
            <pc:sldMk cId="2657446023" sldId="385"/>
            <ac:picMk id="14" creationId="{537C687E-EABE-4960-9763-D6826D413FA6}"/>
          </ac:picMkLst>
        </pc:picChg>
      </pc:sldChg>
      <pc:sldChg chg="addSp delSp modSp new mod ord modTransition modClrScheme chgLayout">
        <pc:chgData name="Mandy Lin - Freedom Systems" userId="24f92fdd-367a-40f1-ad9b-8db5b9467043" providerId="ADAL" clId="{5BF1F43A-1D68-4CA2-A42C-4398AE189845}" dt="2021-10-19T06:00:20.182" v="4420" actId="478"/>
        <pc:sldMkLst>
          <pc:docMk/>
          <pc:sldMk cId="1540230473" sldId="386"/>
        </pc:sldMkLst>
        <pc:spChg chg="del mod ord">
          <ac:chgData name="Mandy Lin - Freedom Systems" userId="24f92fdd-367a-40f1-ad9b-8db5b9467043" providerId="ADAL" clId="{5BF1F43A-1D68-4CA2-A42C-4398AE189845}" dt="2021-10-01T07:42:30.215" v="2746" actId="700"/>
          <ac:spMkLst>
            <pc:docMk/>
            <pc:sldMk cId="1540230473" sldId="386"/>
            <ac:spMk id="2" creationId="{888351A1-8AE4-4E09-A2B6-EFA67D9E3C18}"/>
          </ac:spMkLst>
        </pc:spChg>
        <pc:spChg chg="del mod ord">
          <ac:chgData name="Mandy Lin - Freedom Systems" userId="24f92fdd-367a-40f1-ad9b-8db5b9467043" providerId="ADAL" clId="{5BF1F43A-1D68-4CA2-A42C-4398AE189845}" dt="2021-10-01T07:42:30.215" v="2746" actId="700"/>
          <ac:spMkLst>
            <pc:docMk/>
            <pc:sldMk cId="1540230473" sldId="386"/>
            <ac:spMk id="3" creationId="{3EFC6B1F-3856-4000-B769-F0E2DFF44CE0}"/>
          </ac:spMkLst>
        </pc:spChg>
        <pc:spChg chg="mod ord">
          <ac:chgData name="Mandy Lin - Freedom Systems" userId="24f92fdd-367a-40f1-ad9b-8db5b9467043" providerId="ADAL" clId="{5BF1F43A-1D68-4CA2-A42C-4398AE189845}" dt="2021-10-01T07:42:30.215" v="2746" actId="700"/>
          <ac:spMkLst>
            <pc:docMk/>
            <pc:sldMk cId="1540230473" sldId="386"/>
            <ac:spMk id="4" creationId="{E445D548-FA10-449A-8438-FFAE9CBA4517}"/>
          </ac:spMkLst>
        </pc:spChg>
        <pc:spChg chg="add del mod ord">
          <ac:chgData name="Mandy Lin - Freedom Systems" userId="24f92fdd-367a-40f1-ad9b-8db5b9467043" providerId="ADAL" clId="{5BF1F43A-1D68-4CA2-A42C-4398AE189845}" dt="2021-10-19T06:00:20.182" v="4420" actId="478"/>
          <ac:spMkLst>
            <pc:docMk/>
            <pc:sldMk cId="1540230473" sldId="386"/>
            <ac:spMk id="5" creationId="{D3B869DB-9979-452F-9C81-8873E1764853}"/>
          </ac:spMkLst>
        </pc:spChg>
        <pc:spChg chg="add mod ord">
          <ac:chgData name="Mandy Lin - Freedom Systems" userId="24f92fdd-367a-40f1-ad9b-8db5b9467043" providerId="ADAL" clId="{5BF1F43A-1D68-4CA2-A42C-4398AE189845}" dt="2021-10-01T07:42:30.215" v="2746" actId="700"/>
          <ac:spMkLst>
            <pc:docMk/>
            <pc:sldMk cId="1540230473" sldId="386"/>
            <ac:spMk id="6" creationId="{A642FE42-741D-4BAA-95BD-FA2D940C5DE8}"/>
          </ac:spMkLst>
        </pc:spChg>
        <pc:spChg chg="add mod ord">
          <ac:chgData name="Mandy Lin - Freedom Systems" userId="24f92fdd-367a-40f1-ad9b-8db5b9467043" providerId="ADAL" clId="{5BF1F43A-1D68-4CA2-A42C-4398AE189845}" dt="2021-10-01T07:42:30.215" v="2746" actId="700"/>
          <ac:spMkLst>
            <pc:docMk/>
            <pc:sldMk cId="1540230473" sldId="386"/>
            <ac:spMk id="7" creationId="{98B53562-6811-4DB4-BF8E-FB23E9AEDFC9}"/>
          </ac:spMkLst>
        </pc:spChg>
      </pc:sldChg>
      <pc:sldChg chg="addSp delSp modSp new mod ord modTransition modClrScheme chgLayout">
        <pc:chgData name="Mandy Lin - Freedom Systems" userId="24f92fdd-367a-40f1-ad9b-8db5b9467043" providerId="ADAL" clId="{5BF1F43A-1D68-4CA2-A42C-4398AE189845}" dt="2021-10-19T06:00:22.609" v="4421" actId="478"/>
        <pc:sldMkLst>
          <pc:docMk/>
          <pc:sldMk cId="3511759274" sldId="387"/>
        </pc:sldMkLst>
        <pc:spChg chg="mod ord">
          <ac:chgData name="Mandy Lin - Freedom Systems" userId="24f92fdd-367a-40f1-ad9b-8db5b9467043" providerId="ADAL" clId="{5BF1F43A-1D68-4CA2-A42C-4398AE189845}" dt="2021-10-01T07:42:39.710" v="2748" actId="700"/>
          <ac:spMkLst>
            <pc:docMk/>
            <pc:sldMk cId="3511759274" sldId="387"/>
            <ac:spMk id="2" creationId="{6050F71B-063F-4DB6-9353-511CC9958DB4}"/>
          </ac:spMkLst>
        </pc:spChg>
        <pc:spChg chg="add del mod ord">
          <ac:chgData name="Mandy Lin - Freedom Systems" userId="24f92fdd-367a-40f1-ad9b-8db5b9467043" providerId="ADAL" clId="{5BF1F43A-1D68-4CA2-A42C-4398AE189845}" dt="2021-10-19T06:00:22.609" v="4421" actId="478"/>
          <ac:spMkLst>
            <pc:docMk/>
            <pc:sldMk cId="3511759274" sldId="387"/>
            <ac:spMk id="3" creationId="{2AF31A5C-3A3A-4216-8290-C651A9399F56}"/>
          </ac:spMkLst>
        </pc:spChg>
        <pc:spChg chg="del mod ord">
          <ac:chgData name="Mandy Lin - Freedom Systems" userId="24f92fdd-367a-40f1-ad9b-8db5b9467043" providerId="ADAL" clId="{5BF1F43A-1D68-4CA2-A42C-4398AE189845}" dt="2021-10-01T07:42:39.710" v="2748" actId="700"/>
          <ac:spMkLst>
            <pc:docMk/>
            <pc:sldMk cId="3511759274" sldId="387"/>
            <ac:spMk id="4" creationId="{D88939A7-4682-478D-8298-2EE810D394FE}"/>
          </ac:spMkLst>
        </pc:spChg>
        <pc:spChg chg="del mod ord">
          <ac:chgData name="Mandy Lin - Freedom Systems" userId="24f92fdd-367a-40f1-ad9b-8db5b9467043" providerId="ADAL" clId="{5BF1F43A-1D68-4CA2-A42C-4398AE189845}" dt="2021-10-01T07:42:39.710" v="2748" actId="700"/>
          <ac:spMkLst>
            <pc:docMk/>
            <pc:sldMk cId="3511759274" sldId="387"/>
            <ac:spMk id="5" creationId="{10624AAE-18A3-4686-89B8-F3745CCCFBA4}"/>
          </ac:spMkLst>
        </pc:spChg>
        <pc:spChg chg="add mod ord">
          <ac:chgData name="Mandy Lin - Freedom Systems" userId="24f92fdd-367a-40f1-ad9b-8db5b9467043" providerId="ADAL" clId="{5BF1F43A-1D68-4CA2-A42C-4398AE189845}" dt="2021-10-01T07:42:39.710" v="2748" actId="700"/>
          <ac:spMkLst>
            <pc:docMk/>
            <pc:sldMk cId="3511759274" sldId="387"/>
            <ac:spMk id="6" creationId="{70388351-3634-4178-BA6B-16D0F4F3B486}"/>
          </ac:spMkLst>
        </pc:spChg>
        <pc:spChg chg="add mod ord">
          <ac:chgData name="Mandy Lin - Freedom Systems" userId="24f92fdd-367a-40f1-ad9b-8db5b9467043" providerId="ADAL" clId="{5BF1F43A-1D68-4CA2-A42C-4398AE189845}" dt="2021-10-01T07:42:39.710" v="2748" actId="700"/>
          <ac:spMkLst>
            <pc:docMk/>
            <pc:sldMk cId="3511759274" sldId="387"/>
            <ac:spMk id="7" creationId="{52723A2E-BA9B-4E9E-868C-7BDF7471455E}"/>
          </ac:spMkLst>
        </pc:spChg>
      </pc:sldChg>
      <pc:sldChg chg="addSp delSp modSp new mod ord modClrScheme chgLayout">
        <pc:chgData name="Mandy Lin - Freedom Systems" userId="24f92fdd-367a-40f1-ad9b-8db5b9467043" providerId="ADAL" clId="{5BF1F43A-1D68-4CA2-A42C-4398AE189845}" dt="2021-10-22T09:56:45.354" v="4847" actId="12269"/>
        <pc:sldMkLst>
          <pc:docMk/>
          <pc:sldMk cId="1157259592" sldId="388"/>
        </pc:sldMkLst>
        <pc:spChg chg="del mod ord">
          <ac:chgData name="Mandy Lin - Freedom Systems" userId="24f92fdd-367a-40f1-ad9b-8db5b9467043" providerId="ADAL" clId="{5BF1F43A-1D68-4CA2-A42C-4398AE189845}" dt="2021-10-01T07:42:53.947" v="2750" actId="700"/>
          <ac:spMkLst>
            <pc:docMk/>
            <pc:sldMk cId="1157259592" sldId="388"/>
            <ac:spMk id="2" creationId="{737C8FE5-EB98-4F24-B970-E433488C69F5}"/>
          </ac:spMkLst>
        </pc:spChg>
        <pc:spChg chg="del mod ord">
          <ac:chgData name="Mandy Lin - Freedom Systems" userId="24f92fdd-367a-40f1-ad9b-8db5b9467043" providerId="ADAL" clId="{5BF1F43A-1D68-4CA2-A42C-4398AE189845}" dt="2021-10-01T07:42:53.947" v="2750" actId="700"/>
          <ac:spMkLst>
            <pc:docMk/>
            <pc:sldMk cId="1157259592" sldId="388"/>
            <ac:spMk id="3" creationId="{BFE2F48C-DDED-4F1D-9C36-74FAB7720AB7}"/>
          </ac:spMkLst>
        </pc:spChg>
        <pc:spChg chg="mod ord">
          <ac:chgData name="Mandy Lin - Freedom Systems" userId="24f92fdd-367a-40f1-ad9b-8db5b9467043" providerId="ADAL" clId="{5BF1F43A-1D68-4CA2-A42C-4398AE189845}" dt="2021-10-01T07:42:53.947" v="2750" actId="700"/>
          <ac:spMkLst>
            <pc:docMk/>
            <pc:sldMk cId="1157259592" sldId="388"/>
            <ac:spMk id="4" creationId="{7DD1F8B1-C180-4143-B045-81E936B724EE}"/>
          </ac:spMkLst>
        </pc:spChg>
        <pc:spChg chg="add mod or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1157259592" sldId="388"/>
            <ac:spMk id="5" creationId="{2EB8F0AD-9FB9-44CB-8A13-3BE4863D3D12}"/>
          </ac:spMkLst>
        </pc:spChg>
        <pc:spChg chg="add mod ord">
          <ac:chgData name="Mandy Lin - Freedom Systems" userId="24f92fdd-367a-40f1-ad9b-8db5b9467043" providerId="ADAL" clId="{5BF1F43A-1D68-4CA2-A42C-4398AE189845}" dt="2021-10-01T07:42:53.947" v="2750" actId="700"/>
          <ac:spMkLst>
            <pc:docMk/>
            <pc:sldMk cId="1157259592" sldId="388"/>
            <ac:spMk id="6" creationId="{035EFD44-6F1C-4533-B70C-6DE1FA2C79B2}"/>
          </ac:spMkLst>
        </pc:spChg>
        <pc:spChg chg="add del mod ord">
          <ac:chgData name="Mandy Lin - Freedom Systems" userId="24f92fdd-367a-40f1-ad9b-8db5b9467043" providerId="ADAL" clId="{5BF1F43A-1D68-4CA2-A42C-4398AE189845}" dt="2021-10-22T09:53:46.746" v="4824" actId="1032"/>
          <ac:spMkLst>
            <pc:docMk/>
            <pc:sldMk cId="1157259592" sldId="388"/>
            <ac:spMk id="7" creationId="{5F5231D0-51A6-4034-9E64-B1E721B94CC5}"/>
          </ac:spMkLst>
        </pc:spChg>
        <pc:graphicFrameChg chg="add mod modGraphic">
          <ac:chgData name="Mandy Lin - Freedom Systems" userId="24f92fdd-367a-40f1-ad9b-8db5b9467043" providerId="ADAL" clId="{5BF1F43A-1D68-4CA2-A42C-4398AE189845}" dt="2021-10-22T09:56:45.354" v="4847" actId="12269"/>
          <ac:graphicFrameMkLst>
            <pc:docMk/>
            <pc:sldMk cId="1157259592" sldId="388"/>
            <ac:graphicFrameMk id="2" creationId="{EBF06E55-47F8-4E93-908A-A410830B4679}"/>
          </ac:graphicFrameMkLst>
        </pc:graphicFrameChg>
      </pc:sldChg>
      <pc:sldChg chg="addSp delSp modSp new mod ord modClrScheme chgLayout">
        <pc:chgData name="Mandy Lin - Freedom Systems" userId="24f92fdd-367a-40f1-ad9b-8db5b9467043" providerId="ADAL" clId="{5BF1F43A-1D68-4CA2-A42C-4398AE189845}" dt="2021-10-03T08:26:02.514" v="3160"/>
        <pc:sldMkLst>
          <pc:docMk/>
          <pc:sldMk cId="3990518155" sldId="389"/>
        </pc:sldMkLst>
        <pc:spChg chg="del mod ord">
          <ac:chgData name="Mandy Lin - Freedom Systems" userId="24f92fdd-367a-40f1-ad9b-8db5b9467043" providerId="ADAL" clId="{5BF1F43A-1D68-4CA2-A42C-4398AE189845}" dt="2021-10-01T07:43:07.300" v="2754" actId="700"/>
          <ac:spMkLst>
            <pc:docMk/>
            <pc:sldMk cId="3990518155" sldId="389"/>
            <ac:spMk id="2" creationId="{6FE60104-7CB4-46C7-80A0-D2C579E9CD00}"/>
          </ac:spMkLst>
        </pc:spChg>
        <pc:spChg chg="mod ord">
          <ac:chgData name="Mandy Lin - Freedom Systems" userId="24f92fdd-367a-40f1-ad9b-8db5b9467043" providerId="ADAL" clId="{5BF1F43A-1D68-4CA2-A42C-4398AE189845}" dt="2021-10-01T07:43:07.300" v="2754" actId="700"/>
          <ac:spMkLst>
            <pc:docMk/>
            <pc:sldMk cId="3990518155" sldId="389"/>
            <ac:spMk id="3" creationId="{87E3E04B-1963-48F1-8903-31BFCF51C93B}"/>
          </ac:spMkLst>
        </pc:spChg>
        <pc:spChg chg="add mod or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3990518155" sldId="389"/>
            <ac:spMk id="4" creationId="{FB4E97B0-DC93-40D1-B0A4-EC856C6C4236}"/>
          </ac:spMkLst>
        </pc:spChg>
        <pc:spChg chg="del mod ord">
          <ac:chgData name="Mandy Lin - Freedom Systems" userId="24f92fdd-367a-40f1-ad9b-8db5b9467043" providerId="ADAL" clId="{5BF1F43A-1D68-4CA2-A42C-4398AE189845}" dt="2021-10-01T07:43:07.300" v="2754" actId="700"/>
          <ac:spMkLst>
            <pc:docMk/>
            <pc:sldMk cId="3990518155" sldId="389"/>
            <ac:spMk id="5" creationId="{76CA2976-6D35-4594-A54E-77691D472203}"/>
          </ac:spMkLst>
        </pc:spChg>
        <pc:spChg chg="add mod ord">
          <ac:chgData name="Mandy Lin - Freedom Systems" userId="24f92fdd-367a-40f1-ad9b-8db5b9467043" providerId="ADAL" clId="{5BF1F43A-1D68-4CA2-A42C-4398AE189845}" dt="2021-10-01T07:43:07.300" v="2754" actId="700"/>
          <ac:spMkLst>
            <pc:docMk/>
            <pc:sldMk cId="3990518155" sldId="389"/>
            <ac:spMk id="6" creationId="{42D2DDE2-C1DC-4797-823F-4E085C0FBBD9}"/>
          </ac:spMkLst>
        </pc:spChg>
        <pc:spChg chg="add mod ord">
          <ac:chgData name="Mandy Lin - Freedom Systems" userId="24f92fdd-367a-40f1-ad9b-8db5b9467043" providerId="ADAL" clId="{5BF1F43A-1D68-4CA2-A42C-4398AE189845}" dt="2021-10-01T07:43:07.300" v="2754" actId="700"/>
          <ac:spMkLst>
            <pc:docMk/>
            <pc:sldMk cId="3990518155" sldId="389"/>
            <ac:spMk id="7" creationId="{05A92E29-2C75-40EB-ACB7-C3F4AF7AC573}"/>
          </ac:spMkLst>
        </pc:spChg>
        <pc:spChg chg="add mod ord">
          <ac:chgData name="Mandy Lin - Freedom Systems" userId="24f92fdd-367a-40f1-ad9b-8db5b9467043" providerId="ADAL" clId="{5BF1F43A-1D68-4CA2-A42C-4398AE189845}" dt="2021-10-01T07:43:07.300" v="2754" actId="700"/>
          <ac:spMkLst>
            <pc:docMk/>
            <pc:sldMk cId="3990518155" sldId="389"/>
            <ac:spMk id="8" creationId="{12957627-50F1-4DEB-9F8E-1E88B1CF4F87}"/>
          </ac:spMkLst>
        </pc:spChg>
        <pc:spChg chg="add del mod">
          <ac:chgData name="Mandy Lin - Freedom Systems" userId="24f92fdd-367a-40f1-ad9b-8db5b9467043" providerId="ADAL" clId="{5BF1F43A-1D68-4CA2-A42C-4398AE189845}" dt="2021-10-03T08:09:01.677" v="2973"/>
          <ac:spMkLst>
            <pc:docMk/>
            <pc:sldMk cId="3990518155" sldId="389"/>
            <ac:spMk id="9" creationId="{78EE99CC-0CAA-404B-84FA-588203D08601}"/>
          </ac:spMkLst>
        </pc:spChg>
      </pc:sldChg>
      <pc:sldChg chg="addSp delSp modSp new mod modClrScheme chgLayout">
        <pc:chgData name="Mandy Lin - Freedom Systems" userId="24f92fdd-367a-40f1-ad9b-8db5b9467043" providerId="ADAL" clId="{5BF1F43A-1D68-4CA2-A42C-4398AE189845}" dt="2021-10-03T08:26:02.514" v="3160"/>
        <pc:sldMkLst>
          <pc:docMk/>
          <pc:sldMk cId="3147563460" sldId="390"/>
        </pc:sldMkLst>
        <pc:spChg chg="del">
          <ac:chgData name="Mandy Lin - Freedom Systems" userId="24f92fdd-367a-40f1-ad9b-8db5b9467043" providerId="ADAL" clId="{5BF1F43A-1D68-4CA2-A42C-4398AE189845}" dt="2021-10-01T07:43:33.599" v="2756" actId="6264"/>
          <ac:spMkLst>
            <pc:docMk/>
            <pc:sldMk cId="3147563460" sldId="390"/>
            <ac:spMk id="2" creationId="{4D7754D1-57E6-45EA-B8F3-18A5F3FACD35}"/>
          </ac:spMkLst>
        </pc:spChg>
        <pc:spChg chg="del">
          <ac:chgData name="Mandy Lin - Freedom Systems" userId="24f92fdd-367a-40f1-ad9b-8db5b9467043" providerId="ADAL" clId="{5BF1F43A-1D68-4CA2-A42C-4398AE189845}" dt="2021-10-01T07:43:33.599" v="2756" actId="6264"/>
          <ac:spMkLst>
            <pc:docMk/>
            <pc:sldMk cId="3147563460" sldId="390"/>
            <ac:spMk id="3" creationId="{5FDB55AD-B87A-4EB8-855C-B53456CB171D}"/>
          </ac:spMkLst>
        </pc:spChg>
        <pc:spChg chg="del">
          <ac:chgData name="Mandy Lin - Freedom Systems" userId="24f92fdd-367a-40f1-ad9b-8db5b9467043" providerId="ADAL" clId="{5BF1F43A-1D68-4CA2-A42C-4398AE189845}" dt="2021-10-01T07:43:33.599" v="2756" actId="6264"/>
          <ac:spMkLst>
            <pc:docMk/>
            <pc:sldMk cId="3147563460" sldId="390"/>
            <ac:spMk id="4" creationId="{A3689F04-F909-4F71-AECE-1D59074710A9}"/>
          </ac:spMkLst>
        </pc:spChg>
        <pc:spChg chg="add mod or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3147563460" sldId="390"/>
            <ac:spMk id="5" creationId="{1D4EE69C-EBD8-4858-AB56-A283D4594F8A}"/>
          </ac:spMkLst>
        </pc:spChg>
        <pc:spChg chg="mod ord">
          <ac:chgData name="Mandy Lin - Freedom Systems" userId="24f92fdd-367a-40f1-ad9b-8db5b9467043" providerId="ADAL" clId="{5BF1F43A-1D68-4CA2-A42C-4398AE189845}" dt="2021-10-01T07:43:38.195" v="2757" actId="700"/>
          <ac:spMkLst>
            <pc:docMk/>
            <pc:sldMk cId="3147563460" sldId="390"/>
            <ac:spMk id="6" creationId="{CDB20FFA-6E9D-499A-B6FA-38E302FCDA44}"/>
          </ac:spMkLst>
        </pc:spChg>
        <pc:spChg chg="add del mod">
          <ac:chgData name="Mandy Lin - Freedom Systems" userId="24f92fdd-367a-40f1-ad9b-8db5b9467043" providerId="ADAL" clId="{5BF1F43A-1D68-4CA2-A42C-4398AE189845}" dt="2021-10-01T07:43:33.599" v="2756" actId="6264"/>
          <ac:spMkLst>
            <pc:docMk/>
            <pc:sldMk cId="3147563460" sldId="390"/>
            <ac:spMk id="7" creationId="{06B4E2A2-E684-45A8-8C39-14A5CA1C7ED4}"/>
          </ac:spMkLst>
        </pc:spChg>
        <pc:spChg chg="add del mod">
          <ac:chgData name="Mandy Lin - Freedom Systems" userId="24f92fdd-367a-40f1-ad9b-8db5b9467043" providerId="ADAL" clId="{5BF1F43A-1D68-4CA2-A42C-4398AE189845}" dt="2021-10-01T07:43:33.599" v="2756" actId="6264"/>
          <ac:spMkLst>
            <pc:docMk/>
            <pc:sldMk cId="3147563460" sldId="390"/>
            <ac:spMk id="8" creationId="{90205F4E-C64E-4356-97FE-1D3D4BB1F6A6}"/>
          </ac:spMkLst>
        </pc:spChg>
        <pc:spChg chg="add del mod ord">
          <ac:chgData name="Mandy Lin - Freedom Systems" userId="24f92fdd-367a-40f1-ad9b-8db5b9467043" providerId="ADAL" clId="{5BF1F43A-1D68-4CA2-A42C-4398AE189845}" dt="2021-10-01T07:43:38.195" v="2757" actId="700"/>
          <ac:spMkLst>
            <pc:docMk/>
            <pc:sldMk cId="3147563460" sldId="390"/>
            <ac:spMk id="9" creationId="{73DDC4CB-9458-44D8-9297-2BF86D19575F}"/>
          </ac:spMkLst>
        </pc:spChg>
        <pc:spChg chg="add del mod ord">
          <ac:chgData name="Mandy Lin - Freedom Systems" userId="24f92fdd-367a-40f1-ad9b-8db5b9467043" providerId="ADAL" clId="{5BF1F43A-1D68-4CA2-A42C-4398AE189845}" dt="2021-10-01T07:43:38.195" v="2757" actId="700"/>
          <ac:spMkLst>
            <pc:docMk/>
            <pc:sldMk cId="3147563460" sldId="390"/>
            <ac:spMk id="10" creationId="{AACC18CA-CC7E-4D3B-95B1-F5226D377E9C}"/>
          </ac:spMkLst>
        </pc:spChg>
        <pc:spChg chg="add del mod ord">
          <ac:chgData name="Mandy Lin - Freedom Systems" userId="24f92fdd-367a-40f1-ad9b-8db5b9467043" providerId="ADAL" clId="{5BF1F43A-1D68-4CA2-A42C-4398AE189845}" dt="2021-10-01T07:43:38.195" v="2757" actId="700"/>
          <ac:spMkLst>
            <pc:docMk/>
            <pc:sldMk cId="3147563460" sldId="390"/>
            <ac:spMk id="11" creationId="{38873CF8-8602-4411-84F5-2921B6FA2CE1}"/>
          </ac:spMkLst>
        </pc:spChg>
        <pc:spChg chg="add mod ord">
          <ac:chgData name="Mandy Lin - Freedom Systems" userId="24f92fdd-367a-40f1-ad9b-8db5b9467043" providerId="ADAL" clId="{5BF1F43A-1D68-4CA2-A42C-4398AE189845}" dt="2021-10-01T07:43:38.195" v="2757" actId="700"/>
          <ac:spMkLst>
            <pc:docMk/>
            <pc:sldMk cId="3147563460" sldId="390"/>
            <ac:spMk id="12" creationId="{1D9D9A76-BE28-4A0E-AD8E-83A63EB7DC02}"/>
          </ac:spMkLst>
        </pc:spChg>
        <pc:spChg chg="add mod ord">
          <ac:chgData name="Mandy Lin - Freedom Systems" userId="24f92fdd-367a-40f1-ad9b-8db5b9467043" providerId="ADAL" clId="{5BF1F43A-1D68-4CA2-A42C-4398AE189845}" dt="2021-10-01T07:43:38.195" v="2757" actId="700"/>
          <ac:spMkLst>
            <pc:docMk/>
            <pc:sldMk cId="3147563460" sldId="390"/>
            <ac:spMk id="13" creationId="{8525E959-6ECF-44BD-83CD-B1BB1833CC3D}"/>
          </ac:spMkLst>
        </pc:spChg>
      </pc:sldChg>
      <pc:sldChg chg="addSp delSp modSp new del mod modClrScheme chgLayout">
        <pc:chgData name="Mandy Lin - Freedom Systems" userId="24f92fdd-367a-40f1-ad9b-8db5b9467043" providerId="ADAL" clId="{5BF1F43A-1D68-4CA2-A42C-4398AE189845}" dt="2021-10-19T06:48:23.418" v="4603" actId="47"/>
        <pc:sldMkLst>
          <pc:docMk/>
          <pc:sldMk cId="1555766329" sldId="391"/>
        </pc:sldMkLst>
        <pc:spChg chg="del mod ord">
          <ac:chgData name="Mandy Lin - Freedom Systems" userId="24f92fdd-367a-40f1-ad9b-8db5b9467043" providerId="ADAL" clId="{5BF1F43A-1D68-4CA2-A42C-4398AE189845}" dt="2021-10-01T07:43:51.295" v="2759" actId="700"/>
          <ac:spMkLst>
            <pc:docMk/>
            <pc:sldMk cId="1555766329" sldId="391"/>
            <ac:spMk id="2" creationId="{7AFC476C-B477-4804-AB51-43903243954C}"/>
          </ac:spMkLst>
        </pc:spChg>
        <pc:spChg chg="del mod ord">
          <ac:chgData name="Mandy Lin - Freedom Systems" userId="24f92fdd-367a-40f1-ad9b-8db5b9467043" providerId="ADAL" clId="{5BF1F43A-1D68-4CA2-A42C-4398AE189845}" dt="2021-10-01T07:43:51.295" v="2759" actId="700"/>
          <ac:spMkLst>
            <pc:docMk/>
            <pc:sldMk cId="1555766329" sldId="391"/>
            <ac:spMk id="3" creationId="{E4DE9AE4-1094-4DE8-9E9A-2ABFAE3DC360}"/>
          </ac:spMkLst>
        </pc:spChg>
        <pc:spChg chg="add mod or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1555766329" sldId="391"/>
            <ac:spMk id="4" creationId="{21253594-A70D-48DD-A7DF-8392C3B62961}"/>
          </ac:spMkLst>
        </pc:spChg>
        <pc:spChg chg="mod ord">
          <ac:chgData name="Mandy Lin - Freedom Systems" userId="24f92fdd-367a-40f1-ad9b-8db5b9467043" providerId="ADAL" clId="{5BF1F43A-1D68-4CA2-A42C-4398AE189845}" dt="2021-10-01T07:43:51.295" v="2759" actId="700"/>
          <ac:spMkLst>
            <pc:docMk/>
            <pc:sldMk cId="1555766329" sldId="391"/>
            <ac:spMk id="5" creationId="{07EBE1CB-CDF2-4FD8-9DE4-F35894FC13D4}"/>
          </ac:spMkLst>
        </pc:spChg>
        <pc:spChg chg="add mod ord">
          <ac:chgData name="Mandy Lin - Freedom Systems" userId="24f92fdd-367a-40f1-ad9b-8db5b9467043" providerId="ADAL" clId="{5BF1F43A-1D68-4CA2-A42C-4398AE189845}" dt="2021-10-01T07:43:51.295" v="2759" actId="700"/>
          <ac:spMkLst>
            <pc:docMk/>
            <pc:sldMk cId="1555766329" sldId="391"/>
            <ac:spMk id="6" creationId="{B643D8C8-620F-4131-BE6B-C003DA582AB7}"/>
          </ac:spMkLst>
        </pc:spChg>
        <pc:spChg chg="add mod ord">
          <ac:chgData name="Mandy Lin - Freedom Systems" userId="24f92fdd-367a-40f1-ad9b-8db5b9467043" providerId="ADAL" clId="{5BF1F43A-1D68-4CA2-A42C-4398AE189845}" dt="2021-10-01T07:43:51.295" v="2759" actId="700"/>
          <ac:spMkLst>
            <pc:docMk/>
            <pc:sldMk cId="1555766329" sldId="391"/>
            <ac:spMk id="7" creationId="{F3C25006-4925-4703-AA0F-9D59DDF35D15}"/>
          </ac:spMkLst>
        </pc:spChg>
      </pc:sldChg>
      <pc:sldChg chg="addSp delSp modSp new mod modClrScheme chgLayout">
        <pc:chgData name="Mandy Lin - Freedom Systems" userId="24f92fdd-367a-40f1-ad9b-8db5b9467043" providerId="ADAL" clId="{5BF1F43A-1D68-4CA2-A42C-4398AE189845}" dt="2021-10-22T09:53:11.829" v="4823" actId="478"/>
        <pc:sldMkLst>
          <pc:docMk/>
          <pc:sldMk cId="3755842390" sldId="392"/>
        </pc:sldMkLst>
        <pc:spChg chg="del mod ord">
          <ac:chgData name="Mandy Lin - Freedom Systems" userId="24f92fdd-367a-40f1-ad9b-8db5b9467043" providerId="ADAL" clId="{5BF1F43A-1D68-4CA2-A42C-4398AE189845}" dt="2021-10-01T07:44:25.785" v="2762" actId="700"/>
          <ac:spMkLst>
            <pc:docMk/>
            <pc:sldMk cId="3755842390" sldId="392"/>
            <ac:spMk id="2" creationId="{66D3D318-26E1-4E71-8B3C-B4CE4BFFDED9}"/>
          </ac:spMkLst>
        </pc:spChg>
        <pc:spChg chg="add del mod">
          <ac:chgData name="Mandy Lin - Freedom Systems" userId="24f92fdd-367a-40f1-ad9b-8db5b9467043" providerId="ADAL" clId="{5BF1F43A-1D68-4CA2-A42C-4398AE189845}" dt="2021-10-22T09:53:11.829" v="4823" actId="478"/>
          <ac:spMkLst>
            <pc:docMk/>
            <pc:sldMk cId="3755842390" sldId="392"/>
            <ac:spMk id="2" creationId="{E92A0B98-5504-46B6-9BB4-E811EAE3ED5E}"/>
          </ac:spMkLst>
        </pc:spChg>
        <pc:spChg chg="add mod or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3755842390" sldId="392"/>
            <ac:spMk id="3" creationId="{6B4FC53C-2AC7-4B18-9A43-0A33F9D13F50}"/>
          </ac:spMkLst>
        </pc:spChg>
        <pc:spChg chg="add del mod ord">
          <ac:chgData name="Mandy Lin - Freedom Systems" userId="24f92fdd-367a-40f1-ad9b-8db5b9467043" providerId="ADAL" clId="{5BF1F43A-1D68-4CA2-A42C-4398AE189845}" dt="2021-10-03T16:00:57.146" v="3985" actId="478"/>
          <ac:spMkLst>
            <pc:docMk/>
            <pc:sldMk cId="3755842390" sldId="392"/>
            <ac:spMk id="4" creationId="{334F125D-C9CC-4D9C-9218-C88446ADD086}"/>
          </ac:spMkLst>
        </pc:spChg>
        <pc:spChg chg="del mod ord">
          <ac:chgData name="Mandy Lin - Freedom Systems" userId="24f92fdd-367a-40f1-ad9b-8db5b9467043" providerId="ADAL" clId="{5BF1F43A-1D68-4CA2-A42C-4398AE189845}" dt="2021-10-01T07:44:25.785" v="2762" actId="700"/>
          <ac:spMkLst>
            <pc:docMk/>
            <pc:sldMk cId="3755842390" sldId="392"/>
            <ac:spMk id="5" creationId="{977B6580-A970-4DAC-8C27-73417DD56272}"/>
          </ac:spMkLst>
        </pc:spChg>
        <pc:spChg chg="add mod ord">
          <ac:chgData name="Mandy Lin - Freedom Systems" userId="24f92fdd-367a-40f1-ad9b-8db5b9467043" providerId="ADAL" clId="{5BF1F43A-1D68-4CA2-A42C-4398AE189845}" dt="2021-10-01T07:44:25.785" v="2762" actId="700"/>
          <ac:spMkLst>
            <pc:docMk/>
            <pc:sldMk cId="3755842390" sldId="392"/>
            <ac:spMk id="6" creationId="{06D208DE-6EC7-4934-BC27-6A8E33471E19}"/>
          </ac:spMkLst>
        </pc:spChg>
        <pc:spChg chg="add mod ord">
          <ac:chgData name="Mandy Lin - Freedom Systems" userId="24f92fdd-367a-40f1-ad9b-8db5b9467043" providerId="ADAL" clId="{5BF1F43A-1D68-4CA2-A42C-4398AE189845}" dt="2021-10-01T07:44:25.785" v="2762" actId="700"/>
          <ac:spMkLst>
            <pc:docMk/>
            <pc:sldMk cId="3755842390" sldId="392"/>
            <ac:spMk id="7" creationId="{0F90A8CD-8F9C-45EB-9541-E05883A9BF0A}"/>
          </ac:spMkLst>
        </pc:spChg>
        <pc:spChg chg="add mod ord">
          <ac:chgData name="Mandy Lin - Freedom Systems" userId="24f92fdd-367a-40f1-ad9b-8db5b9467043" providerId="ADAL" clId="{5BF1F43A-1D68-4CA2-A42C-4398AE189845}" dt="2021-10-01T07:44:25.785" v="2762" actId="700"/>
          <ac:spMkLst>
            <pc:docMk/>
            <pc:sldMk cId="3755842390" sldId="392"/>
            <ac:spMk id="8" creationId="{D4A5BDAE-59B3-4C95-9A7A-1DF992CC5B1D}"/>
          </ac:spMkLst>
        </pc:spChg>
        <pc:spChg chg="add del mod">
          <ac:chgData name="Mandy Lin - Freedom Systems" userId="24f92fdd-367a-40f1-ad9b-8db5b9467043" providerId="ADAL" clId="{5BF1F43A-1D68-4CA2-A42C-4398AE189845}" dt="2021-10-22T09:53:11.829" v="4823" actId="478"/>
          <ac:spMkLst>
            <pc:docMk/>
            <pc:sldMk cId="3755842390" sldId="392"/>
            <ac:spMk id="9" creationId="{49668AFA-275B-461B-8FCF-1D0DC3FE2EDC}"/>
          </ac:spMkLst>
        </pc:spChg>
        <pc:spChg chg="add del mod">
          <ac:chgData name="Mandy Lin - Freedom Systems" userId="24f92fdd-367a-40f1-ad9b-8db5b9467043" providerId="ADAL" clId="{5BF1F43A-1D68-4CA2-A42C-4398AE189845}" dt="2021-10-22T09:53:11.829" v="4823" actId="478"/>
          <ac:spMkLst>
            <pc:docMk/>
            <pc:sldMk cId="3755842390" sldId="392"/>
            <ac:spMk id="10" creationId="{CEDF43E8-E872-4C51-89F2-9FD60E9679D1}"/>
          </ac:spMkLst>
        </pc:spChg>
        <pc:spChg chg="add del mod">
          <ac:chgData name="Mandy Lin - Freedom Systems" userId="24f92fdd-367a-40f1-ad9b-8db5b9467043" providerId="ADAL" clId="{5BF1F43A-1D68-4CA2-A42C-4398AE189845}" dt="2021-10-22T09:53:11.829" v="4823" actId="478"/>
          <ac:spMkLst>
            <pc:docMk/>
            <pc:sldMk cId="3755842390" sldId="392"/>
            <ac:spMk id="11" creationId="{6DB20EE5-6D69-4919-9944-BD7AB70670DE}"/>
          </ac:spMkLst>
        </pc:spChg>
        <pc:spChg chg="add del mod">
          <ac:chgData name="Mandy Lin - Freedom Systems" userId="24f92fdd-367a-40f1-ad9b-8db5b9467043" providerId="ADAL" clId="{5BF1F43A-1D68-4CA2-A42C-4398AE189845}" dt="2021-10-22T09:53:11.829" v="4823" actId="478"/>
          <ac:spMkLst>
            <pc:docMk/>
            <pc:sldMk cId="3755842390" sldId="392"/>
            <ac:spMk id="12" creationId="{B3EDE373-0F4F-4E46-9B84-D97839F14932}"/>
          </ac:spMkLst>
        </pc:spChg>
      </pc:sldChg>
      <pc:sldChg chg="addSp delSp modSp new mod ord modClrScheme chgLayout">
        <pc:chgData name="Mandy Lin - Freedom Systems" userId="24f92fdd-367a-40f1-ad9b-8db5b9467043" providerId="ADAL" clId="{5BF1F43A-1D68-4CA2-A42C-4398AE189845}" dt="2021-10-03T08:26:02.514" v="3160"/>
        <pc:sldMkLst>
          <pc:docMk/>
          <pc:sldMk cId="181833369" sldId="393"/>
        </pc:sldMkLst>
        <pc:spChg chg="del mod ord">
          <ac:chgData name="Mandy Lin - Freedom Systems" userId="24f92fdd-367a-40f1-ad9b-8db5b9467043" providerId="ADAL" clId="{5BF1F43A-1D68-4CA2-A42C-4398AE189845}" dt="2021-10-01T07:46:06.135" v="2765" actId="700"/>
          <ac:spMkLst>
            <pc:docMk/>
            <pc:sldMk cId="181833369" sldId="393"/>
            <ac:spMk id="2" creationId="{1D5BAAC8-6C1D-4DE9-8FD0-1D6FC2D38624}"/>
          </ac:spMkLst>
        </pc:spChg>
        <pc:spChg chg="del mod ord">
          <ac:chgData name="Mandy Lin - Freedom Systems" userId="24f92fdd-367a-40f1-ad9b-8db5b9467043" providerId="ADAL" clId="{5BF1F43A-1D68-4CA2-A42C-4398AE189845}" dt="2021-10-01T07:46:06.135" v="2765" actId="700"/>
          <ac:spMkLst>
            <pc:docMk/>
            <pc:sldMk cId="181833369" sldId="393"/>
            <ac:spMk id="3" creationId="{12B8C135-8DCF-4426-B3AC-E4348FCA25D9}"/>
          </ac:spMkLst>
        </pc:spChg>
        <pc:spChg chg="mod ord">
          <ac:chgData name="Mandy Lin - Freedom Systems" userId="24f92fdd-367a-40f1-ad9b-8db5b9467043" providerId="ADAL" clId="{5BF1F43A-1D68-4CA2-A42C-4398AE189845}" dt="2021-10-01T07:46:06.135" v="2765" actId="700"/>
          <ac:spMkLst>
            <pc:docMk/>
            <pc:sldMk cId="181833369" sldId="393"/>
            <ac:spMk id="4" creationId="{800AD857-9B07-4B4C-AF71-409D1A27D65B}"/>
          </ac:spMkLst>
        </pc:spChg>
        <pc:spChg chg="add mod or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181833369" sldId="393"/>
            <ac:spMk id="5" creationId="{6E99B73E-AAE3-4548-9298-1647EC62CA25}"/>
          </ac:spMkLst>
        </pc:spChg>
        <pc:spChg chg="add mod ord">
          <ac:chgData name="Mandy Lin - Freedom Systems" userId="24f92fdd-367a-40f1-ad9b-8db5b9467043" providerId="ADAL" clId="{5BF1F43A-1D68-4CA2-A42C-4398AE189845}" dt="2021-10-01T07:46:06.135" v="2765" actId="700"/>
          <ac:spMkLst>
            <pc:docMk/>
            <pc:sldMk cId="181833369" sldId="393"/>
            <ac:spMk id="6" creationId="{46AAB517-050B-475A-8170-F6E1C4E80D59}"/>
          </ac:spMkLst>
        </pc:spChg>
        <pc:spChg chg="add mod ord">
          <ac:chgData name="Mandy Lin - Freedom Systems" userId="24f92fdd-367a-40f1-ad9b-8db5b9467043" providerId="ADAL" clId="{5BF1F43A-1D68-4CA2-A42C-4398AE189845}" dt="2021-10-01T07:46:06.135" v="2765" actId="700"/>
          <ac:spMkLst>
            <pc:docMk/>
            <pc:sldMk cId="181833369" sldId="393"/>
            <ac:spMk id="7" creationId="{CC86B393-C017-4DF7-B9CF-0949C2F02A4D}"/>
          </ac:spMkLst>
        </pc:spChg>
        <pc:spChg chg="add mod ord">
          <ac:chgData name="Mandy Lin - Freedom Systems" userId="24f92fdd-367a-40f1-ad9b-8db5b9467043" providerId="ADAL" clId="{5BF1F43A-1D68-4CA2-A42C-4398AE189845}" dt="2021-10-01T07:46:06.135" v="2765" actId="700"/>
          <ac:spMkLst>
            <pc:docMk/>
            <pc:sldMk cId="181833369" sldId="393"/>
            <ac:spMk id="8" creationId="{5FE78876-08C2-41DB-AA0A-03BA478D6673}"/>
          </ac:spMkLst>
        </pc:spChg>
      </pc:sldChg>
      <pc:sldChg chg="addSp delSp modSp new mod modClrScheme chgLayout">
        <pc:chgData name="Mandy Lin - Freedom Systems" userId="24f92fdd-367a-40f1-ad9b-8db5b9467043" providerId="ADAL" clId="{5BF1F43A-1D68-4CA2-A42C-4398AE189845}" dt="2021-10-03T08:26:02.514" v="3160"/>
        <pc:sldMkLst>
          <pc:docMk/>
          <pc:sldMk cId="3509517657" sldId="394"/>
        </pc:sldMkLst>
        <pc:spChg chg="del mod ord">
          <ac:chgData name="Mandy Lin - Freedom Systems" userId="24f92fdd-367a-40f1-ad9b-8db5b9467043" providerId="ADAL" clId="{5BF1F43A-1D68-4CA2-A42C-4398AE189845}" dt="2021-10-01T07:47:12.985" v="2776" actId="700"/>
          <ac:spMkLst>
            <pc:docMk/>
            <pc:sldMk cId="3509517657" sldId="394"/>
            <ac:spMk id="2" creationId="{F9872378-2AE3-4D1F-AF6B-4C2CDAB1284F}"/>
          </ac:spMkLst>
        </pc:spChg>
        <pc:spChg chg="mod ord">
          <ac:chgData name="Mandy Lin - Freedom Systems" userId="24f92fdd-367a-40f1-ad9b-8db5b9467043" providerId="ADAL" clId="{5BF1F43A-1D68-4CA2-A42C-4398AE189845}" dt="2021-10-01T07:47:12.985" v="2776" actId="700"/>
          <ac:spMkLst>
            <pc:docMk/>
            <pc:sldMk cId="3509517657" sldId="394"/>
            <ac:spMk id="3" creationId="{6218CE55-C0C8-432E-85CE-AFBD90F887F5}"/>
          </ac:spMkLst>
        </pc:spChg>
        <pc:spChg chg="add mod or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3509517657" sldId="394"/>
            <ac:spMk id="4" creationId="{AE7E88FC-76BE-4806-80A5-7298A9EBF00C}"/>
          </ac:spMkLst>
        </pc:spChg>
        <pc:spChg chg="del mod ord">
          <ac:chgData name="Mandy Lin - Freedom Systems" userId="24f92fdd-367a-40f1-ad9b-8db5b9467043" providerId="ADAL" clId="{5BF1F43A-1D68-4CA2-A42C-4398AE189845}" dt="2021-10-01T07:47:12.985" v="2776" actId="700"/>
          <ac:spMkLst>
            <pc:docMk/>
            <pc:sldMk cId="3509517657" sldId="394"/>
            <ac:spMk id="5" creationId="{3776151B-678F-4BFF-95D6-4AFF7DF97675}"/>
          </ac:spMkLst>
        </pc:spChg>
        <pc:spChg chg="add mod ord">
          <ac:chgData name="Mandy Lin - Freedom Systems" userId="24f92fdd-367a-40f1-ad9b-8db5b9467043" providerId="ADAL" clId="{5BF1F43A-1D68-4CA2-A42C-4398AE189845}" dt="2021-10-01T07:47:12.985" v="2776" actId="700"/>
          <ac:spMkLst>
            <pc:docMk/>
            <pc:sldMk cId="3509517657" sldId="394"/>
            <ac:spMk id="6" creationId="{79CD083D-5114-4EFD-8593-F0E2F7209F9F}"/>
          </ac:spMkLst>
        </pc:spChg>
        <pc:spChg chg="add mod ord">
          <ac:chgData name="Mandy Lin - Freedom Systems" userId="24f92fdd-367a-40f1-ad9b-8db5b9467043" providerId="ADAL" clId="{5BF1F43A-1D68-4CA2-A42C-4398AE189845}" dt="2021-10-01T07:47:12.985" v="2776" actId="700"/>
          <ac:spMkLst>
            <pc:docMk/>
            <pc:sldMk cId="3509517657" sldId="394"/>
            <ac:spMk id="7" creationId="{666FBC55-9851-45DB-B58F-B82C56793F90}"/>
          </ac:spMkLst>
        </pc:spChg>
        <pc:spChg chg="add mod ord">
          <ac:chgData name="Mandy Lin - Freedom Systems" userId="24f92fdd-367a-40f1-ad9b-8db5b9467043" providerId="ADAL" clId="{5BF1F43A-1D68-4CA2-A42C-4398AE189845}" dt="2021-10-01T07:47:12.985" v="2776" actId="700"/>
          <ac:spMkLst>
            <pc:docMk/>
            <pc:sldMk cId="3509517657" sldId="394"/>
            <ac:spMk id="8" creationId="{CF36CB3E-A0EC-4D9A-82CF-DE438726D3B4}"/>
          </ac:spMkLst>
        </pc:spChg>
        <pc:spChg chg="add mod ord">
          <ac:chgData name="Mandy Lin - Freedom Systems" userId="24f92fdd-367a-40f1-ad9b-8db5b9467043" providerId="ADAL" clId="{5BF1F43A-1D68-4CA2-A42C-4398AE189845}" dt="2021-10-01T07:47:12.985" v="2776" actId="700"/>
          <ac:spMkLst>
            <pc:docMk/>
            <pc:sldMk cId="3509517657" sldId="394"/>
            <ac:spMk id="9" creationId="{2CD95B6A-B2AA-46BE-9FD0-0ED48291C52F}"/>
          </ac:spMkLst>
        </pc:spChg>
        <pc:spChg chg="add mod ord">
          <ac:chgData name="Mandy Lin - Freedom Systems" userId="24f92fdd-367a-40f1-ad9b-8db5b9467043" providerId="ADAL" clId="{5BF1F43A-1D68-4CA2-A42C-4398AE189845}" dt="2021-10-01T07:47:12.985" v="2776" actId="700"/>
          <ac:spMkLst>
            <pc:docMk/>
            <pc:sldMk cId="3509517657" sldId="394"/>
            <ac:spMk id="10" creationId="{C14FE6C1-F2FB-4C79-A971-EFA038C90A02}"/>
          </ac:spMkLst>
        </pc:spChg>
      </pc:sldChg>
      <pc:sldChg chg="addSp delSp modSp new mod ord modClrScheme chgLayout">
        <pc:chgData name="Mandy Lin - Freedom Systems" userId="24f92fdd-367a-40f1-ad9b-8db5b9467043" providerId="ADAL" clId="{5BF1F43A-1D68-4CA2-A42C-4398AE189845}" dt="2021-10-03T08:26:02.514" v="3160"/>
        <pc:sldMkLst>
          <pc:docMk/>
          <pc:sldMk cId="2053329138" sldId="395"/>
        </pc:sldMkLst>
        <pc:spChg chg="del mod ord">
          <ac:chgData name="Mandy Lin - Freedom Systems" userId="24f92fdd-367a-40f1-ad9b-8db5b9467043" providerId="ADAL" clId="{5BF1F43A-1D68-4CA2-A42C-4398AE189845}" dt="2021-10-01T07:47:25.417" v="2778" actId="700"/>
          <ac:spMkLst>
            <pc:docMk/>
            <pc:sldMk cId="2053329138" sldId="395"/>
            <ac:spMk id="2" creationId="{80B3A66E-34F9-4EFB-858F-3996432CD36B}"/>
          </ac:spMkLst>
        </pc:spChg>
        <pc:spChg chg="del">
          <ac:chgData name="Mandy Lin - Freedom Systems" userId="24f92fdd-367a-40f1-ad9b-8db5b9467043" providerId="ADAL" clId="{5BF1F43A-1D68-4CA2-A42C-4398AE189845}" dt="2021-10-01T07:47:25.417" v="2778" actId="700"/>
          <ac:spMkLst>
            <pc:docMk/>
            <pc:sldMk cId="2053329138" sldId="395"/>
            <ac:spMk id="3" creationId="{20B81AD4-CA8D-4F4B-8B0B-0470333C2FA9}"/>
          </ac:spMkLst>
        </pc:spChg>
        <pc:spChg chg="del">
          <ac:chgData name="Mandy Lin - Freedom Systems" userId="24f92fdd-367a-40f1-ad9b-8db5b9467043" providerId="ADAL" clId="{5BF1F43A-1D68-4CA2-A42C-4398AE189845}" dt="2021-10-01T07:47:25.417" v="2778" actId="700"/>
          <ac:spMkLst>
            <pc:docMk/>
            <pc:sldMk cId="2053329138" sldId="395"/>
            <ac:spMk id="4" creationId="{D5E00935-5F87-49F0-9A6F-2D99AC11D2F6}"/>
          </ac:spMkLst>
        </pc:spChg>
        <pc:spChg chg="del">
          <ac:chgData name="Mandy Lin - Freedom Systems" userId="24f92fdd-367a-40f1-ad9b-8db5b9467043" providerId="ADAL" clId="{5BF1F43A-1D68-4CA2-A42C-4398AE189845}" dt="2021-10-01T07:47:25.417" v="2778" actId="700"/>
          <ac:spMkLst>
            <pc:docMk/>
            <pc:sldMk cId="2053329138" sldId="395"/>
            <ac:spMk id="5" creationId="{A8B0F7AF-40D8-4C19-A92E-1C4AE797F1CE}"/>
          </ac:spMkLst>
        </pc:spChg>
        <pc:spChg chg="add mod or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2053329138" sldId="395"/>
            <ac:spMk id="6" creationId="{12BDE4C6-2974-4D41-9A37-52763A128981}"/>
          </ac:spMkLst>
        </pc:spChg>
        <pc:spChg chg="mod ord">
          <ac:chgData name="Mandy Lin - Freedom Systems" userId="24f92fdd-367a-40f1-ad9b-8db5b9467043" providerId="ADAL" clId="{5BF1F43A-1D68-4CA2-A42C-4398AE189845}" dt="2021-10-01T07:47:25.417" v="2778" actId="700"/>
          <ac:spMkLst>
            <pc:docMk/>
            <pc:sldMk cId="2053329138" sldId="395"/>
            <ac:spMk id="7" creationId="{CFEF39FD-D171-4014-9E82-E58F45EC3EA9}"/>
          </ac:spMkLst>
        </pc:spChg>
        <pc:spChg chg="del mod ord">
          <ac:chgData name="Mandy Lin - Freedom Systems" userId="24f92fdd-367a-40f1-ad9b-8db5b9467043" providerId="ADAL" clId="{5BF1F43A-1D68-4CA2-A42C-4398AE189845}" dt="2021-10-01T07:47:25.417" v="2778" actId="700"/>
          <ac:spMkLst>
            <pc:docMk/>
            <pc:sldMk cId="2053329138" sldId="395"/>
            <ac:spMk id="8" creationId="{4F3A83A5-82FE-4972-BE42-AF871F7591A4}"/>
          </ac:spMkLst>
        </pc:spChg>
        <pc:spChg chg="add mod ord">
          <ac:chgData name="Mandy Lin - Freedom Systems" userId="24f92fdd-367a-40f1-ad9b-8db5b9467043" providerId="ADAL" clId="{5BF1F43A-1D68-4CA2-A42C-4398AE189845}" dt="2021-10-01T07:47:25.417" v="2778" actId="700"/>
          <ac:spMkLst>
            <pc:docMk/>
            <pc:sldMk cId="2053329138" sldId="395"/>
            <ac:spMk id="9" creationId="{2E77C8E5-8C03-4563-928A-7142C8FC3FF3}"/>
          </ac:spMkLst>
        </pc:spChg>
        <pc:spChg chg="add mod ord">
          <ac:chgData name="Mandy Lin - Freedom Systems" userId="24f92fdd-367a-40f1-ad9b-8db5b9467043" providerId="ADAL" clId="{5BF1F43A-1D68-4CA2-A42C-4398AE189845}" dt="2021-10-01T07:47:25.417" v="2778" actId="700"/>
          <ac:spMkLst>
            <pc:docMk/>
            <pc:sldMk cId="2053329138" sldId="395"/>
            <ac:spMk id="10" creationId="{C4950F5A-8F07-4F17-8E54-DD51D5F1D2CB}"/>
          </ac:spMkLst>
        </pc:spChg>
      </pc:sldChg>
      <pc:sldChg chg="addSp delSp modSp new mod ord modTransition modClrScheme chgLayout">
        <pc:chgData name="Mandy Lin - Freedom Systems" userId="24f92fdd-367a-40f1-ad9b-8db5b9467043" providerId="ADAL" clId="{5BF1F43A-1D68-4CA2-A42C-4398AE189845}" dt="2021-10-19T06:00:25.439" v="4422" actId="478"/>
        <pc:sldMkLst>
          <pc:docMk/>
          <pc:sldMk cId="1578138080" sldId="396"/>
        </pc:sldMkLst>
        <pc:spChg chg="del mod ord">
          <ac:chgData name="Mandy Lin - Freedom Systems" userId="24f92fdd-367a-40f1-ad9b-8db5b9467043" providerId="ADAL" clId="{5BF1F43A-1D68-4CA2-A42C-4398AE189845}" dt="2021-10-01T07:52:33.624" v="2785" actId="700"/>
          <ac:spMkLst>
            <pc:docMk/>
            <pc:sldMk cId="1578138080" sldId="396"/>
            <ac:spMk id="2" creationId="{6813796C-DE94-404B-82EB-B3A2DDC7FD71}"/>
          </ac:spMkLst>
        </pc:spChg>
        <pc:spChg chg="del mod ord">
          <ac:chgData name="Mandy Lin - Freedom Systems" userId="24f92fdd-367a-40f1-ad9b-8db5b9467043" providerId="ADAL" clId="{5BF1F43A-1D68-4CA2-A42C-4398AE189845}" dt="2021-10-01T07:52:33.624" v="2785" actId="700"/>
          <ac:spMkLst>
            <pc:docMk/>
            <pc:sldMk cId="1578138080" sldId="396"/>
            <ac:spMk id="3" creationId="{01811B84-A3DF-42E0-9850-F5200F59A34D}"/>
          </ac:spMkLst>
        </pc:spChg>
        <pc:spChg chg="mod ord">
          <ac:chgData name="Mandy Lin - Freedom Systems" userId="24f92fdd-367a-40f1-ad9b-8db5b9467043" providerId="ADAL" clId="{5BF1F43A-1D68-4CA2-A42C-4398AE189845}" dt="2021-10-01T07:52:33.624" v="2785" actId="700"/>
          <ac:spMkLst>
            <pc:docMk/>
            <pc:sldMk cId="1578138080" sldId="396"/>
            <ac:spMk id="4" creationId="{7AD1A00D-86E1-4E12-B1A4-F3540996BE6E}"/>
          </ac:spMkLst>
        </pc:spChg>
        <pc:spChg chg="add del mod ord">
          <ac:chgData name="Mandy Lin - Freedom Systems" userId="24f92fdd-367a-40f1-ad9b-8db5b9467043" providerId="ADAL" clId="{5BF1F43A-1D68-4CA2-A42C-4398AE189845}" dt="2021-10-19T06:00:25.439" v="4422" actId="478"/>
          <ac:spMkLst>
            <pc:docMk/>
            <pc:sldMk cId="1578138080" sldId="396"/>
            <ac:spMk id="5" creationId="{AE529194-1EF5-436B-9046-DC6D90693DE8}"/>
          </ac:spMkLst>
        </pc:spChg>
        <pc:spChg chg="add mod ord">
          <ac:chgData name="Mandy Lin - Freedom Systems" userId="24f92fdd-367a-40f1-ad9b-8db5b9467043" providerId="ADAL" clId="{5BF1F43A-1D68-4CA2-A42C-4398AE189845}" dt="2021-10-01T07:52:33.624" v="2785" actId="700"/>
          <ac:spMkLst>
            <pc:docMk/>
            <pc:sldMk cId="1578138080" sldId="396"/>
            <ac:spMk id="6" creationId="{204129E3-5DCB-415C-A43A-730BA46B1CF6}"/>
          </ac:spMkLst>
        </pc:spChg>
        <pc:spChg chg="add mod ord">
          <ac:chgData name="Mandy Lin - Freedom Systems" userId="24f92fdd-367a-40f1-ad9b-8db5b9467043" providerId="ADAL" clId="{5BF1F43A-1D68-4CA2-A42C-4398AE189845}" dt="2021-10-01T07:52:33.624" v="2785" actId="700"/>
          <ac:spMkLst>
            <pc:docMk/>
            <pc:sldMk cId="1578138080" sldId="396"/>
            <ac:spMk id="7" creationId="{7DB28105-5E32-4160-8FE7-56261B84695E}"/>
          </ac:spMkLst>
        </pc:spChg>
      </pc:sldChg>
      <pc:sldChg chg="addSp delSp modSp new mod ord modClrScheme chgLayout">
        <pc:chgData name="Mandy Lin - Freedom Systems" userId="24f92fdd-367a-40f1-ad9b-8db5b9467043" providerId="ADAL" clId="{5BF1F43A-1D68-4CA2-A42C-4398AE189845}" dt="2021-10-03T08:26:02.514" v="3160"/>
        <pc:sldMkLst>
          <pc:docMk/>
          <pc:sldMk cId="73459293" sldId="397"/>
        </pc:sldMkLst>
        <pc:spChg chg="del">
          <ac:chgData name="Mandy Lin - Freedom Systems" userId="24f92fdd-367a-40f1-ad9b-8db5b9467043" providerId="ADAL" clId="{5BF1F43A-1D68-4CA2-A42C-4398AE189845}" dt="2021-10-01T07:52:46.521" v="2787" actId="700"/>
          <ac:spMkLst>
            <pc:docMk/>
            <pc:sldMk cId="73459293" sldId="397"/>
            <ac:spMk id="2" creationId="{350A69C1-8336-476E-AA2E-73A2B3B1A231}"/>
          </ac:spMkLst>
        </pc:spChg>
        <pc:spChg chg="del mod ord">
          <ac:chgData name="Mandy Lin - Freedom Systems" userId="24f92fdd-367a-40f1-ad9b-8db5b9467043" providerId="ADAL" clId="{5BF1F43A-1D68-4CA2-A42C-4398AE189845}" dt="2021-10-01T07:52:46.521" v="2787" actId="700"/>
          <ac:spMkLst>
            <pc:docMk/>
            <pc:sldMk cId="73459293" sldId="397"/>
            <ac:spMk id="3" creationId="{D60C2BFA-00D4-4FB3-B2A1-AC9320244C19}"/>
          </ac:spMkLst>
        </pc:spChg>
        <pc:spChg chg="mod ord">
          <ac:chgData name="Mandy Lin - Freedom Systems" userId="24f92fdd-367a-40f1-ad9b-8db5b9467043" providerId="ADAL" clId="{5BF1F43A-1D68-4CA2-A42C-4398AE189845}" dt="2021-10-01T07:52:46.521" v="2787" actId="700"/>
          <ac:spMkLst>
            <pc:docMk/>
            <pc:sldMk cId="73459293" sldId="397"/>
            <ac:spMk id="4" creationId="{4EA554EE-C12F-4322-AD3C-568613832B20}"/>
          </ac:spMkLst>
        </pc:spChg>
        <pc:spChg chg="add mod or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73459293" sldId="397"/>
            <ac:spMk id="5" creationId="{B8B464F9-48BD-4940-8A19-F3B9495092C4}"/>
          </ac:spMkLst>
        </pc:spChg>
        <pc:spChg chg="add mod ord">
          <ac:chgData name="Mandy Lin - Freedom Systems" userId="24f92fdd-367a-40f1-ad9b-8db5b9467043" providerId="ADAL" clId="{5BF1F43A-1D68-4CA2-A42C-4398AE189845}" dt="2021-10-01T07:52:46.521" v="2787" actId="700"/>
          <ac:spMkLst>
            <pc:docMk/>
            <pc:sldMk cId="73459293" sldId="397"/>
            <ac:spMk id="6" creationId="{8701244A-3D66-4ADB-A8AB-587D6ACA7883}"/>
          </ac:spMkLst>
        </pc:spChg>
        <pc:spChg chg="add mod ord">
          <ac:chgData name="Mandy Lin - Freedom Systems" userId="24f92fdd-367a-40f1-ad9b-8db5b9467043" providerId="ADAL" clId="{5BF1F43A-1D68-4CA2-A42C-4398AE189845}" dt="2021-10-01T07:52:46.521" v="2787" actId="700"/>
          <ac:spMkLst>
            <pc:docMk/>
            <pc:sldMk cId="73459293" sldId="397"/>
            <ac:spMk id="7" creationId="{B54E176F-A3D1-4B36-B38F-1EB5B107C44E}"/>
          </ac:spMkLst>
        </pc:spChg>
      </pc:sldChg>
      <pc:sldChg chg="addSp delSp modSp new del mod modClrScheme chgLayout">
        <pc:chgData name="Mandy Lin - Freedom Systems" userId="24f92fdd-367a-40f1-ad9b-8db5b9467043" providerId="ADAL" clId="{5BF1F43A-1D68-4CA2-A42C-4398AE189845}" dt="2021-10-19T06:01:05.225" v="4427" actId="47"/>
        <pc:sldMkLst>
          <pc:docMk/>
          <pc:sldMk cId="171181569" sldId="398"/>
        </pc:sldMkLst>
        <pc:spChg chg="add mod or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171181569" sldId="398"/>
            <ac:spMk id="2" creationId="{6DF41E0C-2AB3-4375-BE39-3734DFE24215}"/>
          </ac:spMkLst>
        </pc:spChg>
        <pc:spChg chg="mod ord">
          <ac:chgData name="Mandy Lin - Freedom Systems" userId="24f92fdd-367a-40f1-ad9b-8db5b9467043" providerId="ADAL" clId="{5BF1F43A-1D68-4CA2-A42C-4398AE189845}" dt="2021-10-01T07:53:56.267" v="2818" actId="700"/>
          <ac:spMkLst>
            <pc:docMk/>
            <pc:sldMk cId="171181569" sldId="398"/>
            <ac:spMk id="3" creationId="{01D6FF79-E33A-4C11-BB3C-D8457DA12DCE}"/>
          </ac:spMkLst>
        </pc:spChg>
        <pc:spChg chg="del mod ord">
          <ac:chgData name="Mandy Lin - Freedom Systems" userId="24f92fdd-367a-40f1-ad9b-8db5b9467043" providerId="ADAL" clId="{5BF1F43A-1D68-4CA2-A42C-4398AE189845}" dt="2021-10-01T07:53:56.267" v="2818" actId="700"/>
          <ac:spMkLst>
            <pc:docMk/>
            <pc:sldMk cId="171181569" sldId="398"/>
            <ac:spMk id="4" creationId="{87F7E6E8-CE6C-41A1-8A81-6A8688E186EF}"/>
          </ac:spMkLst>
        </pc:spChg>
        <pc:spChg chg="del mod ord">
          <ac:chgData name="Mandy Lin - Freedom Systems" userId="24f92fdd-367a-40f1-ad9b-8db5b9467043" providerId="ADAL" clId="{5BF1F43A-1D68-4CA2-A42C-4398AE189845}" dt="2021-10-01T07:53:56.267" v="2818" actId="700"/>
          <ac:spMkLst>
            <pc:docMk/>
            <pc:sldMk cId="171181569" sldId="398"/>
            <ac:spMk id="5" creationId="{398C7179-D54E-43B7-8A81-4E58F6FB8190}"/>
          </ac:spMkLst>
        </pc:spChg>
        <pc:spChg chg="add mod ord">
          <ac:chgData name="Mandy Lin - Freedom Systems" userId="24f92fdd-367a-40f1-ad9b-8db5b9467043" providerId="ADAL" clId="{5BF1F43A-1D68-4CA2-A42C-4398AE189845}" dt="2021-10-01T07:53:56.267" v="2818" actId="700"/>
          <ac:spMkLst>
            <pc:docMk/>
            <pc:sldMk cId="171181569" sldId="398"/>
            <ac:spMk id="6" creationId="{52A5314F-05C8-41A5-934E-170EE20BE2B0}"/>
          </ac:spMkLst>
        </pc:spChg>
        <pc:spChg chg="add mod ord">
          <ac:chgData name="Mandy Lin - Freedom Systems" userId="24f92fdd-367a-40f1-ad9b-8db5b9467043" providerId="ADAL" clId="{5BF1F43A-1D68-4CA2-A42C-4398AE189845}" dt="2021-10-01T07:53:56.267" v="2818" actId="700"/>
          <ac:spMkLst>
            <pc:docMk/>
            <pc:sldMk cId="171181569" sldId="398"/>
            <ac:spMk id="7" creationId="{E6350087-2C46-4CB6-9067-8427F62AF429}"/>
          </ac:spMkLst>
        </pc:spChg>
      </pc:sldChg>
      <pc:sldChg chg="addSp new">
        <pc:chgData name="Mandy Lin - Freedom Systems" userId="24f92fdd-367a-40f1-ad9b-8db5b9467043" providerId="ADAL" clId="{5BF1F43A-1D68-4CA2-A42C-4398AE189845}" dt="2021-10-03T08:26:02.514" v="3160"/>
        <pc:sldMkLst>
          <pc:docMk/>
          <pc:sldMk cId="1304227796" sldId="399"/>
        </pc:sldMkLst>
        <pc:spChg chg="ad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1304227796" sldId="399"/>
            <ac:spMk id="2" creationId="{F7149DA9-4944-428C-A229-61A32C81D62E}"/>
          </ac:spMkLst>
        </pc:spChg>
      </pc:sldChg>
      <pc:sldChg chg="addSp new">
        <pc:chgData name="Mandy Lin - Freedom Systems" userId="24f92fdd-367a-40f1-ad9b-8db5b9467043" providerId="ADAL" clId="{5BF1F43A-1D68-4CA2-A42C-4398AE189845}" dt="2021-10-03T08:26:02.514" v="3160"/>
        <pc:sldMkLst>
          <pc:docMk/>
          <pc:sldMk cId="2156905503" sldId="400"/>
        </pc:sldMkLst>
        <pc:spChg chg="ad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2156905503" sldId="400"/>
            <ac:spMk id="5" creationId="{624474FE-E502-444E-8472-4459D1298B74}"/>
          </ac:spMkLst>
        </pc:spChg>
      </pc:sldChg>
      <pc:sldChg chg="addSp delSp modSp new del mod modClrScheme chgLayout">
        <pc:chgData name="Mandy Lin - Freedom Systems" userId="24f92fdd-367a-40f1-ad9b-8db5b9467043" providerId="ADAL" clId="{5BF1F43A-1D68-4CA2-A42C-4398AE189845}" dt="2021-10-19T06:40:48.680" v="4597" actId="47"/>
        <pc:sldMkLst>
          <pc:docMk/>
          <pc:sldMk cId="2306285494" sldId="401"/>
        </pc:sldMkLst>
        <pc:spChg chg="del mod ord">
          <ac:chgData name="Mandy Lin - Freedom Systems" userId="24f92fdd-367a-40f1-ad9b-8db5b9467043" providerId="ADAL" clId="{5BF1F43A-1D68-4CA2-A42C-4398AE189845}" dt="2021-10-01T07:54:50.132" v="2837" actId="700"/>
          <ac:spMkLst>
            <pc:docMk/>
            <pc:sldMk cId="2306285494" sldId="401"/>
            <ac:spMk id="2" creationId="{4B751E8F-1C5B-4114-9D52-21FCEAC462EA}"/>
          </ac:spMkLst>
        </pc:spChg>
        <pc:spChg chg="del">
          <ac:chgData name="Mandy Lin - Freedom Systems" userId="24f92fdd-367a-40f1-ad9b-8db5b9467043" providerId="ADAL" clId="{5BF1F43A-1D68-4CA2-A42C-4398AE189845}" dt="2021-10-01T07:54:50.132" v="2837" actId="700"/>
          <ac:spMkLst>
            <pc:docMk/>
            <pc:sldMk cId="2306285494" sldId="401"/>
            <ac:spMk id="3" creationId="{81032B1E-3723-412E-A6C0-9CA3ECC8499A}"/>
          </ac:spMkLst>
        </pc:spChg>
        <pc:spChg chg="del">
          <ac:chgData name="Mandy Lin - Freedom Systems" userId="24f92fdd-367a-40f1-ad9b-8db5b9467043" providerId="ADAL" clId="{5BF1F43A-1D68-4CA2-A42C-4398AE189845}" dt="2021-10-01T07:54:50.132" v="2837" actId="700"/>
          <ac:spMkLst>
            <pc:docMk/>
            <pc:sldMk cId="2306285494" sldId="401"/>
            <ac:spMk id="4" creationId="{3ECA3DF3-FF10-4E25-B5E6-142F55DA8A3C}"/>
          </ac:spMkLst>
        </pc:spChg>
        <pc:spChg chg="add mod or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2306285494" sldId="401"/>
            <ac:spMk id="5" creationId="{DAD71F46-89D0-4987-921F-4686100F6AAB}"/>
          </ac:spMkLst>
        </pc:spChg>
        <pc:spChg chg="mod ord">
          <ac:chgData name="Mandy Lin - Freedom Systems" userId="24f92fdd-367a-40f1-ad9b-8db5b9467043" providerId="ADAL" clId="{5BF1F43A-1D68-4CA2-A42C-4398AE189845}" dt="2021-10-01T07:54:50.132" v="2837" actId="700"/>
          <ac:spMkLst>
            <pc:docMk/>
            <pc:sldMk cId="2306285494" sldId="401"/>
            <ac:spMk id="6" creationId="{4CCDB150-8719-4374-B0A8-5AD658CA04C2}"/>
          </ac:spMkLst>
        </pc:spChg>
        <pc:spChg chg="del mod ord">
          <ac:chgData name="Mandy Lin - Freedom Systems" userId="24f92fdd-367a-40f1-ad9b-8db5b9467043" providerId="ADAL" clId="{5BF1F43A-1D68-4CA2-A42C-4398AE189845}" dt="2021-10-01T07:54:50.132" v="2837" actId="700"/>
          <ac:spMkLst>
            <pc:docMk/>
            <pc:sldMk cId="2306285494" sldId="401"/>
            <ac:spMk id="7" creationId="{3E18326F-92DD-474A-866C-01E33A90A43E}"/>
          </ac:spMkLst>
        </pc:spChg>
        <pc:spChg chg="del mod ord">
          <ac:chgData name="Mandy Lin - Freedom Systems" userId="24f92fdd-367a-40f1-ad9b-8db5b9467043" providerId="ADAL" clId="{5BF1F43A-1D68-4CA2-A42C-4398AE189845}" dt="2021-10-01T07:54:50.132" v="2837" actId="700"/>
          <ac:spMkLst>
            <pc:docMk/>
            <pc:sldMk cId="2306285494" sldId="401"/>
            <ac:spMk id="8" creationId="{5613CBC0-1AD6-48D5-90CF-5006A4D032F8}"/>
          </ac:spMkLst>
        </pc:spChg>
        <pc:spChg chg="del">
          <ac:chgData name="Mandy Lin - Freedom Systems" userId="24f92fdd-367a-40f1-ad9b-8db5b9467043" providerId="ADAL" clId="{5BF1F43A-1D68-4CA2-A42C-4398AE189845}" dt="2021-10-01T07:54:50.132" v="2837" actId="700"/>
          <ac:spMkLst>
            <pc:docMk/>
            <pc:sldMk cId="2306285494" sldId="401"/>
            <ac:spMk id="9" creationId="{7551E670-04CE-4B57-A288-2C6932E15517}"/>
          </ac:spMkLst>
        </pc:spChg>
        <pc:spChg chg="del">
          <ac:chgData name="Mandy Lin - Freedom Systems" userId="24f92fdd-367a-40f1-ad9b-8db5b9467043" providerId="ADAL" clId="{5BF1F43A-1D68-4CA2-A42C-4398AE189845}" dt="2021-10-01T07:54:50.132" v="2837" actId="700"/>
          <ac:spMkLst>
            <pc:docMk/>
            <pc:sldMk cId="2306285494" sldId="401"/>
            <ac:spMk id="10" creationId="{8AE439EB-4E11-43CC-94AA-2D4F61CD0113}"/>
          </ac:spMkLst>
        </pc:spChg>
        <pc:spChg chg="add mod ord">
          <ac:chgData name="Mandy Lin - Freedom Systems" userId="24f92fdd-367a-40f1-ad9b-8db5b9467043" providerId="ADAL" clId="{5BF1F43A-1D68-4CA2-A42C-4398AE189845}" dt="2021-10-01T07:54:50.132" v="2837" actId="700"/>
          <ac:spMkLst>
            <pc:docMk/>
            <pc:sldMk cId="2306285494" sldId="401"/>
            <ac:spMk id="11" creationId="{CF960C48-8408-40BD-A5FD-D8C0C6251120}"/>
          </ac:spMkLst>
        </pc:spChg>
        <pc:spChg chg="add mod ord">
          <ac:chgData name="Mandy Lin - Freedom Systems" userId="24f92fdd-367a-40f1-ad9b-8db5b9467043" providerId="ADAL" clId="{5BF1F43A-1D68-4CA2-A42C-4398AE189845}" dt="2021-10-03T15:55:09.341" v="3939" actId="27636"/>
          <ac:spMkLst>
            <pc:docMk/>
            <pc:sldMk cId="2306285494" sldId="401"/>
            <ac:spMk id="12" creationId="{DCCB615B-9B20-4053-9D1E-3352B6B36BF0}"/>
          </ac:spMkLst>
        </pc:spChg>
        <pc:spChg chg="add mod ord">
          <ac:chgData name="Mandy Lin - Freedom Systems" userId="24f92fdd-367a-40f1-ad9b-8db5b9467043" providerId="ADAL" clId="{5BF1F43A-1D68-4CA2-A42C-4398AE189845}" dt="2021-10-01T07:54:50.132" v="2837" actId="700"/>
          <ac:spMkLst>
            <pc:docMk/>
            <pc:sldMk cId="2306285494" sldId="401"/>
            <ac:spMk id="13" creationId="{FCDEAE96-8A5C-4271-8519-DF38A0A837CB}"/>
          </ac:spMkLst>
        </pc:spChg>
      </pc:sldChg>
      <pc:sldChg chg="addSp delSp modSp new mod ord modClrScheme chgLayout">
        <pc:chgData name="Mandy Lin - Freedom Systems" userId="24f92fdd-367a-40f1-ad9b-8db5b9467043" providerId="ADAL" clId="{5BF1F43A-1D68-4CA2-A42C-4398AE189845}" dt="2021-10-03T08:26:02.514" v="3160"/>
        <pc:sldMkLst>
          <pc:docMk/>
          <pc:sldMk cId="882528759" sldId="402"/>
        </pc:sldMkLst>
        <pc:spChg chg="del mod ord">
          <ac:chgData name="Mandy Lin - Freedom Systems" userId="24f92fdd-367a-40f1-ad9b-8db5b9467043" providerId="ADAL" clId="{5BF1F43A-1D68-4CA2-A42C-4398AE189845}" dt="2021-10-01T07:55:22.089" v="2840" actId="700"/>
          <ac:spMkLst>
            <pc:docMk/>
            <pc:sldMk cId="882528759" sldId="402"/>
            <ac:spMk id="2" creationId="{C70336FB-6170-407C-8012-FABDEB4BDA21}"/>
          </ac:spMkLst>
        </pc:spChg>
        <pc:spChg chg="del mod ord">
          <ac:chgData name="Mandy Lin - Freedom Systems" userId="24f92fdd-367a-40f1-ad9b-8db5b9467043" providerId="ADAL" clId="{5BF1F43A-1D68-4CA2-A42C-4398AE189845}" dt="2021-10-01T07:55:22.089" v="2840" actId="700"/>
          <ac:spMkLst>
            <pc:docMk/>
            <pc:sldMk cId="882528759" sldId="402"/>
            <ac:spMk id="3" creationId="{DD7E8376-1328-4C49-BEB8-A7A8B9E24994}"/>
          </ac:spMkLst>
        </pc:spChg>
        <pc:spChg chg="add mod or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882528759" sldId="402"/>
            <ac:spMk id="4" creationId="{EE3FAB2F-BF9F-4DA6-A955-74B96C2AC139}"/>
          </ac:spMkLst>
        </pc:spChg>
        <pc:spChg chg="mod ord">
          <ac:chgData name="Mandy Lin - Freedom Systems" userId="24f92fdd-367a-40f1-ad9b-8db5b9467043" providerId="ADAL" clId="{5BF1F43A-1D68-4CA2-A42C-4398AE189845}" dt="2021-10-01T07:55:36.876" v="2842" actId="700"/>
          <ac:spMkLst>
            <pc:docMk/>
            <pc:sldMk cId="882528759" sldId="402"/>
            <ac:spMk id="5" creationId="{F70C741C-84D3-47AF-83C5-3DF7400B9184}"/>
          </ac:spMkLst>
        </pc:spChg>
        <pc:spChg chg="add del mod ord">
          <ac:chgData name="Mandy Lin - Freedom Systems" userId="24f92fdd-367a-40f1-ad9b-8db5b9467043" providerId="ADAL" clId="{5BF1F43A-1D68-4CA2-A42C-4398AE189845}" dt="2021-10-01T07:55:27.010" v="2841" actId="700"/>
          <ac:spMkLst>
            <pc:docMk/>
            <pc:sldMk cId="882528759" sldId="402"/>
            <ac:spMk id="6" creationId="{D9BE1251-B652-48D2-AA5C-2E8F2B73DF2E}"/>
          </ac:spMkLst>
        </pc:spChg>
        <pc:spChg chg="add del mod ord">
          <ac:chgData name="Mandy Lin - Freedom Systems" userId="24f92fdd-367a-40f1-ad9b-8db5b9467043" providerId="ADAL" clId="{5BF1F43A-1D68-4CA2-A42C-4398AE189845}" dt="2021-10-01T07:55:27.010" v="2841" actId="700"/>
          <ac:spMkLst>
            <pc:docMk/>
            <pc:sldMk cId="882528759" sldId="402"/>
            <ac:spMk id="7" creationId="{2A2E5CBC-0C12-4655-A5A2-1C51FD08A914}"/>
          </ac:spMkLst>
        </pc:spChg>
        <pc:spChg chg="add del mod ord">
          <ac:chgData name="Mandy Lin - Freedom Systems" userId="24f92fdd-367a-40f1-ad9b-8db5b9467043" providerId="ADAL" clId="{5BF1F43A-1D68-4CA2-A42C-4398AE189845}" dt="2021-10-01T07:55:27.010" v="2841" actId="700"/>
          <ac:spMkLst>
            <pc:docMk/>
            <pc:sldMk cId="882528759" sldId="402"/>
            <ac:spMk id="8" creationId="{85A797EF-D2F8-4EA0-8534-20D35B050623}"/>
          </ac:spMkLst>
        </pc:spChg>
        <pc:spChg chg="add del mod ord">
          <ac:chgData name="Mandy Lin - Freedom Systems" userId="24f92fdd-367a-40f1-ad9b-8db5b9467043" providerId="ADAL" clId="{5BF1F43A-1D68-4CA2-A42C-4398AE189845}" dt="2021-10-01T07:55:36.876" v="2842" actId="700"/>
          <ac:spMkLst>
            <pc:docMk/>
            <pc:sldMk cId="882528759" sldId="402"/>
            <ac:spMk id="9" creationId="{C7BBD0F6-C534-4ABD-8E70-AAFD6B9AF5E1}"/>
          </ac:spMkLst>
        </pc:spChg>
        <pc:spChg chg="add del mod ord">
          <ac:chgData name="Mandy Lin - Freedom Systems" userId="24f92fdd-367a-40f1-ad9b-8db5b9467043" providerId="ADAL" clId="{5BF1F43A-1D68-4CA2-A42C-4398AE189845}" dt="2021-10-01T07:55:36.876" v="2842" actId="700"/>
          <ac:spMkLst>
            <pc:docMk/>
            <pc:sldMk cId="882528759" sldId="402"/>
            <ac:spMk id="10" creationId="{9722C0FD-3E7D-43FA-8415-5596AA5DF6C7}"/>
          </ac:spMkLst>
        </pc:spChg>
        <pc:spChg chg="add del mod ord">
          <ac:chgData name="Mandy Lin - Freedom Systems" userId="24f92fdd-367a-40f1-ad9b-8db5b9467043" providerId="ADAL" clId="{5BF1F43A-1D68-4CA2-A42C-4398AE189845}" dt="2021-10-01T07:55:36.876" v="2842" actId="700"/>
          <ac:spMkLst>
            <pc:docMk/>
            <pc:sldMk cId="882528759" sldId="402"/>
            <ac:spMk id="11" creationId="{52C8AF8F-A2E1-49E0-A8B0-08A55EAE2724}"/>
          </ac:spMkLst>
        </pc:spChg>
        <pc:spChg chg="add mod ord">
          <ac:chgData name="Mandy Lin - Freedom Systems" userId="24f92fdd-367a-40f1-ad9b-8db5b9467043" providerId="ADAL" clId="{5BF1F43A-1D68-4CA2-A42C-4398AE189845}" dt="2021-10-01T07:55:36.876" v="2842" actId="700"/>
          <ac:spMkLst>
            <pc:docMk/>
            <pc:sldMk cId="882528759" sldId="402"/>
            <ac:spMk id="12" creationId="{A4830C4B-9F5B-42E8-960A-A646DDCDD0A0}"/>
          </ac:spMkLst>
        </pc:spChg>
        <pc:spChg chg="add mod ord">
          <ac:chgData name="Mandy Lin - Freedom Systems" userId="24f92fdd-367a-40f1-ad9b-8db5b9467043" providerId="ADAL" clId="{5BF1F43A-1D68-4CA2-A42C-4398AE189845}" dt="2021-10-01T07:55:36.876" v="2842" actId="700"/>
          <ac:spMkLst>
            <pc:docMk/>
            <pc:sldMk cId="882528759" sldId="402"/>
            <ac:spMk id="13" creationId="{280966DF-7F4A-45E6-A265-7B17C530475F}"/>
          </ac:spMkLst>
        </pc:spChg>
        <pc:spChg chg="add mod ord">
          <ac:chgData name="Mandy Lin - Freedom Systems" userId="24f92fdd-367a-40f1-ad9b-8db5b9467043" providerId="ADAL" clId="{5BF1F43A-1D68-4CA2-A42C-4398AE189845}" dt="2021-10-01T07:55:36.876" v="2842" actId="700"/>
          <ac:spMkLst>
            <pc:docMk/>
            <pc:sldMk cId="882528759" sldId="402"/>
            <ac:spMk id="14" creationId="{BEB5B9EE-1D0B-43F9-A2CF-4CD531DDFCFC}"/>
          </ac:spMkLst>
        </pc:spChg>
      </pc:sldChg>
      <pc:sldChg chg="new del">
        <pc:chgData name="Mandy Lin - Freedom Systems" userId="24f92fdd-367a-40f1-ad9b-8db5b9467043" providerId="ADAL" clId="{5BF1F43A-1D68-4CA2-A42C-4398AE189845}" dt="2021-10-01T08:41:48.929" v="2864" actId="680"/>
        <pc:sldMkLst>
          <pc:docMk/>
          <pc:sldMk cId="1304192952" sldId="403"/>
        </pc:sldMkLst>
      </pc:sldChg>
      <pc:sldChg chg="addSp delSp modSp new mod modClrScheme chgLayout">
        <pc:chgData name="Mandy Lin - Freedom Systems" userId="24f92fdd-367a-40f1-ad9b-8db5b9467043" providerId="ADAL" clId="{5BF1F43A-1D68-4CA2-A42C-4398AE189845}" dt="2021-10-03T08:26:02.514" v="3160"/>
        <pc:sldMkLst>
          <pc:docMk/>
          <pc:sldMk cId="1635578829" sldId="403"/>
        </pc:sldMkLst>
        <pc:spChg chg="del mod ord">
          <ac:chgData name="Mandy Lin - Freedom Systems" userId="24f92fdd-367a-40f1-ad9b-8db5b9467043" providerId="ADAL" clId="{5BF1F43A-1D68-4CA2-A42C-4398AE189845}" dt="2021-10-01T09:32:44.075" v="2966" actId="700"/>
          <ac:spMkLst>
            <pc:docMk/>
            <pc:sldMk cId="1635578829" sldId="403"/>
            <ac:spMk id="2" creationId="{3EA2B27D-6481-4B16-91B5-2C4A7EB41327}"/>
          </ac:spMkLst>
        </pc:spChg>
        <pc:spChg chg="del mod ord">
          <ac:chgData name="Mandy Lin - Freedom Systems" userId="24f92fdd-367a-40f1-ad9b-8db5b9467043" providerId="ADAL" clId="{5BF1F43A-1D68-4CA2-A42C-4398AE189845}" dt="2021-10-01T09:32:44.075" v="2966" actId="700"/>
          <ac:spMkLst>
            <pc:docMk/>
            <pc:sldMk cId="1635578829" sldId="403"/>
            <ac:spMk id="3" creationId="{BB6B7E43-3AC9-4B43-A4C8-F954D155AFA6}"/>
          </ac:spMkLst>
        </pc:spChg>
        <pc:spChg chg="del mod ord">
          <ac:chgData name="Mandy Lin - Freedom Systems" userId="24f92fdd-367a-40f1-ad9b-8db5b9467043" providerId="ADAL" clId="{5BF1F43A-1D68-4CA2-A42C-4398AE189845}" dt="2021-10-01T09:32:44.075" v="2966" actId="700"/>
          <ac:spMkLst>
            <pc:docMk/>
            <pc:sldMk cId="1635578829" sldId="403"/>
            <ac:spMk id="4" creationId="{79BB10E7-60A4-46A2-A7A5-41E46E5A54BF}"/>
          </ac:spMkLst>
        </pc:spChg>
        <pc:spChg chg="add mod ord">
          <ac:chgData name="Mandy Lin - Freedom Systems" userId="24f92fdd-367a-40f1-ad9b-8db5b9467043" providerId="ADAL" clId="{5BF1F43A-1D68-4CA2-A42C-4398AE189845}" dt="2021-10-03T08:26:02.514" v="3160"/>
          <ac:spMkLst>
            <pc:docMk/>
            <pc:sldMk cId="1635578829" sldId="403"/>
            <ac:spMk id="5" creationId="{7B569F04-F556-47ED-B538-1E0D914A8EF9}"/>
          </ac:spMkLst>
        </pc:spChg>
        <pc:spChg chg="mod ord">
          <ac:chgData name="Mandy Lin - Freedom Systems" userId="24f92fdd-367a-40f1-ad9b-8db5b9467043" providerId="ADAL" clId="{5BF1F43A-1D68-4CA2-A42C-4398AE189845}" dt="2021-10-01T09:32:44.075" v="2966" actId="700"/>
          <ac:spMkLst>
            <pc:docMk/>
            <pc:sldMk cId="1635578829" sldId="403"/>
            <ac:spMk id="6" creationId="{61EB3F37-6275-4330-8D2F-CB0F42B838AF}"/>
          </ac:spMkLst>
        </pc:spChg>
        <pc:spChg chg="add mod ord">
          <ac:chgData name="Mandy Lin - Freedom Systems" userId="24f92fdd-367a-40f1-ad9b-8db5b9467043" providerId="ADAL" clId="{5BF1F43A-1D68-4CA2-A42C-4398AE189845}" dt="2021-10-01T09:32:44.075" v="2966" actId="700"/>
          <ac:spMkLst>
            <pc:docMk/>
            <pc:sldMk cId="1635578829" sldId="403"/>
            <ac:spMk id="7" creationId="{6F50DEE9-B090-4617-9594-8BF26BC8830C}"/>
          </ac:spMkLst>
        </pc:spChg>
        <pc:spChg chg="add mod ord">
          <ac:chgData name="Mandy Lin - Freedom Systems" userId="24f92fdd-367a-40f1-ad9b-8db5b9467043" providerId="ADAL" clId="{5BF1F43A-1D68-4CA2-A42C-4398AE189845}" dt="2021-10-01T09:32:44.075" v="2966" actId="700"/>
          <ac:spMkLst>
            <pc:docMk/>
            <pc:sldMk cId="1635578829" sldId="403"/>
            <ac:spMk id="8" creationId="{B6D07B8B-F24E-4306-B736-EE34EA547060}"/>
          </ac:spMkLst>
        </pc:spChg>
        <pc:spChg chg="add mod ord">
          <ac:chgData name="Mandy Lin - Freedom Systems" userId="24f92fdd-367a-40f1-ad9b-8db5b9467043" providerId="ADAL" clId="{5BF1F43A-1D68-4CA2-A42C-4398AE189845}" dt="2021-10-01T09:32:44.075" v="2966" actId="700"/>
          <ac:spMkLst>
            <pc:docMk/>
            <pc:sldMk cId="1635578829" sldId="403"/>
            <ac:spMk id="9" creationId="{DF48C42F-8CF7-4B23-9524-350CB014FC30}"/>
          </ac:spMkLst>
        </pc:spChg>
      </pc:sldChg>
      <pc:sldChg chg="addSp delSp modSp new del mod modClrScheme chgLayout">
        <pc:chgData name="Mandy Lin - Freedom Systems" userId="24f92fdd-367a-40f1-ad9b-8db5b9467043" providerId="ADAL" clId="{5BF1F43A-1D68-4CA2-A42C-4398AE189845}" dt="2021-10-19T06:39:02.106" v="4592" actId="47"/>
        <pc:sldMkLst>
          <pc:docMk/>
          <pc:sldMk cId="4082146523" sldId="404"/>
        </pc:sldMkLst>
        <pc:spChg chg="mod ord">
          <ac:chgData name="Mandy Lin - Freedom Systems" userId="24f92fdd-367a-40f1-ad9b-8db5b9467043" providerId="ADAL" clId="{5BF1F43A-1D68-4CA2-A42C-4398AE189845}" dt="2021-10-03T15:29:22.290" v="3378" actId="700"/>
          <ac:spMkLst>
            <pc:docMk/>
            <pc:sldMk cId="4082146523" sldId="404"/>
            <ac:spMk id="2" creationId="{590F5CDD-6D83-4410-85E1-9EBFE859E85F}"/>
          </ac:spMkLst>
        </pc:spChg>
        <pc:spChg chg="mod ord">
          <ac:chgData name="Mandy Lin - Freedom Systems" userId="24f92fdd-367a-40f1-ad9b-8db5b9467043" providerId="ADAL" clId="{5BF1F43A-1D68-4CA2-A42C-4398AE189845}" dt="2021-10-03T15:31:00.116" v="3386"/>
          <ac:spMkLst>
            <pc:docMk/>
            <pc:sldMk cId="4082146523" sldId="404"/>
            <ac:spMk id="3" creationId="{CE2492A3-7E5E-4CF0-A0B0-F9FFBE3ACF11}"/>
          </ac:spMkLst>
        </pc:spChg>
        <pc:spChg chg="del mod ord">
          <ac:chgData name="Mandy Lin - Freedom Systems" userId="24f92fdd-367a-40f1-ad9b-8db5b9467043" providerId="ADAL" clId="{5BF1F43A-1D68-4CA2-A42C-4398AE189845}" dt="2021-10-03T15:29:22.290" v="3378" actId="700"/>
          <ac:spMkLst>
            <pc:docMk/>
            <pc:sldMk cId="4082146523" sldId="404"/>
            <ac:spMk id="4" creationId="{F2540389-E91F-4C8B-917E-16ACE5E9D96A}"/>
          </ac:spMkLst>
        </pc:spChg>
        <pc:spChg chg="add mod ord">
          <ac:chgData name="Mandy Lin - Freedom Systems" userId="24f92fdd-367a-40f1-ad9b-8db5b9467043" providerId="ADAL" clId="{5BF1F43A-1D68-4CA2-A42C-4398AE189845}" dt="2021-10-03T15:31:00.116" v="3386"/>
          <ac:spMkLst>
            <pc:docMk/>
            <pc:sldMk cId="4082146523" sldId="404"/>
            <ac:spMk id="5" creationId="{3154EE2E-2974-4681-8DFA-87C0453D1148}"/>
          </ac:spMkLst>
        </pc:spChg>
        <pc:spChg chg="add mod ord">
          <ac:chgData name="Mandy Lin - Freedom Systems" userId="24f92fdd-367a-40f1-ad9b-8db5b9467043" providerId="ADAL" clId="{5BF1F43A-1D68-4CA2-A42C-4398AE189845}" dt="2021-10-03T15:31:00.116" v="3386"/>
          <ac:spMkLst>
            <pc:docMk/>
            <pc:sldMk cId="4082146523" sldId="404"/>
            <ac:spMk id="6" creationId="{58F65976-07B9-4FEE-BE34-A7B4A3BF7B86}"/>
          </ac:spMkLst>
        </pc:spChg>
      </pc:sldChg>
      <pc:sldChg chg="new del">
        <pc:chgData name="Mandy Lin - Freedom Systems" userId="24f92fdd-367a-40f1-ad9b-8db5b9467043" providerId="ADAL" clId="{5BF1F43A-1D68-4CA2-A42C-4398AE189845}" dt="2021-10-03T08:18:54.284" v="3079" actId="47"/>
        <pc:sldMkLst>
          <pc:docMk/>
          <pc:sldMk cId="4101956785" sldId="404"/>
        </pc:sldMkLst>
      </pc:sldChg>
      <pc:sldChg chg="addSp delSp modSp new mod modClrScheme chgLayout">
        <pc:chgData name="Mandy Lin - Freedom Systems" userId="24f92fdd-367a-40f1-ad9b-8db5b9467043" providerId="ADAL" clId="{5BF1F43A-1D68-4CA2-A42C-4398AE189845}" dt="2021-10-18T09:49:13.988" v="4373" actId="700"/>
        <pc:sldMkLst>
          <pc:docMk/>
          <pc:sldMk cId="4061361275" sldId="405"/>
        </pc:sldMkLst>
        <pc:spChg chg="add del mod ord">
          <ac:chgData name="Mandy Lin - Freedom Systems" userId="24f92fdd-367a-40f1-ad9b-8db5b9467043" providerId="ADAL" clId="{5BF1F43A-1D68-4CA2-A42C-4398AE189845}" dt="2021-10-18T09:49:13.988" v="4373" actId="700"/>
          <ac:spMkLst>
            <pc:docMk/>
            <pc:sldMk cId="4061361275" sldId="405"/>
            <ac:spMk id="2" creationId="{1FBA71E0-499A-4BBC-AB5E-B8FB610D58DA}"/>
          </ac:spMkLst>
        </pc:spChg>
        <pc:spChg chg="del mod ord">
          <ac:chgData name="Mandy Lin - Freedom Systems" userId="24f92fdd-367a-40f1-ad9b-8db5b9467043" providerId="ADAL" clId="{5BF1F43A-1D68-4CA2-A42C-4398AE189845}" dt="2021-10-03T15:29:35.313" v="3380" actId="700"/>
          <ac:spMkLst>
            <pc:docMk/>
            <pc:sldMk cId="4061361275" sldId="405"/>
            <ac:spMk id="2" creationId="{51C4AD3A-208C-403B-A4B5-83AB0C7E0511}"/>
          </ac:spMkLst>
        </pc:spChg>
        <pc:spChg chg="mod ord">
          <ac:chgData name="Mandy Lin - Freedom Systems" userId="24f92fdd-367a-40f1-ad9b-8db5b9467043" providerId="ADAL" clId="{5BF1F43A-1D68-4CA2-A42C-4398AE189845}" dt="2021-10-18T09:49:13.988" v="4373" actId="700"/>
          <ac:spMkLst>
            <pc:docMk/>
            <pc:sldMk cId="4061361275" sldId="405"/>
            <ac:spMk id="3" creationId="{1F5E0792-F77D-4599-93DB-7D03DFA9DE96}"/>
          </ac:spMkLst>
        </pc:spChg>
        <pc:spChg chg="add del mod ord">
          <ac:chgData name="Mandy Lin - Freedom Systems" userId="24f92fdd-367a-40f1-ad9b-8db5b9467043" providerId="ADAL" clId="{5BF1F43A-1D68-4CA2-A42C-4398AE189845}" dt="2021-10-18T09:49:13.988" v="4373" actId="700"/>
          <ac:spMkLst>
            <pc:docMk/>
            <pc:sldMk cId="4061361275" sldId="405"/>
            <ac:spMk id="4" creationId="{6FEFC0F7-C023-43FE-8EBD-C6D8E540BFE8}"/>
          </ac:spMkLst>
        </pc:spChg>
        <pc:spChg chg="del mod ord">
          <ac:chgData name="Mandy Lin - Freedom Systems" userId="24f92fdd-367a-40f1-ad9b-8db5b9467043" providerId="ADAL" clId="{5BF1F43A-1D68-4CA2-A42C-4398AE189845}" dt="2021-10-03T15:29:35.313" v="3380" actId="700"/>
          <ac:spMkLst>
            <pc:docMk/>
            <pc:sldMk cId="4061361275" sldId="405"/>
            <ac:spMk id="4" creationId="{B7DECCD7-7197-4C2D-AB0E-EC76A7AB4192}"/>
          </ac:spMkLst>
        </pc:spChg>
        <pc:spChg chg="add del mod ord">
          <ac:chgData name="Mandy Lin - Freedom Systems" userId="24f92fdd-367a-40f1-ad9b-8db5b9467043" providerId="ADAL" clId="{5BF1F43A-1D68-4CA2-A42C-4398AE189845}" dt="2021-10-18T09:49:13.988" v="4373" actId="700"/>
          <ac:spMkLst>
            <pc:docMk/>
            <pc:sldMk cId="4061361275" sldId="405"/>
            <ac:spMk id="5" creationId="{E00C3220-A7B6-4EBF-A90F-CCCD9064D1EB}"/>
          </ac:spMkLst>
        </pc:spChg>
        <pc:spChg chg="add del mod ord">
          <ac:chgData name="Mandy Lin - Freedom Systems" userId="24f92fdd-367a-40f1-ad9b-8db5b9467043" providerId="ADAL" clId="{5BF1F43A-1D68-4CA2-A42C-4398AE189845}" dt="2021-10-18T09:49:13.988" v="4373" actId="700"/>
          <ac:spMkLst>
            <pc:docMk/>
            <pc:sldMk cId="4061361275" sldId="405"/>
            <ac:spMk id="6" creationId="{087FD351-DE27-434B-93B1-2A9645214997}"/>
          </ac:spMkLst>
        </pc:spChg>
        <pc:spChg chg="add del mod ord">
          <ac:chgData name="Mandy Lin - Freedom Systems" userId="24f92fdd-367a-40f1-ad9b-8db5b9467043" providerId="ADAL" clId="{5BF1F43A-1D68-4CA2-A42C-4398AE189845}" dt="2021-10-18T09:49:13.988" v="4373" actId="700"/>
          <ac:spMkLst>
            <pc:docMk/>
            <pc:sldMk cId="4061361275" sldId="405"/>
            <ac:spMk id="7" creationId="{C583CE28-F473-411E-B1DF-03C6BD5BEB9F}"/>
          </ac:spMkLst>
        </pc:spChg>
      </pc:sldChg>
      <pc:sldChg chg="addSp delSp modSp new del mod">
        <pc:chgData name="Mandy Lin - Freedom Systems" userId="24f92fdd-367a-40f1-ad9b-8db5b9467043" providerId="ADAL" clId="{5BF1F43A-1D68-4CA2-A42C-4398AE189845}" dt="2021-10-19T06:00:00.851" v="4419" actId="47"/>
        <pc:sldMkLst>
          <pc:docMk/>
          <pc:sldMk cId="2327586836" sldId="406"/>
        </pc:sldMkLst>
        <pc:picChg chg="add del mod">
          <ac:chgData name="Mandy Lin - Freedom Systems" userId="24f92fdd-367a-40f1-ad9b-8db5b9467043" providerId="ADAL" clId="{5BF1F43A-1D68-4CA2-A42C-4398AE189845}" dt="2021-10-03T16:47:16.512" v="4246" actId="478"/>
          <ac:picMkLst>
            <pc:docMk/>
            <pc:sldMk cId="2327586836" sldId="406"/>
            <ac:picMk id="5" creationId="{8482DAC0-7C47-41F7-8AA4-6B72912A7AF6}"/>
          </ac:picMkLst>
        </pc:picChg>
        <pc:picChg chg="add del mod">
          <ac:chgData name="Mandy Lin - Freedom Systems" userId="24f92fdd-367a-40f1-ad9b-8db5b9467043" providerId="ADAL" clId="{5BF1F43A-1D68-4CA2-A42C-4398AE189845}" dt="2021-10-03T16:47:15.751" v="4245" actId="478"/>
          <ac:picMkLst>
            <pc:docMk/>
            <pc:sldMk cId="2327586836" sldId="406"/>
            <ac:picMk id="6" creationId="{73E270CB-F514-4BC0-A592-F2915A36705A}"/>
          </ac:picMkLst>
        </pc:picChg>
      </pc:sldChg>
      <pc:sldChg chg="addSp delSp modSp new mod modClrScheme chgLayout">
        <pc:chgData name="Mandy Lin - Freedom Systems" userId="24f92fdd-367a-40f1-ad9b-8db5b9467043" providerId="ADAL" clId="{5BF1F43A-1D68-4CA2-A42C-4398AE189845}" dt="2021-10-06T06:10:05.843" v="4301" actId="700"/>
        <pc:sldMkLst>
          <pc:docMk/>
          <pc:sldMk cId="4146397830" sldId="408"/>
        </pc:sldMkLst>
        <pc:spChg chg="del mod ord">
          <ac:chgData name="Mandy Lin - Freedom Systems" userId="24f92fdd-367a-40f1-ad9b-8db5b9467043" providerId="ADAL" clId="{5BF1F43A-1D68-4CA2-A42C-4398AE189845}" dt="2021-10-06T06:10:05.843" v="4301" actId="700"/>
          <ac:spMkLst>
            <pc:docMk/>
            <pc:sldMk cId="4146397830" sldId="408"/>
            <ac:spMk id="2" creationId="{84BEE02F-7647-4271-BFA1-B20B8CA62083}"/>
          </ac:spMkLst>
        </pc:spChg>
        <pc:spChg chg="del mod ord">
          <ac:chgData name="Mandy Lin - Freedom Systems" userId="24f92fdd-367a-40f1-ad9b-8db5b9467043" providerId="ADAL" clId="{5BF1F43A-1D68-4CA2-A42C-4398AE189845}" dt="2021-10-06T06:10:05.843" v="4301" actId="700"/>
          <ac:spMkLst>
            <pc:docMk/>
            <pc:sldMk cId="4146397830" sldId="408"/>
            <ac:spMk id="3" creationId="{925BAEFB-08FE-4D53-9A26-095FDADCBBD4}"/>
          </ac:spMkLst>
        </pc:spChg>
        <pc:spChg chg="mod ord">
          <ac:chgData name="Mandy Lin - Freedom Systems" userId="24f92fdd-367a-40f1-ad9b-8db5b9467043" providerId="ADAL" clId="{5BF1F43A-1D68-4CA2-A42C-4398AE189845}" dt="2021-10-06T06:10:05.843" v="4301" actId="700"/>
          <ac:spMkLst>
            <pc:docMk/>
            <pc:sldMk cId="4146397830" sldId="408"/>
            <ac:spMk id="4" creationId="{ADB723CC-DF93-4F88-9CF6-48B0FF443798}"/>
          </ac:spMkLst>
        </pc:spChg>
        <pc:spChg chg="mod ord">
          <ac:chgData name="Mandy Lin - Freedom Systems" userId="24f92fdd-367a-40f1-ad9b-8db5b9467043" providerId="ADAL" clId="{5BF1F43A-1D68-4CA2-A42C-4398AE189845}" dt="2021-10-06T06:10:05.843" v="4301" actId="700"/>
          <ac:spMkLst>
            <pc:docMk/>
            <pc:sldMk cId="4146397830" sldId="408"/>
            <ac:spMk id="5" creationId="{48ED252C-5E11-4DBC-8107-24347C76DE1D}"/>
          </ac:spMkLst>
        </pc:spChg>
        <pc:spChg chg="del mod ord">
          <ac:chgData name="Mandy Lin - Freedom Systems" userId="24f92fdd-367a-40f1-ad9b-8db5b9467043" providerId="ADAL" clId="{5BF1F43A-1D68-4CA2-A42C-4398AE189845}" dt="2021-10-06T06:10:05.843" v="4301" actId="700"/>
          <ac:spMkLst>
            <pc:docMk/>
            <pc:sldMk cId="4146397830" sldId="408"/>
            <ac:spMk id="6" creationId="{B4476616-A859-4CC6-A34B-BEDDD7B05C51}"/>
          </ac:spMkLst>
        </pc:spChg>
        <pc:spChg chg="add mod ord">
          <ac:chgData name="Mandy Lin - Freedom Systems" userId="24f92fdd-367a-40f1-ad9b-8db5b9467043" providerId="ADAL" clId="{5BF1F43A-1D68-4CA2-A42C-4398AE189845}" dt="2021-10-06T06:10:05.843" v="4301" actId="700"/>
          <ac:spMkLst>
            <pc:docMk/>
            <pc:sldMk cId="4146397830" sldId="408"/>
            <ac:spMk id="7" creationId="{86DFB294-2402-4D00-807A-3411D59492B5}"/>
          </ac:spMkLst>
        </pc:spChg>
        <pc:spChg chg="add mod ord">
          <ac:chgData name="Mandy Lin - Freedom Systems" userId="24f92fdd-367a-40f1-ad9b-8db5b9467043" providerId="ADAL" clId="{5BF1F43A-1D68-4CA2-A42C-4398AE189845}" dt="2021-10-06T06:10:05.843" v="4301" actId="700"/>
          <ac:spMkLst>
            <pc:docMk/>
            <pc:sldMk cId="4146397830" sldId="408"/>
            <ac:spMk id="8" creationId="{278DD0F0-912B-459A-8FC3-79A4990F12FC}"/>
          </ac:spMkLst>
        </pc:spChg>
        <pc:spChg chg="add mod ord">
          <ac:chgData name="Mandy Lin - Freedom Systems" userId="24f92fdd-367a-40f1-ad9b-8db5b9467043" providerId="ADAL" clId="{5BF1F43A-1D68-4CA2-A42C-4398AE189845}" dt="2021-10-06T06:10:05.843" v="4301" actId="700"/>
          <ac:spMkLst>
            <pc:docMk/>
            <pc:sldMk cId="4146397830" sldId="408"/>
            <ac:spMk id="9" creationId="{2DB90166-426B-4290-AAAF-9948DE8051DB}"/>
          </ac:spMkLst>
        </pc:spChg>
        <pc:spChg chg="add mod ord">
          <ac:chgData name="Mandy Lin - Freedom Systems" userId="24f92fdd-367a-40f1-ad9b-8db5b9467043" providerId="ADAL" clId="{5BF1F43A-1D68-4CA2-A42C-4398AE189845}" dt="2021-10-06T06:10:05.843" v="4301" actId="700"/>
          <ac:spMkLst>
            <pc:docMk/>
            <pc:sldMk cId="4146397830" sldId="408"/>
            <ac:spMk id="10" creationId="{0ED57CC0-5397-461B-9241-1F626C4B8FBA}"/>
          </ac:spMkLst>
        </pc:spChg>
        <pc:spChg chg="add mod ord">
          <ac:chgData name="Mandy Lin - Freedom Systems" userId="24f92fdd-367a-40f1-ad9b-8db5b9467043" providerId="ADAL" clId="{5BF1F43A-1D68-4CA2-A42C-4398AE189845}" dt="2021-10-06T06:10:05.843" v="4301" actId="700"/>
          <ac:spMkLst>
            <pc:docMk/>
            <pc:sldMk cId="4146397830" sldId="408"/>
            <ac:spMk id="11" creationId="{3B866A9D-44EB-43C2-9DC8-4DD3ECC77B3A}"/>
          </ac:spMkLst>
        </pc:spChg>
      </pc:sldChg>
      <pc:sldChg chg="addSp delSp modSp add del mod ord">
        <pc:chgData name="Mandy Lin - Freedom Systems" userId="24f92fdd-367a-40f1-ad9b-8db5b9467043" providerId="ADAL" clId="{5BF1F43A-1D68-4CA2-A42C-4398AE189845}" dt="2021-10-08T07:48:32.344" v="4323" actId="47"/>
        <pc:sldMkLst>
          <pc:docMk/>
          <pc:sldMk cId="450100429" sldId="409"/>
        </pc:sldMkLst>
        <pc:spChg chg="del">
          <ac:chgData name="Mandy Lin - Freedom Systems" userId="24f92fdd-367a-40f1-ad9b-8db5b9467043" providerId="ADAL" clId="{5BF1F43A-1D68-4CA2-A42C-4398AE189845}" dt="2021-10-08T07:47:10.136" v="4312" actId="478"/>
          <ac:spMkLst>
            <pc:docMk/>
            <pc:sldMk cId="450100429" sldId="409"/>
            <ac:spMk id="5" creationId="{4E9BB229-A9B3-4057-A847-E55DF3A782C6}"/>
          </ac:spMkLst>
        </pc:spChg>
        <pc:spChg chg="del">
          <ac:chgData name="Mandy Lin - Freedom Systems" userId="24f92fdd-367a-40f1-ad9b-8db5b9467043" providerId="ADAL" clId="{5BF1F43A-1D68-4CA2-A42C-4398AE189845}" dt="2021-10-08T07:47:10.136" v="4312" actId="478"/>
          <ac:spMkLst>
            <pc:docMk/>
            <pc:sldMk cId="450100429" sldId="409"/>
            <ac:spMk id="6" creationId="{96234782-8DF0-4426-90A5-E7D1373072E6}"/>
          </ac:spMkLst>
        </pc:spChg>
        <pc:spChg chg="add del mod">
          <ac:chgData name="Mandy Lin - Freedom Systems" userId="24f92fdd-367a-40f1-ad9b-8db5b9467043" providerId="ADAL" clId="{5BF1F43A-1D68-4CA2-A42C-4398AE189845}" dt="2021-10-08T07:47:34.656" v="4317" actId="478"/>
          <ac:spMkLst>
            <pc:docMk/>
            <pc:sldMk cId="450100429" sldId="409"/>
            <ac:spMk id="7" creationId="{0344619F-E03A-41AF-94EE-94D4DD95F8E8}"/>
          </ac:spMkLst>
        </pc:spChg>
        <pc:spChg chg="add mod">
          <ac:chgData name="Mandy Lin - Freedom Systems" userId="24f92fdd-367a-40f1-ad9b-8db5b9467043" providerId="ADAL" clId="{5BF1F43A-1D68-4CA2-A42C-4398AE189845}" dt="2021-10-08T07:48:00.191" v="4322" actId="404"/>
          <ac:spMkLst>
            <pc:docMk/>
            <pc:sldMk cId="450100429" sldId="409"/>
            <ac:spMk id="8" creationId="{0B349F6E-30A4-4316-BEEB-395D620EDAE9}"/>
          </ac:spMkLst>
        </pc:spChg>
      </pc:sldChg>
      <pc:sldChg chg="new del ord">
        <pc:chgData name="Mandy Lin - Freedom Systems" userId="24f92fdd-367a-40f1-ad9b-8db5b9467043" providerId="ADAL" clId="{5BF1F43A-1D68-4CA2-A42C-4398AE189845}" dt="2021-10-08T07:57:17.803" v="4365" actId="47"/>
        <pc:sldMkLst>
          <pc:docMk/>
          <pc:sldMk cId="1253046480" sldId="409"/>
        </pc:sldMkLst>
      </pc:sldChg>
      <pc:sldChg chg="addSp delSp modSp new del mod modClrScheme chgLayout">
        <pc:chgData name="Mandy Lin - Freedom Systems" userId="24f92fdd-367a-40f1-ad9b-8db5b9467043" providerId="ADAL" clId="{5BF1F43A-1D68-4CA2-A42C-4398AE189845}" dt="2021-10-08T07:33:13.796" v="4310" actId="47"/>
        <pc:sldMkLst>
          <pc:docMk/>
          <pc:sldMk cId="2964688651" sldId="409"/>
        </pc:sldMkLst>
        <pc:spChg chg="del mod ord">
          <ac:chgData name="Mandy Lin - Freedom Systems" userId="24f92fdd-367a-40f1-ad9b-8db5b9467043" providerId="ADAL" clId="{5BF1F43A-1D68-4CA2-A42C-4398AE189845}" dt="2021-10-08T07:32:48.747" v="4306" actId="700"/>
          <ac:spMkLst>
            <pc:docMk/>
            <pc:sldMk cId="2964688651" sldId="409"/>
            <ac:spMk id="2" creationId="{83A996C9-9C1C-4510-A838-43E6CBF4149A}"/>
          </ac:spMkLst>
        </pc:spChg>
        <pc:spChg chg="del mod ord">
          <ac:chgData name="Mandy Lin - Freedom Systems" userId="24f92fdd-367a-40f1-ad9b-8db5b9467043" providerId="ADAL" clId="{5BF1F43A-1D68-4CA2-A42C-4398AE189845}" dt="2021-10-08T07:32:48.747" v="4306" actId="700"/>
          <ac:spMkLst>
            <pc:docMk/>
            <pc:sldMk cId="2964688651" sldId="409"/>
            <ac:spMk id="3" creationId="{B954E787-7173-41A7-B197-428455821ACA}"/>
          </ac:spMkLst>
        </pc:spChg>
        <pc:spChg chg="mod ord">
          <ac:chgData name="Mandy Lin - Freedom Systems" userId="24f92fdd-367a-40f1-ad9b-8db5b9467043" providerId="ADAL" clId="{5BF1F43A-1D68-4CA2-A42C-4398AE189845}" dt="2021-10-08T07:32:48.747" v="4306" actId="700"/>
          <ac:spMkLst>
            <pc:docMk/>
            <pc:sldMk cId="2964688651" sldId="409"/>
            <ac:spMk id="4" creationId="{2CA59503-16A8-43F6-B9B7-966EEAE0E960}"/>
          </ac:spMkLst>
        </pc:spChg>
        <pc:spChg chg="mod ord">
          <ac:chgData name="Mandy Lin - Freedom Systems" userId="24f92fdd-367a-40f1-ad9b-8db5b9467043" providerId="ADAL" clId="{5BF1F43A-1D68-4CA2-A42C-4398AE189845}" dt="2021-10-08T07:32:48.747" v="4306" actId="700"/>
          <ac:spMkLst>
            <pc:docMk/>
            <pc:sldMk cId="2964688651" sldId="409"/>
            <ac:spMk id="5" creationId="{6EFA7CF5-91C5-4F4D-AC18-98F27338713E}"/>
          </ac:spMkLst>
        </pc:spChg>
        <pc:spChg chg="add mod ord">
          <ac:chgData name="Mandy Lin - Freedom Systems" userId="24f92fdd-367a-40f1-ad9b-8db5b9467043" providerId="ADAL" clId="{5BF1F43A-1D68-4CA2-A42C-4398AE189845}" dt="2021-10-08T07:32:48.747" v="4306" actId="700"/>
          <ac:spMkLst>
            <pc:docMk/>
            <pc:sldMk cId="2964688651" sldId="409"/>
            <ac:spMk id="6" creationId="{322F636D-C08B-413F-9F0A-B2C6447FD66F}"/>
          </ac:spMkLst>
        </pc:spChg>
        <pc:spChg chg="add mod ord">
          <ac:chgData name="Mandy Lin - Freedom Systems" userId="24f92fdd-367a-40f1-ad9b-8db5b9467043" providerId="ADAL" clId="{5BF1F43A-1D68-4CA2-A42C-4398AE189845}" dt="2021-10-08T07:32:48.747" v="4306" actId="700"/>
          <ac:spMkLst>
            <pc:docMk/>
            <pc:sldMk cId="2964688651" sldId="409"/>
            <ac:spMk id="7" creationId="{9A5C1420-0E6A-424B-9A5E-A8CED407839F}"/>
          </ac:spMkLst>
        </pc:spChg>
        <pc:spChg chg="add del mod ord">
          <ac:chgData name="Mandy Lin - Freedom Systems" userId="24f92fdd-367a-40f1-ad9b-8db5b9467043" providerId="ADAL" clId="{5BF1F43A-1D68-4CA2-A42C-4398AE189845}" dt="2021-10-08T07:33:01.007" v="4307" actId="931"/>
          <ac:spMkLst>
            <pc:docMk/>
            <pc:sldMk cId="2964688651" sldId="409"/>
            <ac:spMk id="8" creationId="{03FBAE62-F3EA-4628-A8B5-F755F96D236A}"/>
          </ac:spMkLst>
        </pc:spChg>
        <pc:picChg chg="add mod">
          <ac:chgData name="Mandy Lin - Freedom Systems" userId="24f92fdd-367a-40f1-ad9b-8db5b9467043" providerId="ADAL" clId="{5BF1F43A-1D68-4CA2-A42C-4398AE189845}" dt="2021-10-08T07:33:03.027" v="4309" actId="962"/>
          <ac:picMkLst>
            <pc:docMk/>
            <pc:sldMk cId="2964688651" sldId="409"/>
            <ac:picMk id="10" creationId="{2F5D8389-5523-4C67-95F4-62ED27B38B58}"/>
          </ac:picMkLst>
        </pc:picChg>
      </pc:sldChg>
      <pc:sldChg chg="new del">
        <pc:chgData name="Mandy Lin - Freedom Systems" userId="24f92fdd-367a-40f1-ad9b-8db5b9467043" providerId="ADAL" clId="{5BF1F43A-1D68-4CA2-A42C-4398AE189845}" dt="2021-10-19T06:47:54.620" v="4602" actId="47"/>
        <pc:sldMkLst>
          <pc:docMk/>
          <pc:sldMk cId="3873893280" sldId="409"/>
        </pc:sldMkLst>
      </pc:sldChg>
      <pc:sldChg chg="addSp delSp modSp new mod ord modClrScheme chgLayout">
        <pc:chgData name="Mandy Lin - Freedom Systems" userId="24f92fdd-367a-40f1-ad9b-8db5b9467043" providerId="ADAL" clId="{5BF1F43A-1D68-4CA2-A42C-4398AE189845}" dt="2021-10-19T06:39:17.499" v="4594"/>
        <pc:sldMkLst>
          <pc:docMk/>
          <pc:sldMk cId="2251952213" sldId="410"/>
        </pc:sldMkLst>
        <pc:spChg chg="mod ord">
          <ac:chgData name="Mandy Lin - Freedom Systems" userId="24f92fdd-367a-40f1-ad9b-8db5b9467043" providerId="ADAL" clId="{5BF1F43A-1D68-4CA2-A42C-4398AE189845}" dt="2021-10-19T06:00:44.066" v="4424" actId="700"/>
          <ac:spMkLst>
            <pc:docMk/>
            <pc:sldMk cId="2251952213" sldId="410"/>
            <ac:spMk id="2" creationId="{70F0447C-D664-48BA-B431-D92E1380E304}"/>
          </ac:spMkLst>
        </pc:spChg>
        <pc:spChg chg="mod ord">
          <ac:chgData name="Mandy Lin - Freedom Systems" userId="24f92fdd-367a-40f1-ad9b-8db5b9467043" providerId="ADAL" clId="{5BF1F43A-1D68-4CA2-A42C-4398AE189845}" dt="2021-10-19T06:00:44.066" v="4424" actId="700"/>
          <ac:spMkLst>
            <pc:docMk/>
            <pc:sldMk cId="2251952213" sldId="410"/>
            <ac:spMk id="3" creationId="{9080221C-66A8-48E6-BEA2-CAFB4524FEF3}"/>
          </ac:spMkLst>
        </pc:spChg>
        <pc:spChg chg="del mod ord">
          <ac:chgData name="Mandy Lin - Freedom Systems" userId="24f92fdd-367a-40f1-ad9b-8db5b9467043" providerId="ADAL" clId="{5BF1F43A-1D68-4CA2-A42C-4398AE189845}" dt="2021-10-19T06:00:44.066" v="4424" actId="700"/>
          <ac:spMkLst>
            <pc:docMk/>
            <pc:sldMk cId="2251952213" sldId="410"/>
            <ac:spMk id="4" creationId="{C160B312-B5FE-4BB5-B82A-58B3EB9D9986}"/>
          </ac:spMkLst>
        </pc:spChg>
        <pc:spChg chg="del">
          <ac:chgData name="Mandy Lin - Freedom Systems" userId="24f92fdd-367a-40f1-ad9b-8db5b9467043" providerId="ADAL" clId="{5BF1F43A-1D68-4CA2-A42C-4398AE189845}" dt="2021-10-19T06:00:44.066" v="4424" actId="700"/>
          <ac:spMkLst>
            <pc:docMk/>
            <pc:sldMk cId="2251952213" sldId="410"/>
            <ac:spMk id="5" creationId="{2AC4AD8E-D6ED-4492-A895-28E78F750D4A}"/>
          </ac:spMkLst>
        </pc:spChg>
        <pc:spChg chg="add mod ord">
          <ac:chgData name="Mandy Lin - Freedom Systems" userId="24f92fdd-367a-40f1-ad9b-8db5b9467043" providerId="ADAL" clId="{5BF1F43A-1D68-4CA2-A42C-4398AE189845}" dt="2021-10-19T06:00:44.066" v="4424" actId="700"/>
          <ac:spMkLst>
            <pc:docMk/>
            <pc:sldMk cId="2251952213" sldId="410"/>
            <ac:spMk id="6" creationId="{80135491-F0CD-4E74-AD1F-0ABCCF3E9CA3}"/>
          </ac:spMkLst>
        </pc:spChg>
        <pc:spChg chg="add del mod ord">
          <ac:chgData name="Mandy Lin - Freedom Systems" userId="24f92fdd-367a-40f1-ad9b-8db5b9467043" providerId="ADAL" clId="{5BF1F43A-1D68-4CA2-A42C-4398AE189845}" dt="2021-10-19T06:02:29.195" v="4444" actId="931"/>
          <ac:spMkLst>
            <pc:docMk/>
            <pc:sldMk cId="2251952213" sldId="410"/>
            <ac:spMk id="7" creationId="{2651D559-438D-43FC-961A-06D074955018}"/>
          </ac:spMkLst>
        </pc:spChg>
        <pc:picChg chg="add del mod">
          <ac:chgData name="Mandy Lin - Freedom Systems" userId="24f92fdd-367a-40f1-ad9b-8db5b9467043" providerId="ADAL" clId="{5BF1F43A-1D68-4CA2-A42C-4398AE189845}" dt="2021-10-19T06:01:30.582" v="4432" actId="931"/>
          <ac:picMkLst>
            <pc:docMk/>
            <pc:sldMk cId="2251952213" sldId="410"/>
            <ac:picMk id="9" creationId="{6EAFB465-B2C1-4B7B-BA69-6A1F414F1E54}"/>
          </ac:picMkLst>
        </pc:picChg>
        <pc:picChg chg="add del mod">
          <ac:chgData name="Mandy Lin - Freedom Systems" userId="24f92fdd-367a-40f1-ad9b-8db5b9467043" providerId="ADAL" clId="{5BF1F43A-1D68-4CA2-A42C-4398AE189845}" dt="2021-10-19T06:02:29.195" v="4444" actId="931"/>
          <ac:picMkLst>
            <pc:docMk/>
            <pc:sldMk cId="2251952213" sldId="410"/>
            <ac:picMk id="11" creationId="{EF75D4B6-A015-4E16-9562-DEEDE043661C}"/>
          </ac:picMkLst>
        </pc:picChg>
      </pc:sldChg>
      <pc:sldMasterChg chg="modSp mod addSldLayout delSldLayout modSldLayout">
        <pc:chgData name="Mandy Lin - Freedom Systems" userId="24f92fdd-367a-40f1-ad9b-8db5b9467043" providerId="ADAL" clId="{5BF1F43A-1D68-4CA2-A42C-4398AE189845}" dt="2021-10-01T07:16:36.646" v="2520" actId="478"/>
        <pc:sldMasterMkLst>
          <pc:docMk/>
          <pc:sldMasterMk cId="2751798529" sldId="2147483648"/>
        </pc:sldMasterMkLst>
        <pc:picChg chg="mod">
          <ac:chgData name="Mandy Lin - Freedom Systems" userId="24f92fdd-367a-40f1-ad9b-8db5b9467043" providerId="ADAL" clId="{5BF1F43A-1D68-4CA2-A42C-4398AE189845}" dt="2021-10-01T01:10:46.450" v="2" actId="1076"/>
          <ac:picMkLst>
            <pc:docMk/>
            <pc:sldMasterMk cId="2751798529" sldId="2147483648"/>
            <ac:picMk id="12" creationId="{43FEE63B-5F63-4B07-A72E-C55F5EB5E376}"/>
          </ac:picMkLst>
        </pc:picChg>
        <pc:sldLayoutChg chg="del">
          <pc:chgData name="Mandy Lin - Freedom Systems" userId="24f92fdd-367a-40f1-ad9b-8db5b9467043" providerId="ADAL" clId="{5BF1F43A-1D68-4CA2-A42C-4398AE189845}" dt="2021-10-01T01:10:34.444" v="1" actId="2696"/>
          <pc:sldLayoutMkLst>
            <pc:docMk/>
            <pc:sldMasterMk cId="2751798529" sldId="2147483648"/>
            <pc:sldLayoutMk cId="3777418916" sldId="2147483649"/>
          </pc:sldLayoutMkLst>
        </pc:sldLayoutChg>
        <pc:sldLayoutChg chg="del">
          <pc:chgData name="Mandy Lin - Freedom Systems" userId="24f92fdd-367a-40f1-ad9b-8db5b9467043" providerId="ADAL" clId="{5BF1F43A-1D68-4CA2-A42C-4398AE189845}" dt="2021-10-01T02:30:49.489" v="1011" actId="2696"/>
          <pc:sldLayoutMkLst>
            <pc:docMk/>
            <pc:sldMasterMk cId="2751798529" sldId="2147483648"/>
            <pc:sldLayoutMk cId="4247520783" sldId="2147483652"/>
          </pc:sldLayoutMkLst>
        </pc:sldLayoutChg>
        <pc:sldLayoutChg chg="del">
          <pc:chgData name="Mandy Lin - Freedom Systems" userId="24f92fdd-367a-40f1-ad9b-8db5b9467043" providerId="ADAL" clId="{5BF1F43A-1D68-4CA2-A42C-4398AE189845}" dt="2021-10-01T01:10:31.835" v="0" actId="2696"/>
          <pc:sldLayoutMkLst>
            <pc:docMk/>
            <pc:sldMasterMk cId="2751798529" sldId="2147483648"/>
            <pc:sldLayoutMk cId="2098951929" sldId="2147483658"/>
          </pc:sldLayoutMkLst>
        </pc:sldLayoutChg>
        <pc:sldLayoutChg chg="delSp modSp mod">
          <pc:chgData name="Mandy Lin - Freedom Systems" userId="24f92fdd-367a-40f1-ad9b-8db5b9467043" providerId="ADAL" clId="{5BF1F43A-1D68-4CA2-A42C-4398AE189845}" dt="2021-10-01T07:16:36.646" v="2520" actId="478"/>
          <pc:sldLayoutMkLst>
            <pc:docMk/>
            <pc:sldMasterMk cId="1841573427" sldId="2147483671"/>
            <pc:sldLayoutMk cId="3369625879" sldId="2147483661"/>
          </pc:sldLayoutMkLst>
          <pc:spChg chg="del mod">
            <ac:chgData name="Mandy Lin - Freedom Systems" userId="24f92fdd-367a-40f1-ad9b-8db5b9467043" providerId="ADAL" clId="{5BF1F43A-1D68-4CA2-A42C-4398AE189845}" dt="2021-10-01T07:15:55.125" v="2514" actId="478"/>
            <ac:spMkLst>
              <pc:docMk/>
              <pc:sldMasterMk cId="1841573427" sldId="2147483671"/>
              <pc:sldLayoutMk cId="3369625879" sldId="2147483661"/>
              <ac:spMk id="9" creationId="{E3CDE831-B1F0-4DA0-B358-4E79475A6F27}"/>
            </ac:spMkLst>
          </pc:spChg>
          <pc:spChg chg="del mod">
            <ac:chgData name="Mandy Lin - Freedom Systems" userId="24f92fdd-367a-40f1-ad9b-8db5b9467043" providerId="ADAL" clId="{5BF1F43A-1D68-4CA2-A42C-4398AE189845}" dt="2021-10-01T07:16:36.646" v="2520" actId="478"/>
            <ac:spMkLst>
              <pc:docMk/>
              <pc:sldMasterMk cId="1841573427" sldId="2147483671"/>
              <pc:sldLayoutMk cId="3369625879" sldId="2147483661"/>
              <ac:spMk id="12" creationId="{2C9C8BD2-27AF-4E60-AFA5-8A4C29FBACB0}"/>
            </ac:spMkLst>
          </pc:spChg>
        </pc:sldLayoutChg>
        <pc:sldLayoutChg chg="modSp mod">
          <pc:chgData name="Mandy Lin - Freedom Systems" userId="24f92fdd-367a-40f1-ad9b-8db5b9467043" providerId="ADAL" clId="{5BF1F43A-1D68-4CA2-A42C-4398AE189845}" dt="2021-10-01T02:31:05.728" v="1016" actId="1076"/>
          <pc:sldLayoutMkLst>
            <pc:docMk/>
            <pc:sldMasterMk cId="1841573427" sldId="2147483671"/>
            <pc:sldLayoutMk cId="93736099" sldId="2147483668"/>
          </pc:sldLayoutMkLst>
          <pc:spChg chg="mod">
            <ac:chgData name="Mandy Lin - Freedom Systems" userId="24f92fdd-367a-40f1-ad9b-8db5b9467043" providerId="ADAL" clId="{5BF1F43A-1D68-4CA2-A42C-4398AE189845}" dt="2021-10-01T02:29:46.369" v="1001" actId="1076"/>
            <ac:spMkLst>
              <pc:docMk/>
              <pc:sldMasterMk cId="1841573427" sldId="2147483671"/>
              <pc:sldLayoutMk cId="93736099" sldId="2147483668"/>
              <ac:spMk id="6" creationId="{7FA36150-5C6F-487A-BCA2-B86857C74811}"/>
            </ac:spMkLst>
          </pc:spChg>
          <pc:spChg chg="mod">
            <ac:chgData name="Mandy Lin - Freedom Systems" userId="24f92fdd-367a-40f1-ad9b-8db5b9467043" providerId="ADAL" clId="{5BF1F43A-1D68-4CA2-A42C-4398AE189845}" dt="2021-10-01T02:29:46.369" v="1001" actId="1076"/>
            <ac:spMkLst>
              <pc:docMk/>
              <pc:sldMasterMk cId="1841573427" sldId="2147483671"/>
              <pc:sldLayoutMk cId="93736099" sldId="2147483668"/>
              <ac:spMk id="7" creationId="{425D428E-C91A-4187-B0FF-1E43551A275D}"/>
            </ac:spMkLst>
          </pc:spChg>
          <pc:spChg chg="mod">
            <ac:chgData name="Mandy Lin - Freedom Systems" userId="24f92fdd-367a-40f1-ad9b-8db5b9467043" providerId="ADAL" clId="{5BF1F43A-1D68-4CA2-A42C-4398AE189845}" dt="2021-10-01T02:31:05.728" v="1016" actId="1076"/>
            <ac:spMkLst>
              <pc:docMk/>
              <pc:sldMasterMk cId="1841573427" sldId="2147483671"/>
              <pc:sldLayoutMk cId="93736099" sldId="2147483668"/>
              <ac:spMk id="11" creationId="{2CD01188-63A8-4A53-995A-0336AE54B9C5}"/>
            </ac:spMkLst>
          </pc:spChg>
          <pc:spChg chg="mod">
            <ac:chgData name="Mandy Lin - Freedom Systems" userId="24f92fdd-367a-40f1-ad9b-8db5b9467043" providerId="ADAL" clId="{5BF1F43A-1D68-4CA2-A42C-4398AE189845}" dt="2021-10-01T02:29:46.369" v="1001" actId="1076"/>
            <ac:spMkLst>
              <pc:docMk/>
              <pc:sldMasterMk cId="1841573427" sldId="2147483671"/>
              <pc:sldLayoutMk cId="93736099" sldId="2147483668"/>
              <ac:spMk id="97" creationId="{208CCFEF-B692-4C25-98C7-A2CDF2B07F65}"/>
            </ac:spMkLst>
          </pc:spChg>
          <pc:spChg chg="mod">
            <ac:chgData name="Mandy Lin - Freedom Systems" userId="24f92fdd-367a-40f1-ad9b-8db5b9467043" providerId="ADAL" clId="{5BF1F43A-1D68-4CA2-A42C-4398AE189845}" dt="2021-10-01T02:29:46.369" v="1001" actId="1076"/>
            <ac:spMkLst>
              <pc:docMk/>
              <pc:sldMasterMk cId="1841573427" sldId="2147483671"/>
              <pc:sldLayoutMk cId="93736099" sldId="2147483668"/>
              <ac:spMk id="98" creationId="{26B783BD-B1C7-4FDA-8D5F-2EAF0C05259C}"/>
            </ac:spMkLst>
          </pc:spChg>
          <pc:spChg chg="mod">
            <ac:chgData name="Mandy Lin - Freedom Systems" userId="24f92fdd-367a-40f1-ad9b-8db5b9467043" providerId="ADAL" clId="{5BF1F43A-1D68-4CA2-A42C-4398AE189845}" dt="2021-10-01T02:29:46.369" v="1001" actId="1076"/>
            <ac:spMkLst>
              <pc:docMk/>
              <pc:sldMasterMk cId="1841573427" sldId="2147483671"/>
              <pc:sldLayoutMk cId="93736099" sldId="2147483668"/>
              <ac:spMk id="99" creationId="{F97AF39B-1E46-4E6A-976A-D67C4137153B}"/>
            </ac:spMkLst>
          </pc:spChg>
          <pc:spChg chg="mod">
            <ac:chgData name="Mandy Lin - Freedom Systems" userId="24f92fdd-367a-40f1-ad9b-8db5b9467043" providerId="ADAL" clId="{5BF1F43A-1D68-4CA2-A42C-4398AE189845}" dt="2021-10-01T02:29:46.369" v="1001" actId="1076"/>
            <ac:spMkLst>
              <pc:docMk/>
              <pc:sldMasterMk cId="1841573427" sldId="2147483671"/>
              <pc:sldLayoutMk cId="93736099" sldId="2147483668"/>
              <ac:spMk id="100" creationId="{7B81B9D9-C679-4CD9-B267-7D42FF3A3434}"/>
            </ac:spMkLst>
          </pc:spChg>
        </pc:sldLayoutChg>
        <pc:sldLayoutChg chg="addSp delSp modSp mod">
          <pc:chgData name="Mandy Lin - Freedom Systems" userId="24f92fdd-367a-40f1-ad9b-8db5b9467043" providerId="ADAL" clId="{5BF1F43A-1D68-4CA2-A42C-4398AE189845}" dt="2021-10-01T02:54:40.517" v="1429" actId="478"/>
          <pc:sldLayoutMkLst>
            <pc:docMk/>
            <pc:sldMasterMk cId="1841573427" sldId="2147483671"/>
            <pc:sldLayoutMk cId="430169027" sldId="2147483669"/>
          </pc:sldLayoutMkLst>
          <pc:spChg chg="mod">
            <ac:chgData name="Mandy Lin - Freedom Systems" userId="24f92fdd-367a-40f1-ad9b-8db5b9467043" providerId="ADAL" clId="{5BF1F43A-1D68-4CA2-A42C-4398AE189845}" dt="2021-10-01T02:23:24.877" v="929" actId="1076"/>
            <ac:spMkLst>
              <pc:docMk/>
              <pc:sldMasterMk cId="1841573427" sldId="2147483671"/>
              <pc:sldLayoutMk cId="430169027" sldId="2147483669"/>
              <ac:spMk id="27" creationId="{A0F4131E-4F78-4E6A-8B50-0DF80FEFCF0F}"/>
            </ac:spMkLst>
          </pc:spChg>
          <pc:picChg chg="mod">
            <ac:chgData name="Mandy Lin - Freedom Systems" userId="24f92fdd-367a-40f1-ad9b-8db5b9467043" providerId="ADAL" clId="{5BF1F43A-1D68-4CA2-A42C-4398AE189845}" dt="2021-10-01T02:23:33.349" v="932" actId="14100"/>
            <ac:picMkLst>
              <pc:docMk/>
              <pc:sldMasterMk cId="1841573427" sldId="2147483671"/>
              <pc:sldLayoutMk cId="430169027" sldId="2147483669"/>
              <ac:picMk id="3" creationId="{615ACC03-5DE3-4F7A-9054-396221338F02}"/>
            </ac:picMkLst>
          </pc:picChg>
          <pc:picChg chg="add del">
            <ac:chgData name="Mandy Lin - Freedom Systems" userId="24f92fdd-367a-40f1-ad9b-8db5b9467043" providerId="ADAL" clId="{5BF1F43A-1D68-4CA2-A42C-4398AE189845}" dt="2021-10-01T02:54:40.517" v="1429" actId="478"/>
            <ac:picMkLst>
              <pc:docMk/>
              <pc:sldMasterMk cId="1841573427" sldId="2147483671"/>
              <pc:sldLayoutMk cId="430169027" sldId="2147483669"/>
              <ac:picMk id="11" creationId="{9827691A-934E-4111-9AF5-E2DD9D68F350}"/>
            </ac:picMkLst>
          </pc:picChg>
        </pc:sldLayoutChg>
        <pc:sldLayoutChg chg="new mod">
          <pc:chgData name="Mandy Lin - Freedom Systems" userId="24f92fdd-367a-40f1-ad9b-8db5b9467043" providerId="ADAL" clId="{5BF1F43A-1D68-4CA2-A42C-4398AE189845}" dt="2021-10-01T01:15:21.636" v="3" actId="11236"/>
          <pc:sldLayoutMkLst>
            <pc:docMk/>
            <pc:sldMasterMk cId="1841573427" sldId="2147483671"/>
            <pc:sldLayoutMk cId="2179801323" sldId="2147483670"/>
          </pc:sldLayoutMkLst>
        </pc:sldLayoutChg>
      </pc:sldMasterChg>
      <pc:sldMasterChg chg="addSp delSp modSp new mod addSldLayout delSldLayout modSldLayout sldLayoutOrd">
        <pc:chgData name="Mandy Lin - Freedom Systems" userId="24f92fdd-367a-40f1-ad9b-8db5b9467043" providerId="ADAL" clId="{5BF1F43A-1D68-4CA2-A42C-4398AE189845}" dt="2021-10-22T10:03:04.383" v="4865" actId="1076"/>
        <pc:sldMasterMkLst>
          <pc:docMk/>
          <pc:sldMasterMk cId="1841573427" sldId="2147483671"/>
        </pc:sldMasterMkLst>
        <pc:spChg chg="mod">
          <ac:chgData name="Mandy Lin - Freedom Systems" userId="24f92fdd-367a-40f1-ad9b-8db5b9467043" providerId="ADAL" clId="{5BF1F43A-1D68-4CA2-A42C-4398AE189845}" dt="2021-10-01T03:34:29.564" v="1516" actId="14100"/>
          <ac:spMkLst>
            <pc:docMk/>
            <pc:sldMasterMk cId="1841573427" sldId="2147483671"/>
            <ac:spMk id="2" creationId="{90AEB49D-4EC2-428F-86DA-60EF00FCBF18}"/>
          </ac:spMkLst>
        </pc:spChg>
        <pc:spChg chg="mod ord">
          <ac:chgData name="Mandy Lin - Freedom Systems" userId="24f92fdd-367a-40f1-ad9b-8db5b9467043" providerId="ADAL" clId="{5BF1F43A-1D68-4CA2-A42C-4398AE189845}" dt="2021-10-01T02:58:12.949" v="1500" actId="404"/>
          <ac:spMkLst>
            <pc:docMk/>
            <pc:sldMasterMk cId="1841573427" sldId="2147483671"/>
            <ac:spMk id="3" creationId="{13D26B54-61EE-4FA7-8B72-997F2129E0AD}"/>
          </ac:spMkLst>
        </pc:spChg>
        <pc:spChg chg="del">
          <ac:chgData name="Mandy Lin - Freedom Systems" userId="24f92fdd-367a-40f1-ad9b-8db5b9467043" providerId="ADAL" clId="{5BF1F43A-1D68-4CA2-A42C-4398AE189845}" dt="2021-10-01T02:37:02.447" v="1061" actId="478"/>
          <ac:spMkLst>
            <pc:docMk/>
            <pc:sldMasterMk cId="1841573427" sldId="2147483671"/>
            <ac:spMk id="4" creationId="{508AC5E1-0669-471C-A5E3-1C3E8C5C24CF}"/>
          </ac:spMkLst>
        </pc:spChg>
        <pc:spChg chg="del mod">
          <ac:chgData name="Mandy Lin - Freedom Systems" userId="24f92fdd-367a-40f1-ad9b-8db5b9467043" providerId="ADAL" clId="{5BF1F43A-1D68-4CA2-A42C-4398AE189845}" dt="2021-10-01T06:00:22.555" v="1675" actId="478"/>
          <ac:spMkLst>
            <pc:docMk/>
            <pc:sldMasterMk cId="1841573427" sldId="2147483671"/>
            <ac:spMk id="5" creationId="{4A7E5FA4-E131-4E08-B284-51AC9AB75EA7}"/>
          </ac:spMkLst>
        </pc:spChg>
        <pc:spChg chg="mod">
          <ac:chgData name="Mandy Lin - Freedom Systems" userId="24f92fdd-367a-40f1-ad9b-8db5b9467043" providerId="ADAL" clId="{5BF1F43A-1D68-4CA2-A42C-4398AE189845}" dt="2021-10-01T02:53:17.955" v="1414" actId="1036"/>
          <ac:spMkLst>
            <pc:docMk/>
            <pc:sldMasterMk cId="1841573427" sldId="2147483671"/>
            <ac:spMk id="6" creationId="{9A36BE53-FA0D-4382-8DDE-8FC806D77D5C}"/>
          </ac:spMkLst>
        </pc:spChg>
        <pc:spChg chg="add mod topLvl">
          <ac:chgData name="Mandy Lin - Freedom Systems" userId="24f92fdd-367a-40f1-ad9b-8db5b9467043" providerId="ADAL" clId="{5BF1F43A-1D68-4CA2-A42C-4398AE189845}" dt="2021-10-01T05:58:40.841" v="1667" actId="164"/>
          <ac:spMkLst>
            <pc:docMk/>
            <pc:sldMasterMk cId="1841573427" sldId="2147483671"/>
            <ac:spMk id="9" creationId="{04079F15-BEBC-45D9-B254-7BA45EE7ADCE}"/>
          </ac:spMkLst>
        </pc:spChg>
        <pc:spChg chg="add del mod">
          <ac:chgData name="Mandy Lin - Freedom Systems" userId="24f92fdd-367a-40f1-ad9b-8db5b9467043" providerId="ADAL" clId="{5BF1F43A-1D68-4CA2-A42C-4398AE189845}" dt="2021-10-01T01:23:16.587" v="80" actId="478"/>
          <ac:spMkLst>
            <pc:docMk/>
            <pc:sldMasterMk cId="1841573427" sldId="2147483671"/>
            <ac:spMk id="10" creationId="{1E2D1ED5-4E4F-4D24-9680-BCA63D52033A}"/>
          </ac:spMkLst>
        </pc:spChg>
        <pc:spChg chg="add mod">
          <ac:chgData name="Mandy Lin - Freedom Systems" userId="24f92fdd-367a-40f1-ad9b-8db5b9467043" providerId="ADAL" clId="{5BF1F43A-1D68-4CA2-A42C-4398AE189845}" dt="2021-10-22T10:00:00.873" v="4863" actId="207"/>
          <ac:spMkLst>
            <pc:docMk/>
            <pc:sldMasterMk cId="1841573427" sldId="2147483671"/>
            <ac:spMk id="10" creationId="{D244F566-7F7B-4D66-A74E-1E90F752D80B}"/>
          </ac:spMkLst>
        </pc:spChg>
        <pc:spChg chg="add mod topLvl">
          <ac:chgData name="Mandy Lin - Freedom Systems" userId="24f92fdd-367a-40f1-ad9b-8db5b9467043" providerId="ADAL" clId="{5BF1F43A-1D68-4CA2-A42C-4398AE189845}" dt="2021-10-01T05:58:40.841" v="1667" actId="164"/>
          <ac:spMkLst>
            <pc:docMk/>
            <pc:sldMasterMk cId="1841573427" sldId="2147483671"/>
            <ac:spMk id="11" creationId="{E72FED1B-49FB-40AD-ACEC-8F608E909DBD}"/>
          </ac:spMkLst>
        </pc:spChg>
        <pc:spChg chg="add mod topLvl">
          <ac:chgData name="Mandy Lin - Freedom Systems" userId="24f92fdd-367a-40f1-ad9b-8db5b9467043" providerId="ADAL" clId="{5BF1F43A-1D68-4CA2-A42C-4398AE189845}" dt="2021-10-01T05:58:40.841" v="1667" actId="164"/>
          <ac:spMkLst>
            <pc:docMk/>
            <pc:sldMasterMk cId="1841573427" sldId="2147483671"/>
            <ac:spMk id="12" creationId="{57F82C49-B3E8-4FC4-9F9B-0CB703DD8047}"/>
          </ac:spMkLst>
        </pc:spChg>
        <pc:spChg chg="add mod topLvl">
          <ac:chgData name="Mandy Lin - Freedom Systems" userId="24f92fdd-367a-40f1-ad9b-8db5b9467043" providerId="ADAL" clId="{5BF1F43A-1D68-4CA2-A42C-4398AE189845}" dt="2021-10-19T06:17:27.272" v="4460" actId="1037"/>
          <ac:spMkLst>
            <pc:docMk/>
            <pc:sldMasterMk cId="1841573427" sldId="2147483671"/>
            <ac:spMk id="13" creationId="{F4493F87-1D95-4D2E-9548-CE1464498C5B}"/>
          </ac:spMkLst>
        </pc:spChg>
        <pc:spChg chg="add mod topLvl">
          <ac:chgData name="Mandy Lin - Freedom Systems" userId="24f92fdd-367a-40f1-ad9b-8db5b9467043" providerId="ADAL" clId="{5BF1F43A-1D68-4CA2-A42C-4398AE189845}" dt="2021-10-19T06:17:27.272" v="4460" actId="1037"/>
          <ac:spMkLst>
            <pc:docMk/>
            <pc:sldMasterMk cId="1841573427" sldId="2147483671"/>
            <ac:spMk id="14" creationId="{A43EBAC5-9639-43A3-AA65-6A366190FA70}"/>
          </ac:spMkLst>
        </pc:spChg>
        <pc:spChg chg="add mod topLvl">
          <ac:chgData name="Mandy Lin - Freedom Systems" userId="24f92fdd-367a-40f1-ad9b-8db5b9467043" providerId="ADAL" clId="{5BF1F43A-1D68-4CA2-A42C-4398AE189845}" dt="2021-10-19T06:17:27.272" v="4460" actId="1037"/>
          <ac:spMkLst>
            <pc:docMk/>
            <pc:sldMasterMk cId="1841573427" sldId="2147483671"/>
            <ac:spMk id="15" creationId="{B4FB2C71-B456-428D-8D7A-5A8DFD0D6902}"/>
          </ac:spMkLst>
        </pc:spChg>
        <pc:spChg chg="add del mod ord topLvl">
          <ac:chgData name="Mandy Lin - Freedom Systems" userId="24f92fdd-367a-40f1-ad9b-8db5b9467043" providerId="ADAL" clId="{5BF1F43A-1D68-4CA2-A42C-4398AE189845}" dt="2021-10-19T06:17:40.846" v="4461" actId="14100"/>
          <ac:spMkLst>
            <pc:docMk/>
            <pc:sldMasterMk cId="1841573427" sldId="2147483671"/>
            <ac:spMk id="16" creationId="{1925AA2C-3197-4DBC-ABB7-32973642FE33}"/>
          </ac:spMkLst>
        </pc:spChg>
        <pc:spChg chg="add mod ord topLvl">
          <ac:chgData name="Mandy Lin - Freedom Systems" userId="24f92fdd-367a-40f1-ad9b-8db5b9467043" providerId="ADAL" clId="{5BF1F43A-1D68-4CA2-A42C-4398AE189845}" dt="2021-10-01T05:58:40.841" v="1667" actId="164"/>
          <ac:spMkLst>
            <pc:docMk/>
            <pc:sldMasterMk cId="1841573427" sldId="2147483671"/>
            <ac:spMk id="17" creationId="{3BC1B3E3-059D-486F-B3BF-5185E4D4983F}"/>
          </ac:spMkLst>
        </pc:spChg>
        <pc:spChg chg="add del mod">
          <ac:chgData name="Mandy Lin - Freedom Systems" userId="24f92fdd-367a-40f1-ad9b-8db5b9467043" providerId="ADAL" clId="{5BF1F43A-1D68-4CA2-A42C-4398AE189845}" dt="2021-10-01T02:03:57.332" v="682" actId="478"/>
          <ac:spMkLst>
            <pc:docMk/>
            <pc:sldMasterMk cId="1841573427" sldId="2147483671"/>
            <ac:spMk id="18" creationId="{96ECA1E4-9F91-49EF-8614-A4EE98370896}"/>
          </ac:spMkLst>
        </pc:spChg>
        <pc:spChg chg="add del mod">
          <ac:chgData name="Mandy Lin - Freedom Systems" userId="24f92fdd-367a-40f1-ad9b-8db5b9467043" providerId="ADAL" clId="{5BF1F43A-1D68-4CA2-A42C-4398AE189845}" dt="2021-10-01T02:03:47.667" v="681" actId="478"/>
          <ac:spMkLst>
            <pc:docMk/>
            <pc:sldMasterMk cId="1841573427" sldId="2147483671"/>
            <ac:spMk id="19" creationId="{FE8437AB-9A17-49B2-A091-A60556DCD813}"/>
          </ac:spMkLst>
        </pc:spChg>
        <pc:spChg chg="add del mod">
          <ac:chgData name="Mandy Lin - Freedom Systems" userId="24f92fdd-367a-40f1-ad9b-8db5b9467043" providerId="ADAL" clId="{5BF1F43A-1D68-4CA2-A42C-4398AE189845}" dt="2021-10-01T02:03:47.667" v="681" actId="478"/>
          <ac:spMkLst>
            <pc:docMk/>
            <pc:sldMasterMk cId="1841573427" sldId="2147483671"/>
            <ac:spMk id="20" creationId="{0C028A61-4F71-456E-B8E0-DC793D6D1DEA}"/>
          </ac:spMkLst>
        </pc:spChg>
        <pc:spChg chg="add mod topLvl">
          <ac:chgData name="Mandy Lin - Freedom Systems" userId="24f92fdd-367a-40f1-ad9b-8db5b9467043" providerId="ADAL" clId="{5BF1F43A-1D68-4CA2-A42C-4398AE189845}" dt="2021-10-01T02:21:26.677" v="926" actId="164"/>
          <ac:spMkLst>
            <pc:docMk/>
            <pc:sldMasterMk cId="1841573427" sldId="2147483671"/>
            <ac:spMk id="21" creationId="{EE3F80B4-B0A4-46D3-B36C-6D741A0A54C4}"/>
          </ac:spMkLst>
        </pc:spChg>
        <pc:spChg chg="add mod topLvl">
          <ac:chgData name="Mandy Lin - Freedom Systems" userId="24f92fdd-367a-40f1-ad9b-8db5b9467043" providerId="ADAL" clId="{5BF1F43A-1D68-4CA2-A42C-4398AE189845}" dt="2021-10-01T02:21:26.677" v="926" actId="164"/>
          <ac:spMkLst>
            <pc:docMk/>
            <pc:sldMasterMk cId="1841573427" sldId="2147483671"/>
            <ac:spMk id="22" creationId="{2C2377D7-235F-44C1-8E77-202457E86D41}"/>
          </ac:spMkLst>
        </pc:spChg>
        <pc:spChg chg="add mod topLvl">
          <ac:chgData name="Mandy Lin - Freedom Systems" userId="24f92fdd-367a-40f1-ad9b-8db5b9467043" providerId="ADAL" clId="{5BF1F43A-1D68-4CA2-A42C-4398AE189845}" dt="2021-10-19T06:17:08.951" v="4458" actId="1037"/>
          <ac:spMkLst>
            <pc:docMk/>
            <pc:sldMasterMk cId="1841573427" sldId="2147483671"/>
            <ac:spMk id="23" creationId="{3F4EB577-B49F-406B-9442-E01E202D5387}"/>
          </ac:spMkLst>
        </pc:spChg>
        <pc:spChg chg="add mod topLvl">
          <ac:chgData name="Mandy Lin - Freedom Systems" userId="24f92fdd-367a-40f1-ad9b-8db5b9467043" providerId="ADAL" clId="{5BF1F43A-1D68-4CA2-A42C-4398AE189845}" dt="2021-10-01T05:37:18.833" v="1647" actId="1037"/>
          <ac:spMkLst>
            <pc:docMk/>
            <pc:sldMasterMk cId="1841573427" sldId="2147483671"/>
            <ac:spMk id="24" creationId="{FD1A10F4-FF84-4D27-A925-618ACF8D7C71}"/>
          </ac:spMkLst>
        </pc:spChg>
        <pc:spChg chg="add mod topLvl">
          <ac:chgData name="Mandy Lin - Freedom Systems" userId="24f92fdd-367a-40f1-ad9b-8db5b9467043" providerId="ADAL" clId="{5BF1F43A-1D68-4CA2-A42C-4398AE189845}" dt="2021-10-01T05:58:29.047" v="1666" actId="14100"/>
          <ac:spMkLst>
            <pc:docMk/>
            <pc:sldMasterMk cId="1841573427" sldId="2147483671"/>
            <ac:spMk id="25" creationId="{9685E833-CF67-4529-B16C-832BEF755EE0}"/>
          </ac:spMkLst>
        </pc:spChg>
        <pc:spChg chg="add mod topLvl">
          <ac:chgData name="Mandy Lin - Freedom Systems" userId="24f92fdd-367a-40f1-ad9b-8db5b9467043" providerId="ADAL" clId="{5BF1F43A-1D68-4CA2-A42C-4398AE189845}" dt="2021-10-01T05:58:18.675" v="1664" actId="1038"/>
          <ac:spMkLst>
            <pc:docMk/>
            <pc:sldMasterMk cId="1841573427" sldId="2147483671"/>
            <ac:spMk id="26" creationId="{15422967-22DD-4EF3-BBFF-4DAE424E2F9A}"/>
          </ac:spMkLst>
        </pc:spChg>
        <pc:spChg chg="add mod topLvl">
          <ac:chgData name="Mandy Lin - Freedom Systems" userId="24f92fdd-367a-40f1-ad9b-8db5b9467043" providerId="ADAL" clId="{5BF1F43A-1D68-4CA2-A42C-4398AE189845}" dt="2021-10-19T06:17:17.666" v="4459" actId="1037"/>
          <ac:spMkLst>
            <pc:docMk/>
            <pc:sldMasterMk cId="1841573427" sldId="2147483671"/>
            <ac:spMk id="27" creationId="{E105EA6E-24D5-4223-BBB2-515BE4315F27}"/>
          </ac:spMkLst>
        </pc:spChg>
        <pc:spChg chg="add mod topLvl">
          <ac:chgData name="Mandy Lin - Freedom Systems" userId="24f92fdd-367a-40f1-ad9b-8db5b9467043" providerId="ADAL" clId="{5BF1F43A-1D68-4CA2-A42C-4398AE189845}" dt="2021-10-01T02:21:26.677" v="926" actId="164"/>
          <ac:spMkLst>
            <pc:docMk/>
            <pc:sldMasterMk cId="1841573427" sldId="2147483671"/>
            <ac:spMk id="28" creationId="{824B7848-472A-4BE8-B8CF-EAD95ACA91C3}"/>
          </ac:spMkLst>
        </pc:spChg>
        <pc:spChg chg="add mod topLvl">
          <ac:chgData name="Mandy Lin - Freedom Systems" userId="24f92fdd-367a-40f1-ad9b-8db5b9467043" providerId="ADAL" clId="{5BF1F43A-1D68-4CA2-A42C-4398AE189845}" dt="2021-10-01T02:21:26.677" v="926" actId="164"/>
          <ac:spMkLst>
            <pc:docMk/>
            <pc:sldMasterMk cId="1841573427" sldId="2147483671"/>
            <ac:spMk id="29" creationId="{C685BEF7-F369-4D5C-B19D-0B9373972B13}"/>
          </ac:spMkLst>
        </pc:spChg>
        <pc:spChg chg="add mod topLvl">
          <ac:chgData name="Mandy Lin - Freedom Systems" userId="24f92fdd-367a-40f1-ad9b-8db5b9467043" providerId="ADAL" clId="{5BF1F43A-1D68-4CA2-A42C-4398AE189845}" dt="2021-10-01T02:21:26.677" v="926" actId="164"/>
          <ac:spMkLst>
            <pc:docMk/>
            <pc:sldMasterMk cId="1841573427" sldId="2147483671"/>
            <ac:spMk id="30" creationId="{3D222BA3-6072-43E5-B534-D0DB0531E495}"/>
          </ac:spMkLst>
        </pc:spChg>
        <pc:spChg chg="add mod topLvl">
          <ac:chgData name="Mandy Lin - Freedom Systems" userId="24f92fdd-367a-40f1-ad9b-8db5b9467043" providerId="ADAL" clId="{5BF1F43A-1D68-4CA2-A42C-4398AE189845}" dt="2021-10-01T02:27:05.879" v="959" actId="14100"/>
          <ac:spMkLst>
            <pc:docMk/>
            <pc:sldMasterMk cId="1841573427" sldId="2147483671"/>
            <ac:spMk id="31" creationId="{E11AFF36-C64F-410C-AB11-19D902738B12}"/>
          </ac:spMkLst>
        </pc:spChg>
        <pc:spChg chg="add mod topLvl">
          <ac:chgData name="Mandy Lin - Freedom Systems" userId="24f92fdd-367a-40f1-ad9b-8db5b9467043" providerId="ADAL" clId="{5BF1F43A-1D68-4CA2-A42C-4398AE189845}" dt="2021-10-01T02:27:05.879" v="959" actId="14100"/>
          <ac:spMkLst>
            <pc:docMk/>
            <pc:sldMasterMk cId="1841573427" sldId="2147483671"/>
            <ac:spMk id="32" creationId="{7327D8C6-7372-4B75-B7F8-BCC5D56D2F08}"/>
          </ac:spMkLst>
        </pc:spChg>
        <pc:spChg chg="add mod topLvl">
          <ac:chgData name="Mandy Lin - Freedom Systems" userId="24f92fdd-367a-40f1-ad9b-8db5b9467043" providerId="ADAL" clId="{5BF1F43A-1D68-4CA2-A42C-4398AE189845}" dt="2021-10-01T02:27:05.879" v="959" actId="14100"/>
          <ac:spMkLst>
            <pc:docMk/>
            <pc:sldMasterMk cId="1841573427" sldId="2147483671"/>
            <ac:spMk id="33" creationId="{89521074-83EA-428F-9378-64DC77701156}"/>
          </ac:spMkLst>
        </pc:spChg>
        <pc:spChg chg="add mod topLvl">
          <ac:chgData name="Mandy Lin - Freedom Systems" userId="24f92fdd-367a-40f1-ad9b-8db5b9467043" providerId="ADAL" clId="{5BF1F43A-1D68-4CA2-A42C-4398AE189845}" dt="2021-10-19T06:43:53.274" v="4601" actId="1037"/>
          <ac:spMkLst>
            <pc:docMk/>
            <pc:sldMasterMk cId="1841573427" sldId="2147483671"/>
            <ac:spMk id="34" creationId="{518381F8-4E11-469E-937B-1A716144F251}"/>
          </ac:spMkLst>
        </pc:spChg>
        <pc:spChg chg="add mod topLvl">
          <ac:chgData name="Mandy Lin - Freedom Systems" userId="24f92fdd-367a-40f1-ad9b-8db5b9467043" providerId="ADAL" clId="{5BF1F43A-1D68-4CA2-A42C-4398AE189845}" dt="2021-10-01T02:27:05.879" v="959" actId="14100"/>
          <ac:spMkLst>
            <pc:docMk/>
            <pc:sldMasterMk cId="1841573427" sldId="2147483671"/>
            <ac:spMk id="35" creationId="{6796C8AC-1B05-4AD7-BBB8-159B492E30C9}"/>
          </ac:spMkLst>
        </pc:spChg>
        <pc:spChg chg="add del mod">
          <ac:chgData name="Mandy Lin - Freedom Systems" userId="24f92fdd-367a-40f1-ad9b-8db5b9467043" providerId="ADAL" clId="{5BF1F43A-1D68-4CA2-A42C-4398AE189845}" dt="2021-10-01T06:00:24.883" v="1677"/>
          <ac:spMkLst>
            <pc:docMk/>
            <pc:sldMasterMk cId="1841573427" sldId="2147483671"/>
            <ac:spMk id="36" creationId="{033B7515-2129-4A64-85C6-CAF8E2DC9AA7}"/>
          </ac:spMkLst>
        </pc:spChg>
        <pc:spChg chg="add mod">
          <ac:chgData name="Mandy Lin - Freedom Systems" userId="24f92fdd-367a-40f1-ad9b-8db5b9467043" providerId="ADAL" clId="{5BF1F43A-1D68-4CA2-A42C-4398AE189845}" dt="2021-10-03T08:10:09.925" v="2993" actId="1076"/>
          <ac:spMkLst>
            <pc:docMk/>
            <pc:sldMasterMk cId="1841573427" sldId="2147483671"/>
            <ac:spMk id="36" creationId="{64B7A812-8DCC-443B-B8D3-187336C79B8F}"/>
          </ac:spMkLst>
        </pc:spChg>
        <pc:spChg chg="add del mod">
          <ac:chgData name="Mandy Lin - Freedom Systems" userId="24f92fdd-367a-40f1-ad9b-8db5b9467043" providerId="ADAL" clId="{5BF1F43A-1D68-4CA2-A42C-4398AE189845}" dt="2021-10-01T02:14:10.657" v="863" actId="478"/>
          <ac:spMkLst>
            <pc:docMk/>
            <pc:sldMasterMk cId="1841573427" sldId="2147483671"/>
            <ac:spMk id="37" creationId="{4B4B83AE-7CE9-4D24-BCF7-F01353980C6F}"/>
          </ac:spMkLst>
        </pc:spChg>
        <pc:spChg chg="add mod">
          <ac:chgData name="Mandy Lin - Freedom Systems" userId="24f92fdd-367a-40f1-ad9b-8db5b9467043" providerId="ADAL" clId="{5BF1F43A-1D68-4CA2-A42C-4398AE189845}" dt="2021-10-01T06:06:26.764" v="1697" actId="404"/>
          <ac:spMkLst>
            <pc:docMk/>
            <pc:sldMasterMk cId="1841573427" sldId="2147483671"/>
            <ac:spMk id="37" creationId="{8ABF6E4E-C977-46D9-8181-A489A27F30BF}"/>
          </ac:spMkLst>
        </pc:spChg>
        <pc:spChg chg="add del">
          <ac:chgData name="Mandy Lin - Freedom Systems" userId="24f92fdd-367a-40f1-ad9b-8db5b9467043" providerId="ADAL" clId="{5BF1F43A-1D68-4CA2-A42C-4398AE189845}" dt="2021-10-19T06:17:51.515" v="4463" actId="22"/>
          <ac:spMkLst>
            <pc:docMk/>
            <pc:sldMasterMk cId="1841573427" sldId="2147483671"/>
            <ac:spMk id="38" creationId="{4A2B34C8-72D4-4AEF-98C6-19A6E75D73D4}"/>
          </ac:spMkLst>
        </pc:spChg>
        <pc:spChg chg="add del mod">
          <ac:chgData name="Mandy Lin - Freedom Systems" userId="24f92fdd-367a-40f1-ad9b-8db5b9467043" providerId="ADAL" clId="{5BF1F43A-1D68-4CA2-A42C-4398AE189845}" dt="2021-10-19T06:17:58.629" v="4466" actId="478"/>
          <ac:spMkLst>
            <pc:docMk/>
            <pc:sldMasterMk cId="1841573427" sldId="2147483671"/>
            <ac:spMk id="39" creationId="{B89ABD8E-AA52-474C-B101-CEE2843D3038}"/>
          </ac:spMkLst>
        </pc:spChg>
        <pc:spChg chg="add mod">
          <ac:chgData name="Mandy Lin - Freedom Systems" userId="24f92fdd-367a-40f1-ad9b-8db5b9467043" providerId="ADAL" clId="{5BF1F43A-1D68-4CA2-A42C-4398AE189845}" dt="2021-10-22T09:59:27.377" v="4859" actId="2711"/>
          <ac:spMkLst>
            <pc:docMk/>
            <pc:sldMasterMk cId="1841573427" sldId="2147483671"/>
            <ac:spMk id="40" creationId="{38C7C2E7-9C25-489E-BC4B-24F36971B569}"/>
          </ac:spMkLst>
        </pc:spChg>
        <pc:spChg chg="add mod">
          <ac:chgData name="Mandy Lin - Freedom Systems" userId="24f92fdd-367a-40f1-ad9b-8db5b9467043" providerId="ADAL" clId="{5BF1F43A-1D68-4CA2-A42C-4398AE189845}" dt="2021-10-22T09:59:27.377" v="4859" actId="2711"/>
          <ac:spMkLst>
            <pc:docMk/>
            <pc:sldMasterMk cId="1841573427" sldId="2147483671"/>
            <ac:spMk id="41" creationId="{7E019C6B-9DBD-42C0-ADF3-578C18AA39F4}"/>
          </ac:spMkLst>
        </pc:spChg>
        <pc:spChg chg="add mod">
          <ac:chgData name="Mandy Lin - Freedom Systems" userId="24f92fdd-367a-40f1-ad9b-8db5b9467043" providerId="ADAL" clId="{5BF1F43A-1D68-4CA2-A42C-4398AE189845}" dt="2021-10-22T10:00:04.956" v="4864" actId="207"/>
          <ac:spMkLst>
            <pc:docMk/>
            <pc:sldMasterMk cId="1841573427" sldId="2147483671"/>
            <ac:spMk id="45" creationId="{80DDBB88-FCBF-4BF4-A60E-961DA640301D}"/>
          </ac:spMkLst>
        </pc:spChg>
        <pc:spChg chg="add mod">
          <ac:chgData name="Mandy Lin - Freedom Systems" userId="24f92fdd-367a-40f1-ad9b-8db5b9467043" providerId="ADAL" clId="{5BF1F43A-1D68-4CA2-A42C-4398AE189845}" dt="2021-10-22T09:59:27.377" v="4859" actId="2711"/>
          <ac:spMkLst>
            <pc:docMk/>
            <pc:sldMasterMk cId="1841573427" sldId="2147483671"/>
            <ac:spMk id="46" creationId="{0F5516B9-1855-4DC7-B6F3-BA46666EB9DB}"/>
          </ac:spMkLst>
        </pc:spChg>
        <pc:spChg chg="add mod">
          <ac:chgData name="Mandy Lin - Freedom Systems" userId="24f92fdd-367a-40f1-ad9b-8db5b9467043" providerId="ADAL" clId="{5BF1F43A-1D68-4CA2-A42C-4398AE189845}" dt="2021-10-22T09:59:27.377" v="4859" actId="2711"/>
          <ac:spMkLst>
            <pc:docMk/>
            <pc:sldMasterMk cId="1841573427" sldId="2147483671"/>
            <ac:spMk id="47" creationId="{09D61FDB-D3B5-4C7C-A7CC-25F9E6577E38}"/>
          </ac:spMkLst>
        </pc:spChg>
        <pc:spChg chg="add del mod">
          <ac:chgData name="Mandy Lin - Freedom Systems" userId="24f92fdd-367a-40f1-ad9b-8db5b9467043" providerId="ADAL" clId="{5BF1F43A-1D68-4CA2-A42C-4398AE189845}" dt="2021-10-22T08:59:56.091" v="4669" actId="478"/>
          <ac:spMkLst>
            <pc:docMk/>
            <pc:sldMasterMk cId="1841573427" sldId="2147483671"/>
            <ac:spMk id="48" creationId="{91370F7C-48E8-4A3E-A916-281E5930E651}"/>
          </ac:spMkLst>
        </pc:spChg>
        <pc:spChg chg="add del mod">
          <ac:chgData name="Mandy Lin - Freedom Systems" userId="24f92fdd-367a-40f1-ad9b-8db5b9467043" providerId="ADAL" clId="{5BF1F43A-1D68-4CA2-A42C-4398AE189845}" dt="2021-10-22T08:59:56.091" v="4669" actId="478"/>
          <ac:spMkLst>
            <pc:docMk/>
            <pc:sldMasterMk cId="1841573427" sldId="2147483671"/>
            <ac:spMk id="49" creationId="{38AD8983-76C4-44DA-99DC-4D6A159AED05}"/>
          </ac:spMkLst>
        </pc:spChg>
        <pc:spChg chg="add mod">
          <ac:chgData name="Mandy Lin - Freedom Systems" userId="24f92fdd-367a-40f1-ad9b-8db5b9467043" providerId="ADAL" clId="{5BF1F43A-1D68-4CA2-A42C-4398AE189845}" dt="2021-10-22T09:01:01.978" v="4673" actId="6549"/>
          <ac:spMkLst>
            <pc:docMk/>
            <pc:sldMasterMk cId="1841573427" sldId="2147483671"/>
            <ac:spMk id="50" creationId="{D7959B5C-5F21-4AC8-9429-227EF6518880}"/>
          </ac:spMkLst>
        </pc:spChg>
        <pc:spChg chg="add del mod">
          <ac:chgData name="Mandy Lin - Freedom Systems" userId="24f92fdd-367a-40f1-ad9b-8db5b9467043" providerId="ADAL" clId="{5BF1F43A-1D68-4CA2-A42C-4398AE189845}" dt="2021-10-01T02:39:47.678" v="1108" actId="478"/>
          <ac:spMkLst>
            <pc:docMk/>
            <pc:sldMasterMk cId="1841573427" sldId="2147483671"/>
            <ac:spMk id="50" creationId="{DB1A7341-42C7-4AAA-B798-C39988BDCF24}"/>
          </ac:spMkLst>
        </pc:spChg>
        <pc:spChg chg="add mod">
          <ac:chgData name="Mandy Lin - Freedom Systems" userId="24f92fdd-367a-40f1-ad9b-8db5b9467043" providerId="ADAL" clId="{5BF1F43A-1D68-4CA2-A42C-4398AE189845}" dt="2021-10-22T08:58:52.045" v="4635" actId="1035"/>
          <ac:spMkLst>
            <pc:docMk/>
            <pc:sldMasterMk cId="1841573427" sldId="2147483671"/>
            <ac:spMk id="51" creationId="{8F2A353D-80A9-46B7-83BE-E7FFC298926E}"/>
          </ac:spMkLst>
        </pc:spChg>
        <pc:spChg chg="add del mod">
          <ac:chgData name="Mandy Lin - Freedom Systems" userId="24f92fdd-367a-40f1-ad9b-8db5b9467043" providerId="ADAL" clId="{5BF1F43A-1D68-4CA2-A42C-4398AE189845}" dt="2021-10-01T02:46:27.825" v="1341" actId="478"/>
          <ac:spMkLst>
            <pc:docMk/>
            <pc:sldMasterMk cId="1841573427" sldId="2147483671"/>
            <ac:spMk id="51" creationId="{A78E8C97-2072-420D-B111-9051A07731CC}"/>
          </ac:spMkLst>
        </pc:spChg>
        <pc:spChg chg="add mod">
          <ac:chgData name="Mandy Lin - Freedom Systems" userId="24f92fdd-367a-40f1-ad9b-8db5b9467043" providerId="ADAL" clId="{5BF1F43A-1D68-4CA2-A42C-4398AE189845}" dt="2021-10-22T08:59:23.835" v="4662" actId="1035"/>
          <ac:spMkLst>
            <pc:docMk/>
            <pc:sldMasterMk cId="1841573427" sldId="2147483671"/>
            <ac:spMk id="52" creationId="{0EE0A021-3C0F-48D6-8CAA-2091BBACE181}"/>
          </ac:spMkLst>
        </pc:spChg>
        <pc:spChg chg="add del mod">
          <ac:chgData name="Mandy Lin - Freedom Systems" userId="24f92fdd-367a-40f1-ad9b-8db5b9467043" providerId="ADAL" clId="{5BF1F43A-1D68-4CA2-A42C-4398AE189845}" dt="2021-10-22T09:36:57.630" v="4753" actId="478"/>
          <ac:spMkLst>
            <pc:docMk/>
            <pc:sldMasterMk cId="1841573427" sldId="2147483671"/>
            <ac:spMk id="53" creationId="{82671D78-4189-47AB-A76F-6EB1BC8C0450}"/>
          </ac:spMkLst>
        </pc:spChg>
        <pc:spChg chg="add del mod">
          <ac:chgData name="Mandy Lin - Freedom Systems" userId="24f92fdd-367a-40f1-ad9b-8db5b9467043" providerId="ADAL" clId="{5BF1F43A-1D68-4CA2-A42C-4398AE189845}" dt="2021-10-01T03:34:27.108" v="1515" actId="478"/>
          <ac:spMkLst>
            <pc:docMk/>
            <pc:sldMasterMk cId="1841573427" sldId="2147483671"/>
            <ac:spMk id="53" creationId="{E4F9E944-3FC1-43B2-B84C-720BAC938A96}"/>
          </ac:spMkLst>
        </pc:spChg>
        <pc:spChg chg="add del mod">
          <ac:chgData name="Mandy Lin - Freedom Systems" userId="24f92fdd-367a-40f1-ad9b-8db5b9467043" providerId="ADAL" clId="{5BF1F43A-1D68-4CA2-A42C-4398AE189845}" dt="2021-10-22T09:36:57.630" v="4753" actId="478"/>
          <ac:spMkLst>
            <pc:docMk/>
            <pc:sldMasterMk cId="1841573427" sldId="2147483671"/>
            <ac:spMk id="54" creationId="{815E7D49-4083-4D6C-9A48-FCD14000CDF3}"/>
          </ac:spMkLst>
        </pc:spChg>
        <pc:spChg chg="add del mod">
          <ac:chgData name="Mandy Lin - Freedom Systems" userId="24f92fdd-367a-40f1-ad9b-8db5b9467043" providerId="ADAL" clId="{5BF1F43A-1D68-4CA2-A42C-4398AE189845}" dt="2021-10-22T09:36:57.630" v="4753" actId="478"/>
          <ac:spMkLst>
            <pc:docMk/>
            <pc:sldMasterMk cId="1841573427" sldId="2147483671"/>
            <ac:spMk id="55" creationId="{EC174054-AA27-41A0-99DF-D80481A330CF}"/>
          </ac:spMkLst>
        </pc:spChg>
        <pc:spChg chg="add del mod">
          <ac:chgData name="Mandy Lin - Freedom Systems" userId="24f92fdd-367a-40f1-ad9b-8db5b9467043" providerId="ADAL" clId="{5BF1F43A-1D68-4CA2-A42C-4398AE189845}" dt="2021-10-22T09:36:57.630" v="4753" actId="478"/>
          <ac:spMkLst>
            <pc:docMk/>
            <pc:sldMasterMk cId="1841573427" sldId="2147483671"/>
            <ac:spMk id="56" creationId="{C3CAC364-C734-4EAC-8C44-4CF708B1BFB3}"/>
          </ac:spMkLst>
        </pc:spChg>
        <pc:spChg chg="add del mod">
          <ac:chgData name="Mandy Lin - Freedom Systems" userId="24f92fdd-367a-40f1-ad9b-8db5b9467043" providerId="ADAL" clId="{5BF1F43A-1D68-4CA2-A42C-4398AE189845}" dt="2021-10-22T09:36:57.630" v="4753" actId="478"/>
          <ac:spMkLst>
            <pc:docMk/>
            <pc:sldMasterMk cId="1841573427" sldId="2147483671"/>
            <ac:spMk id="57" creationId="{914FD185-53A0-4998-92F5-5E60E6FA64B2}"/>
          </ac:spMkLst>
        </pc:spChg>
        <pc:spChg chg="mod">
          <ac:chgData name="Mandy Lin - Freedom Systems" userId="24f92fdd-367a-40f1-ad9b-8db5b9467043" providerId="ADAL" clId="{5BF1F43A-1D68-4CA2-A42C-4398AE189845}" dt="2021-10-22T09:59:27.377" v="4859" actId="2711"/>
          <ac:spMkLst>
            <pc:docMk/>
            <pc:sldMasterMk cId="1841573427" sldId="2147483671"/>
            <ac:spMk id="59" creationId="{122530D8-08B8-4527-B94E-59C7ADA4AA4A}"/>
          </ac:spMkLst>
        </pc:spChg>
        <pc:spChg chg="mod">
          <ac:chgData name="Mandy Lin - Freedom Systems" userId="24f92fdd-367a-40f1-ad9b-8db5b9467043" providerId="ADAL" clId="{5BF1F43A-1D68-4CA2-A42C-4398AE189845}" dt="2021-10-22T09:59:27.377" v="4859" actId="2711"/>
          <ac:spMkLst>
            <pc:docMk/>
            <pc:sldMasterMk cId="1841573427" sldId="2147483671"/>
            <ac:spMk id="60" creationId="{A4934565-2F2F-442B-B3C6-350745883380}"/>
          </ac:spMkLst>
        </pc:spChg>
        <pc:spChg chg="mod">
          <ac:chgData name="Mandy Lin - Freedom Systems" userId="24f92fdd-367a-40f1-ad9b-8db5b9467043" providerId="ADAL" clId="{5BF1F43A-1D68-4CA2-A42C-4398AE189845}" dt="2021-10-22T09:59:27.377" v="4859" actId="2711"/>
          <ac:spMkLst>
            <pc:docMk/>
            <pc:sldMasterMk cId="1841573427" sldId="2147483671"/>
            <ac:spMk id="61" creationId="{518E3C5E-ABA1-4DA1-AABB-C68C63ACB715}"/>
          </ac:spMkLst>
        </pc:spChg>
        <pc:spChg chg="mod">
          <ac:chgData name="Mandy Lin - Freedom Systems" userId="24f92fdd-367a-40f1-ad9b-8db5b9467043" providerId="ADAL" clId="{5BF1F43A-1D68-4CA2-A42C-4398AE189845}" dt="2021-10-22T09:59:56.831" v="4862" actId="207"/>
          <ac:spMkLst>
            <pc:docMk/>
            <pc:sldMasterMk cId="1841573427" sldId="2147483671"/>
            <ac:spMk id="62" creationId="{260F3B46-C325-49DB-8222-7B49D3348B83}"/>
          </ac:spMkLst>
        </pc:spChg>
        <pc:spChg chg="mod">
          <ac:chgData name="Mandy Lin - Freedom Systems" userId="24f92fdd-367a-40f1-ad9b-8db5b9467043" providerId="ADAL" clId="{5BF1F43A-1D68-4CA2-A42C-4398AE189845}" dt="2021-10-22T09:59:27.377" v="4859" actId="2711"/>
          <ac:spMkLst>
            <pc:docMk/>
            <pc:sldMasterMk cId="1841573427" sldId="2147483671"/>
            <ac:spMk id="63" creationId="{AAB9CA17-C8A6-4F41-ABDE-1E52B7C7622A}"/>
          </ac:spMkLst>
        </pc:spChg>
        <pc:spChg chg="mod">
          <ac:chgData name="Mandy Lin - Freedom Systems" userId="24f92fdd-367a-40f1-ad9b-8db5b9467043" providerId="ADAL" clId="{5BF1F43A-1D68-4CA2-A42C-4398AE189845}" dt="2021-10-22T09:59:27.377" v="4859" actId="2711"/>
          <ac:spMkLst>
            <pc:docMk/>
            <pc:sldMasterMk cId="1841573427" sldId="2147483671"/>
            <ac:spMk id="64" creationId="{DF231FEC-1E1D-43FC-866B-07598AB04B7A}"/>
          </ac:spMkLst>
        </pc:spChg>
        <pc:grpChg chg="add mod">
          <ac:chgData name="Mandy Lin - Freedom Systems" userId="24f92fdd-367a-40f1-ad9b-8db5b9467043" providerId="ADAL" clId="{5BF1F43A-1D68-4CA2-A42C-4398AE189845}" dt="2021-10-01T05:58:46.050" v="1668" actId="164"/>
          <ac:grpSpMkLst>
            <pc:docMk/>
            <pc:sldMasterMk cId="1841573427" sldId="2147483671"/>
            <ac:grpSpMk id="4" creationId="{43817E2F-C3B9-42C1-93DE-1626B384C434}"/>
          </ac:grpSpMkLst>
        </pc:grpChg>
        <pc:grpChg chg="add del mod">
          <ac:chgData name="Mandy Lin - Freedom Systems" userId="24f92fdd-367a-40f1-ad9b-8db5b9467043" providerId="ADAL" clId="{5BF1F43A-1D68-4CA2-A42C-4398AE189845}" dt="2021-10-22T09:49:35.996" v="4781" actId="478"/>
          <ac:grpSpMkLst>
            <pc:docMk/>
            <pc:sldMasterMk cId="1841573427" sldId="2147483671"/>
            <ac:grpSpMk id="5" creationId="{76505952-EA63-4850-B74A-54510F213C04}"/>
          </ac:grpSpMkLst>
        </pc:grpChg>
        <pc:grpChg chg="add mod">
          <ac:chgData name="Mandy Lin - Freedom Systems" userId="24f92fdd-367a-40f1-ad9b-8db5b9467043" providerId="ADAL" clId="{5BF1F43A-1D68-4CA2-A42C-4398AE189845}" dt="2021-10-22T08:57:58.049" v="4620" actId="1076"/>
          <ac:grpSpMkLst>
            <pc:docMk/>
            <pc:sldMasterMk cId="1841573427" sldId="2147483671"/>
            <ac:grpSpMk id="7" creationId="{6D8EBBAB-8353-469C-A4D3-8C6F212C6E0C}"/>
          </ac:grpSpMkLst>
        </pc:grpChg>
        <pc:grpChg chg="add mod">
          <ac:chgData name="Mandy Lin - Freedom Systems" userId="24f92fdd-367a-40f1-ad9b-8db5b9467043" providerId="ADAL" clId="{5BF1F43A-1D68-4CA2-A42C-4398AE189845}" dt="2021-10-22T10:03:04.383" v="4865" actId="1076"/>
          <ac:grpSpMkLst>
            <pc:docMk/>
            <pc:sldMasterMk cId="1841573427" sldId="2147483671"/>
            <ac:grpSpMk id="18" creationId="{AD0A3450-1839-40DE-8EB0-0318E13320D7}"/>
          </ac:grpSpMkLst>
        </pc:grpChg>
        <pc:grpChg chg="add del mod topLvl">
          <ac:chgData name="Mandy Lin - Freedom Systems" userId="24f92fdd-367a-40f1-ad9b-8db5b9467043" providerId="ADAL" clId="{5BF1F43A-1D68-4CA2-A42C-4398AE189845}" dt="2021-10-01T02:17:28.332" v="892" actId="165"/>
          <ac:grpSpMkLst>
            <pc:docMk/>
            <pc:sldMasterMk cId="1841573427" sldId="2147483671"/>
            <ac:grpSpMk id="36" creationId="{476D49E7-8990-4CAB-A0E8-ED6118D5591C}"/>
          </ac:grpSpMkLst>
        </pc:grpChg>
        <pc:grpChg chg="add del mod topLvl">
          <ac:chgData name="Mandy Lin - Freedom Systems" userId="24f92fdd-367a-40f1-ad9b-8db5b9467043" providerId="ADAL" clId="{5BF1F43A-1D68-4CA2-A42C-4398AE189845}" dt="2021-10-01T02:17:32.784" v="893" actId="165"/>
          <ac:grpSpMkLst>
            <pc:docMk/>
            <pc:sldMasterMk cId="1841573427" sldId="2147483671"/>
            <ac:grpSpMk id="38" creationId="{012CD4F9-6D39-45ED-834D-D5FF0B39B011}"/>
          </ac:grpSpMkLst>
        </pc:grpChg>
        <pc:grpChg chg="add del mod">
          <ac:chgData name="Mandy Lin - Freedom Systems" userId="24f92fdd-367a-40f1-ad9b-8db5b9467043" providerId="ADAL" clId="{5BF1F43A-1D68-4CA2-A42C-4398AE189845}" dt="2021-10-01T02:17:05.405" v="887" actId="165"/>
          <ac:grpSpMkLst>
            <pc:docMk/>
            <pc:sldMasterMk cId="1841573427" sldId="2147483671"/>
            <ac:grpSpMk id="39" creationId="{D80B4CB8-D88F-4819-B281-4B7D34C17100}"/>
          </ac:grpSpMkLst>
        </pc:grpChg>
        <pc:grpChg chg="add del mod">
          <ac:chgData name="Mandy Lin - Freedom Systems" userId="24f92fdd-367a-40f1-ad9b-8db5b9467043" providerId="ADAL" clId="{5BF1F43A-1D68-4CA2-A42C-4398AE189845}" dt="2021-10-01T02:21:09.594" v="923" actId="165"/>
          <ac:grpSpMkLst>
            <pc:docMk/>
            <pc:sldMasterMk cId="1841573427" sldId="2147483671"/>
            <ac:grpSpMk id="40" creationId="{B30DE824-FE7E-4727-9755-B719F859F4CB}"/>
          </ac:grpSpMkLst>
        </pc:grpChg>
        <pc:grpChg chg="add del mod">
          <ac:chgData name="Mandy Lin - Freedom Systems" userId="24f92fdd-367a-40f1-ad9b-8db5b9467043" providerId="ADAL" clId="{5BF1F43A-1D68-4CA2-A42C-4398AE189845}" dt="2021-10-01T05:57:52.270" v="1657" actId="165"/>
          <ac:grpSpMkLst>
            <pc:docMk/>
            <pc:sldMasterMk cId="1841573427" sldId="2147483671"/>
            <ac:grpSpMk id="41" creationId="{4C0EB792-869B-4DD3-AC87-7B3EE3FEB9EE}"/>
          </ac:grpSpMkLst>
        </pc:grpChg>
        <pc:grpChg chg="add mod ord">
          <ac:chgData name="Mandy Lin - Freedom Systems" userId="24f92fdd-367a-40f1-ad9b-8db5b9467043" providerId="ADAL" clId="{5BF1F43A-1D68-4CA2-A42C-4398AE189845}" dt="2021-10-01T05:58:46.050" v="1668" actId="164"/>
          <ac:grpSpMkLst>
            <pc:docMk/>
            <pc:sldMasterMk cId="1841573427" sldId="2147483671"/>
            <ac:grpSpMk id="42" creationId="{687CB130-5BF4-408E-BC74-88BB51FF1DE2}"/>
          </ac:grpSpMkLst>
        </pc:grpChg>
        <pc:grpChg chg="add mod">
          <ac:chgData name="Mandy Lin - Freedom Systems" userId="24f92fdd-367a-40f1-ad9b-8db5b9467043" providerId="ADAL" clId="{5BF1F43A-1D68-4CA2-A42C-4398AE189845}" dt="2021-10-22T10:03:04.383" v="4865" actId="1076"/>
          <ac:grpSpMkLst>
            <pc:docMk/>
            <pc:sldMasterMk cId="1841573427" sldId="2147483671"/>
            <ac:grpSpMk id="58" creationId="{E4C28971-E4BD-4845-919F-5911B445CA5F}"/>
          </ac:grpSpMkLst>
        </pc:grpChg>
        <pc:picChg chg="add del mod">
          <ac:chgData name="Mandy Lin - Freedom Systems" userId="24f92fdd-367a-40f1-ad9b-8db5b9467043" providerId="ADAL" clId="{5BF1F43A-1D68-4CA2-A42C-4398AE189845}" dt="2021-10-01T02:14:27.196" v="864" actId="478"/>
          <ac:picMkLst>
            <pc:docMk/>
            <pc:sldMasterMk cId="1841573427" sldId="2147483671"/>
            <ac:picMk id="7" creationId="{7DF8211E-5EE1-4C13-9752-DEA9154A6513}"/>
          </ac:picMkLst>
        </pc:picChg>
        <pc:picChg chg="add del mod">
          <ac:chgData name="Mandy Lin - Freedom Systems" userId="24f92fdd-367a-40f1-ad9b-8db5b9467043" providerId="ADAL" clId="{5BF1F43A-1D68-4CA2-A42C-4398AE189845}" dt="2021-10-01T02:02:23.611" v="675" actId="478"/>
          <ac:picMkLst>
            <pc:docMk/>
            <pc:sldMasterMk cId="1841573427" sldId="2147483671"/>
            <ac:picMk id="8" creationId="{62035B4D-A5BB-4780-8566-62816145FDF1}"/>
          </ac:picMkLst>
        </pc:picChg>
        <pc:picChg chg="add del mod">
          <ac:chgData name="Mandy Lin - Freedom Systems" userId="24f92fdd-367a-40f1-ad9b-8db5b9467043" providerId="ADAL" clId="{5BF1F43A-1D68-4CA2-A42C-4398AE189845}" dt="2021-10-22T09:12:25.278" v="4676" actId="478"/>
          <ac:picMkLst>
            <pc:docMk/>
            <pc:sldMasterMk cId="1841573427" sldId="2147483671"/>
            <ac:picMk id="19" creationId="{D845725F-5D35-4987-A2EE-3391D6594761}"/>
          </ac:picMkLst>
        </pc:picChg>
        <pc:picChg chg="add del mod">
          <ac:chgData name="Mandy Lin - Freedom Systems" userId="24f92fdd-367a-40f1-ad9b-8db5b9467043" providerId="ADAL" clId="{5BF1F43A-1D68-4CA2-A42C-4398AE189845}" dt="2021-10-19T06:30:06.644" v="4558" actId="478"/>
          <ac:picMkLst>
            <pc:docMk/>
            <pc:sldMasterMk cId="1841573427" sldId="2147483671"/>
            <ac:picMk id="20" creationId="{14C9205D-A714-4FEE-99F9-0F5DA9829103}"/>
          </ac:picMkLst>
        </pc:picChg>
        <pc:picChg chg="add mod">
          <ac:chgData name="Mandy Lin - Freedom Systems" userId="24f92fdd-367a-40f1-ad9b-8db5b9467043" providerId="ADAL" clId="{5BF1F43A-1D68-4CA2-A42C-4398AE189845}" dt="2021-10-01T02:39:07.793" v="1104" actId="1037"/>
          <ac:picMkLst>
            <pc:docMk/>
            <pc:sldMasterMk cId="1841573427" sldId="2147483671"/>
            <ac:picMk id="43" creationId="{222598E8-B1E2-47E6-A28C-23B78D6076E4}"/>
          </ac:picMkLst>
        </pc:picChg>
        <pc:cxnChg chg="add mod">
          <ac:chgData name="Mandy Lin - Freedom Systems" userId="24f92fdd-367a-40f1-ad9b-8db5b9467043" providerId="ADAL" clId="{5BF1F43A-1D68-4CA2-A42C-4398AE189845}" dt="2021-10-19T06:42:17.756" v="4598" actId="208"/>
          <ac:cxnSpMkLst>
            <pc:docMk/>
            <pc:sldMasterMk cId="1841573427" sldId="2147483671"/>
            <ac:cxnSpMk id="44" creationId="{B273F0E9-EABE-4159-BEB5-487B31746397}"/>
          </ac:cxnSpMkLst>
        </pc:cxnChg>
        <pc:sldLayoutChg chg="del modTransition">
          <pc:chgData name="Mandy Lin - Freedom Systems" userId="24f92fdd-367a-40f1-ad9b-8db5b9467043" providerId="ADAL" clId="{5BF1F43A-1D68-4CA2-A42C-4398AE189845}" dt="2021-10-01T07:20:01.992" v="2567" actId="2696"/>
          <pc:sldLayoutMkLst>
            <pc:docMk/>
            <pc:sldMasterMk cId="1841573427" sldId="2147483671"/>
            <pc:sldLayoutMk cId="3369625879" sldId="2147483661"/>
          </pc:sldLayoutMkLst>
        </pc:sldLayoutChg>
        <pc:sldLayoutChg chg="del modTransition">
          <pc:chgData name="Mandy Lin - Freedom Systems" userId="24f92fdd-367a-40f1-ad9b-8db5b9467043" providerId="ADAL" clId="{5BF1F43A-1D68-4CA2-A42C-4398AE189845}" dt="2021-10-01T07:20:00.359" v="2565" actId="2696"/>
          <pc:sldLayoutMkLst>
            <pc:docMk/>
            <pc:sldMasterMk cId="1841573427" sldId="2147483671"/>
            <pc:sldLayoutMk cId="3533821426" sldId="2147483663"/>
          </pc:sldLayoutMkLst>
        </pc:sldLayoutChg>
        <pc:sldLayoutChg chg="del modTransition">
          <pc:chgData name="Mandy Lin - Freedom Systems" userId="24f92fdd-367a-40f1-ad9b-8db5b9467043" providerId="ADAL" clId="{5BF1F43A-1D68-4CA2-A42C-4398AE189845}" dt="2021-10-01T07:20:01.105" v="2566" actId="2696"/>
          <pc:sldLayoutMkLst>
            <pc:docMk/>
            <pc:sldMasterMk cId="1841573427" sldId="2147483671"/>
            <pc:sldLayoutMk cId="1367429489" sldId="2147483664"/>
          </pc:sldLayoutMkLst>
        </pc:sldLayoutChg>
        <pc:sldLayoutChg chg="del modTransition">
          <pc:chgData name="Mandy Lin - Freedom Systems" userId="24f92fdd-367a-40f1-ad9b-8db5b9467043" providerId="ADAL" clId="{5BF1F43A-1D68-4CA2-A42C-4398AE189845}" dt="2021-10-01T07:20:05.518" v="2568" actId="2696"/>
          <pc:sldLayoutMkLst>
            <pc:docMk/>
            <pc:sldMasterMk cId="1841573427" sldId="2147483671"/>
            <pc:sldLayoutMk cId="178716232" sldId="2147483666"/>
          </pc:sldLayoutMkLst>
        </pc:sldLayoutChg>
        <pc:sldLayoutChg chg="del modTransition">
          <pc:chgData name="Mandy Lin - Freedom Systems" userId="24f92fdd-367a-40f1-ad9b-8db5b9467043" providerId="ADAL" clId="{5BF1F43A-1D68-4CA2-A42C-4398AE189845}" dt="2021-10-01T07:20:10.446" v="2570" actId="2696"/>
          <pc:sldLayoutMkLst>
            <pc:docMk/>
            <pc:sldMasterMk cId="1841573427" sldId="2147483671"/>
            <pc:sldLayoutMk cId="93736099" sldId="2147483668"/>
          </pc:sldLayoutMkLst>
        </pc:sldLayoutChg>
        <pc:sldLayoutChg chg="del modTransition">
          <pc:chgData name="Mandy Lin - Freedom Systems" userId="24f92fdd-367a-40f1-ad9b-8db5b9467043" providerId="ADAL" clId="{5BF1F43A-1D68-4CA2-A42C-4398AE189845}" dt="2021-10-01T07:19:58.853" v="2564" actId="2696"/>
          <pc:sldLayoutMkLst>
            <pc:docMk/>
            <pc:sldMasterMk cId="1841573427" sldId="2147483671"/>
            <pc:sldLayoutMk cId="430169027" sldId="2147483669"/>
          </pc:sldLayoutMkLst>
        </pc:sldLayoutChg>
        <pc:sldLayoutChg chg="del modTransition">
          <pc:chgData name="Mandy Lin - Freedom Systems" userId="24f92fdd-367a-40f1-ad9b-8db5b9467043" providerId="ADAL" clId="{5BF1F43A-1D68-4CA2-A42C-4398AE189845}" dt="2021-10-01T07:20:06.073" v="2569" actId="2696"/>
          <pc:sldLayoutMkLst>
            <pc:docMk/>
            <pc:sldMasterMk cId="1841573427" sldId="2147483671"/>
            <pc:sldLayoutMk cId="2179801323" sldId="2147483670"/>
          </pc:sldLayoutMkLst>
        </pc:sldLayoutChg>
        <pc:sldLayoutChg chg="addSp delSp modSp new mod replId">
          <pc:chgData name="Mandy Lin - Freedom Systems" userId="24f92fdd-367a-40f1-ad9b-8db5b9467043" providerId="ADAL" clId="{5BF1F43A-1D68-4CA2-A42C-4398AE189845}" dt="2021-10-19T06:42:28.580" v="4599" actId="208"/>
          <pc:sldLayoutMkLst>
            <pc:docMk/>
            <pc:sldMasterMk cId="1841573427" sldId="2147483671"/>
            <pc:sldLayoutMk cId="3017819050" sldId="2147483672"/>
          </pc:sldLayoutMkLst>
          <pc:spChg chg="mod">
            <ac:chgData name="Mandy Lin - Freedom Systems" userId="24f92fdd-367a-40f1-ad9b-8db5b9467043" providerId="ADAL" clId="{5BF1F43A-1D68-4CA2-A42C-4398AE189845}" dt="2021-10-01T07:34:17.206" v="2690" actId="20577"/>
            <ac:spMkLst>
              <pc:docMk/>
              <pc:sldMasterMk cId="1841573427" sldId="2147483671"/>
              <pc:sldLayoutMk cId="3017819050" sldId="2147483672"/>
              <ac:spMk id="2" creationId="{AF308760-6374-40DA-835C-61367E5860B4}"/>
            </ac:spMkLst>
          </pc:spChg>
          <pc:spChg chg="mod">
            <ac:chgData name="Mandy Lin - Freedom Systems" userId="24f92fdd-367a-40f1-ad9b-8db5b9467043" providerId="ADAL" clId="{5BF1F43A-1D68-4CA2-A42C-4398AE189845}" dt="2021-10-01T07:34:02.873" v="2677" actId="20577"/>
            <ac:spMkLst>
              <pc:docMk/>
              <pc:sldMasterMk cId="1841573427" sldId="2147483671"/>
              <pc:sldLayoutMk cId="3017819050" sldId="2147483672"/>
              <ac:spMk id="3" creationId="{E3AD9703-1649-47D3-A557-D9F3B849EE69}"/>
            </ac:spMkLst>
          </pc:spChg>
          <pc:spChg chg="del">
            <ac:chgData name="Mandy Lin - Freedom Systems" userId="24f92fdd-367a-40f1-ad9b-8db5b9467043" providerId="ADAL" clId="{5BF1F43A-1D68-4CA2-A42C-4398AE189845}" dt="2021-10-01T02:24:15.458" v="935" actId="478"/>
            <ac:spMkLst>
              <pc:docMk/>
              <pc:sldMasterMk cId="1841573427" sldId="2147483671"/>
              <pc:sldLayoutMk cId="3017819050" sldId="2147483672"/>
              <ac:spMk id="4" creationId="{6C15B874-3CE3-439E-809D-0BFF03D375D5}"/>
            </ac:spMkLst>
          </pc:spChg>
          <pc:spChg chg="del">
            <ac:chgData name="Mandy Lin - Freedom Systems" userId="24f92fdd-367a-40f1-ad9b-8db5b9467043" providerId="ADAL" clId="{5BF1F43A-1D68-4CA2-A42C-4398AE189845}" dt="2021-10-01T02:24:18.014" v="936" actId="478"/>
            <ac:spMkLst>
              <pc:docMk/>
              <pc:sldMasterMk cId="1841573427" sldId="2147483671"/>
              <pc:sldLayoutMk cId="3017819050" sldId="2147483672"/>
              <ac:spMk id="5" creationId="{7DB8B046-1728-4BCD-8CDD-83A881D4343B}"/>
            </ac:spMkLst>
          </pc:spChg>
          <pc:spChg chg="del">
            <ac:chgData name="Mandy Lin - Freedom Systems" userId="24f92fdd-367a-40f1-ad9b-8db5b9467043" providerId="ADAL" clId="{5BF1F43A-1D68-4CA2-A42C-4398AE189845}" dt="2021-10-01T02:24:22.384" v="937" actId="478"/>
            <ac:spMkLst>
              <pc:docMk/>
              <pc:sldMasterMk cId="1841573427" sldId="2147483671"/>
              <pc:sldLayoutMk cId="3017819050" sldId="2147483672"/>
              <ac:spMk id="6" creationId="{DF347A0D-C77C-4E7F-96CA-3368ED8EE2C8}"/>
            </ac:spMkLst>
          </pc:spChg>
          <pc:spChg chg="add mod ord">
            <ac:chgData name="Mandy Lin - Freedom Systems" userId="24f92fdd-367a-40f1-ad9b-8db5b9467043" providerId="ADAL" clId="{5BF1F43A-1D68-4CA2-A42C-4398AE189845}" dt="2021-10-01T02:24:02.697" v="934" actId="167"/>
            <ac:spMkLst>
              <pc:docMk/>
              <pc:sldMasterMk cId="1841573427" sldId="2147483671"/>
              <pc:sldLayoutMk cId="3017819050" sldId="2147483672"/>
              <ac:spMk id="7" creationId="{C13A0DC6-59C5-47FA-AD72-692FA792C5BE}"/>
            </ac:spMkLst>
          </pc:spChg>
          <pc:spChg chg="add del mod ord">
            <ac:chgData name="Mandy Lin - Freedom Systems" userId="24f92fdd-367a-40f1-ad9b-8db5b9467043" providerId="ADAL" clId="{5BF1F43A-1D68-4CA2-A42C-4398AE189845}" dt="2021-10-01T02:24:51.150" v="941" actId="478"/>
            <ac:spMkLst>
              <pc:docMk/>
              <pc:sldMasterMk cId="1841573427" sldId="2147483671"/>
              <pc:sldLayoutMk cId="3017819050" sldId="2147483672"/>
              <ac:spMk id="10" creationId="{DC136853-70B2-4A6D-9E7C-ECC57CAF43A2}"/>
            </ac:spMkLst>
          </pc:spChg>
          <pc:spChg chg="add mod ord">
            <ac:chgData name="Mandy Lin - Freedom Systems" userId="24f92fdd-367a-40f1-ad9b-8db5b9467043" providerId="ADAL" clId="{5BF1F43A-1D68-4CA2-A42C-4398AE189845}" dt="2021-10-01T02:24:43.040" v="940" actId="1076"/>
            <ac:spMkLst>
              <pc:docMk/>
              <pc:sldMasterMk cId="1841573427" sldId="2147483671"/>
              <pc:sldLayoutMk cId="3017819050" sldId="2147483672"/>
              <ac:spMk id="11" creationId="{4EB722B6-BB0C-4856-BA7B-C31AFC58B1AD}"/>
            </ac:spMkLst>
          </pc:spChg>
          <pc:picChg chg="add mod ord modCrop">
            <ac:chgData name="Mandy Lin - Freedom Systems" userId="24f92fdd-367a-40f1-ad9b-8db5b9467043" providerId="ADAL" clId="{5BF1F43A-1D68-4CA2-A42C-4398AE189845}" dt="2021-10-01T02:28:24.460" v="976" actId="732"/>
            <ac:picMkLst>
              <pc:docMk/>
              <pc:sldMasterMk cId="1841573427" sldId="2147483671"/>
              <pc:sldLayoutMk cId="3017819050" sldId="2147483672"/>
              <ac:picMk id="8" creationId="{1E7F1F4A-42DA-4AC9-ACE1-AED18A884448}"/>
            </ac:picMkLst>
          </pc:picChg>
          <pc:picChg chg="add mod ord">
            <ac:chgData name="Mandy Lin - Freedom Systems" userId="24f92fdd-367a-40f1-ad9b-8db5b9467043" providerId="ADAL" clId="{5BF1F43A-1D68-4CA2-A42C-4398AE189845}" dt="2021-10-01T02:24:43.040" v="940" actId="1076"/>
            <ac:picMkLst>
              <pc:docMk/>
              <pc:sldMasterMk cId="1841573427" sldId="2147483671"/>
              <pc:sldLayoutMk cId="3017819050" sldId="2147483672"/>
              <ac:picMk id="12" creationId="{46264726-534C-4D98-A458-87CACD928A32}"/>
            </ac:picMkLst>
          </pc:picChg>
          <pc:cxnChg chg="add mod ord">
            <ac:chgData name="Mandy Lin - Freedom Systems" userId="24f92fdd-367a-40f1-ad9b-8db5b9467043" providerId="ADAL" clId="{5BF1F43A-1D68-4CA2-A42C-4398AE189845}" dt="2021-10-19T06:42:28.580" v="4599" actId="208"/>
            <ac:cxnSpMkLst>
              <pc:docMk/>
              <pc:sldMasterMk cId="1841573427" sldId="2147483671"/>
              <pc:sldLayoutMk cId="3017819050" sldId="2147483672"/>
              <ac:cxnSpMk id="9" creationId="{1A2905EB-98F2-48DF-8098-8F2038A11EC0}"/>
            </ac:cxnSpMkLst>
          </pc:cxnChg>
        </pc:sldLayoutChg>
        <pc:sldLayoutChg chg="addSp delSp modSp new mod replId">
          <pc:chgData name="Mandy Lin - Freedom Systems" userId="24f92fdd-367a-40f1-ad9b-8db5b9467043" providerId="ADAL" clId="{5BF1F43A-1D68-4CA2-A42C-4398AE189845}" dt="2021-10-04T01:14:46.687" v="4272" actId="14100"/>
          <pc:sldLayoutMkLst>
            <pc:docMk/>
            <pc:sldMasterMk cId="1841573427" sldId="2147483671"/>
            <pc:sldLayoutMk cId="97021315" sldId="2147483673"/>
          </pc:sldLayoutMkLst>
          <pc:spChg chg="add del mod">
            <ac:chgData name="Mandy Lin - Freedom Systems" userId="24f92fdd-367a-40f1-ad9b-8db5b9467043" providerId="ADAL" clId="{5BF1F43A-1D68-4CA2-A42C-4398AE189845}" dt="2021-10-01T07:33:21.938" v="2648" actId="478"/>
            <ac:spMkLst>
              <pc:docMk/>
              <pc:sldMasterMk cId="1841573427" sldId="2147483671"/>
              <pc:sldLayoutMk cId="97021315" sldId="2147483673"/>
              <ac:spMk id="2" creationId="{0CDA306E-B391-4120-8369-2EF1C72FDC2F}"/>
            </ac:spMkLst>
          </pc:spChg>
          <pc:spChg chg="add del mod">
            <ac:chgData name="Mandy Lin - Freedom Systems" userId="24f92fdd-367a-40f1-ad9b-8db5b9467043" providerId="ADAL" clId="{5BF1F43A-1D68-4CA2-A42C-4398AE189845}" dt="2021-10-04T01:14:46.687" v="4272" actId="14100"/>
            <ac:spMkLst>
              <pc:docMk/>
              <pc:sldMasterMk cId="1841573427" sldId="2147483671"/>
              <pc:sldLayoutMk cId="97021315" sldId="2147483673"/>
              <ac:spMk id="3" creationId="{C6FB5491-9A64-402B-99EA-22BD483A07A4}"/>
            </ac:spMkLst>
          </pc:spChg>
          <pc:spChg chg="del">
            <ac:chgData name="Mandy Lin - Freedom Systems" userId="24f92fdd-367a-40f1-ad9b-8db5b9467043" providerId="ADAL" clId="{5BF1F43A-1D68-4CA2-A42C-4398AE189845}" dt="2021-10-01T02:47:44.846" v="1345" actId="478"/>
            <ac:spMkLst>
              <pc:docMk/>
              <pc:sldMasterMk cId="1841573427" sldId="2147483671"/>
              <pc:sldLayoutMk cId="97021315" sldId="2147483673"/>
              <ac:spMk id="4" creationId="{F90EE5D1-C99C-4FD6-95F1-AB0D30DF2C08}"/>
            </ac:spMkLst>
          </pc:spChg>
          <pc:spChg chg="add del">
            <ac:chgData name="Mandy Lin - Freedom Systems" userId="24f92fdd-367a-40f1-ad9b-8db5b9467043" providerId="ADAL" clId="{5BF1F43A-1D68-4CA2-A42C-4398AE189845}" dt="2021-10-01T05:37:30.627" v="1648" actId="478"/>
            <ac:spMkLst>
              <pc:docMk/>
              <pc:sldMasterMk cId="1841573427" sldId="2147483671"/>
              <pc:sldLayoutMk cId="97021315" sldId="2147483673"/>
              <ac:spMk id="5" creationId="{8C5F074F-F0D9-46AB-8B2F-D35E7DF22C9F}"/>
            </ac:spMkLst>
          </pc:spChg>
          <pc:spChg chg="add del mod">
            <ac:chgData name="Mandy Lin - Freedom Systems" userId="24f92fdd-367a-40f1-ad9b-8db5b9467043" providerId="ADAL" clId="{5BF1F43A-1D68-4CA2-A42C-4398AE189845}" dt="2021-10-01T02:53:13.225" v="1412" actId="1036"/>
            <ac:spMkLst>
              <pc:docMk/>
              <pc:sldMasterMk cId="1841573427" sldId="2147483671"/>
              <pc:sldLayoutMk cId="97021315" sldId="2147483673"/>
              <ac:spMk id="6" creationId="{7A8807F0-721A-4ECA-A6BD-E081FC4D94CC}"/>
            </ac:spMkLst>
          </pc:spChg>
          <pc:spChg chg="add del mod">
            <ac:chgData name="Mandy Lin - Freedom Systems" userId="24f92fdd-367a-40f1-ad9b-8db5b9467043" providerId="ADAL" clId="{5BF1F43A-1D68-4CA2-A42C-4398AE189845}" dt="2021-10-01T02:52:37.483" v="1405" actId="478"/>
            <ac:spMkLst>
              <pc:docMk/>
              <pc:sldMasterMk cId="1841573427" sldId="2147483671"/>
              <pc:sldLayoutMk cId="97021315" sldId="2147483673"/>
              <ac:spMk id="7" creationId="{AA7EF968-4189-43F4-A873-994552491C48}"/>
            </ac:spMkLst>
          </pc:spChg>
          <pc:spChg chg="add del mod">
            <ac:chgData name="Mandy Lin - Freedom Systems" userId="24f92fdd-367a-40f1-ad9b-8db5b9467043" providerId="ADAL" clId="{5BF1F43A-1D68-4CA2-A42C-4398AE189845}" dt="2021-10-01T06:00:19.812" v="1673" actId="478"/>
            <ac:spMkLst>
              <pc:docMk/>
              <pc:sldMasterMk cId="1841573427" sldId="2147483671"/>
              <pc:sldLayoutMk cId="97021315" sldId="2147483673"/>
              <ac:spMk id="7" creationId="{F2B5214C-3233-421B-BFE1-3C4ADD54D86C}"/>
            </ac:spMkLst>
          </pc:spChg>
          <pc:spChg chg="add del mod">
            <ac:chgData name="Mandy Lin - Freedom Systems" userId="24f92fdd-367a-40f1-ad9b-8db5b9467043" providerId="ADAL" clId="{5BF1F43A-1D68-4CA2-A42C-4398AE189845}" dt="2021-10-01T06:00:29.641" v="1678" actId="478"/>
            <ac:spMkLst>
              <pc:docMk/>
              <pc:sldMasterMk cId="1841573427" sldId="2147483671"/>
              <pc:sldLayoutMk cId="97021315" sldId="2147483673"/>
              <ac:spMk id="8" creationId="{269140B9-EA12-45CF-9F8E-8D8EBA24F92A}"/>
            </ac:spMkLst>
          </pc:spChg>
          <pc:spChg chg="add del mod">
            <ac:chgData name="Mandy Lin - Freedom Systems" userId="24f92fdd-367a-40f1-ad9b-8db5b9467043" providerId="ADAL" clId="{5BF1F43A-1D68-4CA2-A42C-4398AE189845}" dt="2021-10-01T02:52:36.242" v="1404" actId="478"/>
            <ac:spMkLst>
              <pc:docMk/>
              <pc:sldMasterMk cId="1841573427" sldId="2147483671"/>
              <pc:sldLayoutMk cId="97021315" sldId="2147483673"/>
              <ac:spMk id="8" creationId="{88D46EC3-5C0C-4A11-9423-533EF23BFAB1}"/>
            </ac:spMkLst>
          </pc:spChg>
          <pc:spChg chg="add del mod">
            <ac:chgData name="Mandy Lin - Freedom Systems" userId="24f92fdd-367a-40f1-ad9b-8db5b9467043" providerId="ADAL" clId="{5BF1F43A-1D68-4CA2-A42C-4398AE189845}" dt="2021-10-01T02:52:17.490" v="1399"/>
            <ac:spMkLst>
              <pc:docMk/>
              <pc:sldMasterMk cId="1841573427" sldId="2147483671"/>
              <pc:sldLayoutMk cId="97021315" sldId="2147483673"/>
              <ac:spMk id="9" creationId="{15F2ECAE-6395-41DD-8A04-C855B1DE83BD}"/>
            </ac:spMkLst>
          </pc:spChg>
          <pc:spChg chg="add mod">
            <ac:chgData name="Mandy Lin - Freedom Systems" userId="24f92fdd-367a-40f1-ad9b-8db5b9467043" providerId="ADAL" clId="{5BF1F43A-1D68-4CA2-A42C-4398AE189845}" dt="2021-10-01T06:06:21.729" v="1696" actId="404"/>
            <ac:spMkLst>
              <pc:docMk/>
              <pc:sldMasterMk cId="1841573427" sldId="2147483671"/>
              <pc:sldLayoutMk cId="97021315" sldId="2147483673"/>
              <ac:spMk id="9" creationId="{D278FECA-1DE8-4023-BE90-E5434A77E931}"/>
            </ac:spMkLst>
          </pc:spChg>
          <pc:spChg chg="add del mod">
            <ac:chgData name="Mandy Lin - Freedom Systems" userId="24f92fdd-367a-40f1-ad9b-8db5b9467043" providerId="ADAL" clId="{5BF1F43A-1D68-4CA2-A42C-4398AE189845}" dt="2021-10-01T02:52:17.490" v="1399"/>
            <ac:spMkLst>
              <pc:docMk/>
              <pc:sldMasterMk cId="1841573427" sldId="2147483671"/>
              <pc:sldLayoutMk cId="97021315" sldId="2147483673"/>
              <ac:spMk id="10" creationId="{C3344538-4B60-4AD7-8D0B-44FC0736C42F}"/>
            </ac:spMkLst>
          </pc:spChg>
          <pc:spChg chg="add mod">
            <ac:chgData name="Mandy Lin - Freedom Systems" userId="24f92fdd-367a-40f1-ad9b-8db5b9467043" providerId="ADAL" clId="{5BF1F43A-1D68-4CA2-A42C-4398AE189845}" dt="2021-10-01T07:33:27.390" v="2649"/>
            <ac:spMkLst>
              <pc:docMk/>
              <pc:sldMasterMk cId="1841573427" sldId="2147483671"/>
              <pc:sldLayoutMk cId="97021315" sldId="2147483673"/>
              <ac:spMk id="10" creationId="{D32D60E8-C365-4C08-A0A7-45A323707B7D}"/>
            </ac:spMkLst>
          </pc:spChg>
          <pc:spChg chg="add del mod">
            <ac:chgData name="Mandy Lin - Freedom Systems" userId="24f92fdd-367a-40f1-ad9b-8db5b9467043" providerId="ADAL" clId="{5BF1F43A-1D68-4CA2-A42C-4398AE189845}" dt="2021-10-01T03:34:08.303" v="1511" actId="478"/>
            <ac:spMkLst>
              <pc:docMk/>
              <pc:sldMasterMk cId="1841573427" sldId="2147483671"/>
              <pc:sldLayoutMk cId="97021315" sldId="2147483673"/>
              <ac:spMk id="13" creationId="{E77F89E5-3A2F-41F1-97E6-292993AA94B5}"/>
            </ac:spMkLst>
          </pc:spChg>
          <pc:spChg chg="add mod">
            <ac:chgData name="Mandy Lin - Freedom Systems" userId="24f92fdd-367a-40f1-ad9b-8db5b9467043" providerId="ADAL" clId="{5BF1F43A-1D68-4CA2-A42C-4398AE189845}" dt="2021-10-01T03:34:36.915" v="1517" actId="11530"/>
            <ac:spMkLst>
              <pc:docMk/>
              <pc:sldMasterMk cId="1841573427" sldId="2147483671"/>
              <pc:sldLayoutMk cId="97021315" sldId="2147483673"/>
              <ac:spMk id="14" creationId="{90440B4E-8CB4-4957-AC68-92B24EF0A6E8}"/>
            </ac:spMkLst>
          </pc:spChg>
          <pc:picChg chg="add del mod">
            <ac:chgData name="Mandy Lin - Freedom Systems" userId="24f92fdd-367a-40f1-ad9b-8db5b9467043" providerId="ADAL" clId="{5BF1F43A-1D68-4CA2-A42C-4398AE189845}" dt="2021-10-01T02:52:17.490" v="1399"/>
            <ac:picMkLst>
              <pc:docMk/>
              <pc:sldMasterMk cId="1841573427" sldId="2147483671"/>
              <pc:sldLayoutMk cId="97021315" sldId="2147483673"/>
              <ac:picMk id="11" creationId="{7678A865-EBD8-4E11-A6A8-D7852A994014}"/>
            </ac:picMkLst>
          </pc:picChg>
          <pc:cxnChg chg="add del mod">
            <ac:chgData name="Mandy Lin - Freedom Systems" userId="24f92fdd-367a-40f1-ad9b-8db5b9467043" providerId="ADAL" clId="{5BF1F43A-1D68-4CA2-A42C-4398AE189845}" dt="2021-10-01T02:52:17.490" v="1399"/>
            <ac:cxnSpMkLst>
              <pc:docMk/>
              <pc:sldMasterMk cId="1841573427" sldId="2147483671"/>
              <pc:sldLayoutMk cId="97021315" sldId="2147483673"/>
              <ac:cxnSpMk id="12" creationId="{383814D0-8388-4328-87E0-5ACE4B5F351A}"/>
            </ac:cxnSpMkLst>
          </pc:cxnChg>
        </pc:sldLayoutChg>
        <pc:sldLayoutChg chg="addSp delSp modSp new mod replId">
          <pc:chgData name="Mandy Lin - Freedom Systems" userId="24f92fdd-367a-40f1-ad9b-8db5b9467043" providerId="ADAL" clId="{5BF1F43A-1D68-4CA2-A42C-4398AE189845}" dt="2021-10-01T06:24:18.612" v="1867" actId="1076"/>
          <pc:sldLayoutMkLst>
            <pc:docMk/>
            <pc:sldMasterMk cId="1841573427" sldId="2147483671"/>
            <pc:sldLayoutMk cId="2044548195" sldId="2147483674"/>
          </pc:sldLayoutMkLst>
          <pc:spChg chg="mod">
            <ac:chgData name="Mandy Lin - Freedom Systems" userId="24f92fdd-367a-40f1-ad9b-8db5b9467043" providerId="ADAL" clId="{5BF1F43A-1D68-4CA2-A42C-4398AE189845}" dt="2021-10-01T06:24:18.612" v="1867" actId="1076"/>
            <ac:spMkLst>
              <pc:docMk/>
              <pc:sldMasterMk cId="1841573427" sldId="2147483671"/>
              <pc:sldLayoutMk cId="2044548195" sldId="2147483674"/>
              <ac:spMk id="2" creationId="{3E1EE04D-8E87-432E-BD76-0F9B2438AF67}"/>
            </ac:spMkLst>
          </pc:spChg>
          <pc:spChg chg="mod">
            <ac:chgData name="Mandy Lin - Freedom Systems" userId="24f92fdd-367a-40f1-ad9b-8db5b9467043" providerId="ADAL" clId="{5BF1F43A-1D68-4CA2-A42C-4398AE189845}" dt="2021-10-01T06:24:18.612" v="1867" actId="1076"/>
            <ac:spMkLst>
              <pc:docMk/>
              <pc:sldMasterMk cId="1841573427" sldId="2147483671"/>
              <pc:sldLayoutMk cId="2044548195" sldId="2147483674"/>
              <ac:spMk id="3" creationId="{966E6254-C5A3-43DC-A89E-6EF29D685C46}"/>
            </ac:spMkLst>
          </pc:spChg>
          <pc:spChg chg="del">
            <ac:chgData name="Mandy Lin - Freedom Systems" userId="24f92fdd-367a-40f1-ad9b-8db5b9467043" providerId="ADAL" clId="{5BF1F43A-1D68-4CA2-A42C-4398AE189845}" dt="2021-10-01T05:35:32.573" v="1634" actId="478"/>
            <ac:spMkLst>
              <pc:docMk/>
              <pc:sldMasterMk cId="1841573427" sldId="2147483671"/>
              <pc:sldLayoutMk cId="2044548195" sldId="2147483674"/>
              <ac:spMk id="4" creationId="{B672B5F0-FBC2-44D0-9E7D-D0136CE91324}"/>
            </ac:spMkLst>
          </pc:spChg>
          <pc:spChg chg="del">
            <ac:chgData name="Mandy Lin - Freedom Systems" userId="24f92fdd-367a-40f1-ad9b-8db5b9467043" providerId="ADAL" clId="{5BF1F43A-1D68-4CA2-A42C-4398AE189845}" dt="2021-10-01T05:37:34.237" v="1650" actId="478"/>
            <ac:spMkLst>
              <pc:docMk/>
              <pc:sldMasterMk cId="1841573427" sldId="2147483671"/>
              <pc:sldLayoutMk cId="2044548195" sldId="2147483674"/>
              <ac:spMk id="5" creationId="{AE31DD77-668B-4892-865B-5D4AC40A3511}"/>
            </ac:spMkLst>
          </pc:spChg>
          <pc:spChg chg="add del mod">
            <ac:chgData name="Mandy Lin - Freedom Systems" userId="24f92fdd-367a-40f1-ad9b-8db5b9467043" providerId="ADAL" clId="{5BF1F43A-1D68-4CA2-A42C-4398AE189845}" dt="2021-10-01T06:00:15.718" v="1671" actId="478"/>
            <ac:spMkLst>
              <pc:docMk/>
              <pc:sldMasterMk cId="1841573427" sldId="2147483671"/>
              <pc:sldLayoutMk cId="2044548195" sldId="2147483674"/>
              <ac:spMk id="7" creationId="{E420C39E-518D-48A7-963A-5FB44676881E}"/>
            </ac:spMkLst>
          </pc:spChg>
          <pc:spChg chg="add mod">
            <ac:chgData name="Mandy Lin - Freedom Systems" userId="24f92fdd-367a-40f1-ad9b-8db5b9467043" providerId="ADAL" clId="{5BF1F43A-1D68-4CA2-A42C-4398AE189845}" dt="2021-10-01T06:03:09.008" v="1690" actId="404"/>
            <ac:spMkLst>
              <pc:docMk/>
              <pc:sldMasterMk cId="1841573427" sldId="2147483671"/>
              <pc:sldLayoutMk cId="2044548195" sldId="2147483674"/>
              <ac:spMk id="8" creationId="{9FB9B7B4-7928-49C7-B50D-A3646573753C}"/>
            </ac:spMkLst>
          </pc:spChg>
        </pc:sldLayoutChg>
        <pc:sldLayoutChg chg="addSp delSp modSp new mod ord replId">
          <pc:chgData name="Mandy Lin - Freedom Systems" userId="24f92fdd-367a-40f1-ad9b-8db5b9467043" providerId="ADAL" clId="{5BF1F43A-1D68-4CA2-A42C-4398AE189845}" dt="2021-10-04T01:11:49.963" v="4256" actId="14100"/>
          <pc:sldLayoutMkLst>
            <pc:docMk/>
            <pc:sldMasterMk cId="1841573427" sldId="2147483671"/>
            <pc:sldLayoutMk cId="425964899" sldId="2147483675"/>
          </pc:sldLayoutMkLst>
          <pc:spChg chg="mod">
            <ac:chgData name="Mandy Lin - Freedom Systems" userId="24f92fdd-367a-40f1-ad9b-8db5b9467043" providerId="ADAL" clId="{5BF1F43A-1D68-4CA2-A42C-4398AE189845}" dt="2021-10-01T06:09:28.352" v="1715" actId="6549"/>
            <ac:spMkLst>
              <pc:docMk/>
              <pc:sldMasterMk cId="1841573427" sldId="2147483671"/>
              <pc:sldLayoutMk cId="425964899" sldId="2147483675"/>
              <ac:spMk id="2" creationId="{CBFD9896-B17A-4642-B11F-E5058EABA7A6}"/>
            </ac:spMkLst>
          </pc:spChg>
          <pc:spChg chg="mod">
            <ac:chgData name="Mandy Lin - Freedom Systems" userId="24f92fdd-367a-40f1-ad9b-8db5b9467043" providerId="ADAL" clId="{5BF1F43A-1D68-4CA2-A42C-4398AE189845}" dt="2021-10-04T01:11:49.963" v="4256" actId="14100"/>
            <ac:spMkLst>
              <pc:docMk/>
              <pc:sldMasterMk cId="1841573427" sldId="2147483671"/>
              <pc:sldLayoutMk cId="425964899" sldId="2147483675"/>
              <ac:spMk id="3" creationId="{8C8D42FA-80E5-4F8A-BA3B-C014F3035E17}"/>
            </ac:spMkLst>
          </pc:spChg>
          <pc:spChg chg="mod">
            <ac:chgData name="Mandy Lin - Freedom Systems" userId="24f92fdd-367a-40f1-ad9b-8db5b9467043" providerId="ADAL" clId="{5BF1F43A-1D68-4CA2-A42C-4398AE189845}" dt="2021-10-04T01:11:49.963" v="4256" actId="14100"/>
            <ac:spMkLst>
              <pc:docMk/>
              <pc:sldMasterMk cId="1841573427" sldId="2147483671"/>
              <pc:sldLayoutMk cId="425964899" sldId="2147483675"/>
              <ac:spMk id="4" creationId="{B9A6EAC7-8F28-4479-8DF1-825E685C95C4}"/>
            </ac:spMkLst>
          </pc:spChg>
          <pc:spChg chg="add del">
            <ac:chgData name="Mandy Lin - Freedom Systems" userId="24f92fdd-367a-40f1-ad9b-8db5b9467043" providerId="ADAL" clId="{5BF1F43A-1D68-4CA2-A42C-4398AE189845}" dt="2021-10-01T05:35:35.574" v="1635" actId="478"/>
            <ac:spMkLst>
              <pc:docMk/>
              <pc:sldMasterMk cId="1841573427" sldId="2147483671"/>
              <pc:sldLayoutMk cId="425964899" sldId="2147483675"/>
              <ac:spMk id="5" creationId="{4A35DA49-37BD-43DC-B65A-88A6D553ECD7}"/>
            </ac:spMkLst>
          </pc:spChg>
          <pc:spChg chg="del">
            <ac:chgData name="Mandy Lin - Freedom Systems" userId="24f92fdd-367a-40f1-ad9b-8db5b9467043" providerId="ADAL" clId="{5BF1F43A-1D68-4CA2-A42C-4398AE189845}" dt="2021-10-01T05:37:39.556" v="1652" actId="478"/>
            <ac:spMkLst>
              <pc:docMk/>
              <pc:sldMasterMk cId="1841573427" sldId="2147483671"/>
              <pc:sldLayoutMk cId="425964899" sldId="2147483675"/>
              <ac:spMk id="6" creationId="{50B29AD6-C469-4D66-ACA2-2095E8FFB694}"/>
            </ac:spMkLst>
          </pc:spChg>
          <pc:spChg chg="add del mod">
            <ac:chgData name="Mandy Lin - Freedom Systems" userId="24f92fdd-367a-40f1-ad9b-8db5b9467043" providerId="ADAL" clId="{5BF1F43A-1D68-4CA2-A42C-4398AE189845}" dt="2021-10-01T06:00:11.208" v="1669" actId="478"/>
            <ac:spMkLst>
              <pc:docMk/>
              <pc:sldMasterMk cId="1841573427" sldId="2147483671"/>
              <pc:sldLayoutMk cId="425964899" sldId="2147483675"/>
              <ac:spMk id="8" creationId="{DCF23DF7-38A1-4B57-95B8-5E466A91BC91}"/>
            </ac:spMkLst>
          </pc:spChg>
          <pc:spChg chg="add mod">
            <ac:chgData name="Mandy Lin - Freedom Systems" userId="24f92fdd-367a-40f1-ad9b-8db5b9467043" providerId="ADAL" clId="{5BF1F43A-1D68-4CA2-A42C-4398AE189845}" dt="2021-10-01T06:00:11.497" v="1670"/>
            <ac:spMkLst>
              <pc:docMk/>
              <pc:sldMasterMk cId="1841573427" sldId="2147483671"/>
              <pc:sldLayoutMk cId="425964899" sldId="2147483675"/>
              <ac:spMk id="9" creationId="{8DED8695-BA8E-4FEE-AE78-02506B099EB5}"/>
            </ac:spMkLst>
          </pc:spChg>
          <pc:spChg chg="add mod">
            <ac:chgData name="Mandy Lin - Freedom Systems" userId="24f92fdd-367a-40f1-ad9b-8db5b9467043" providerId="ADAL" clId="{5BF1F43A-1D68-4CA2-A42C-4398AE189845}" dt="2021-10-01T06:09:01.621" v="1712"/>
            <ac:spMkLst>
              <pc:docMk/>
              <pc:sldMasterMk cId="1841573427" sldId="2147483671"/>
              <pc:sldLayoutMk cId="425964899" sldId="2147483675"/>
              <ac:spMk id="10" creationId="{1D6D604D-81EC-4BE9-ADB5-963951AFE48F}"/>
            </ac:spMkLst>
          </pc:spChg>
        </pc:sldLayoutChg>
        <pc:sldLayoutChg chg="addSp delSp modSp new mod ord replId">
          <pc:chgData name="Mandy Lin - Freedom Systems" userId="24f92fdd-367a-40f1-ad9b-8db5b9467043" providerId="ADAL" clId="{5BF1F43A-1D68-4CA2-A42C-4398AE189845}" dt="2021-10-01T07:04:45.659" v="2416" actId="20578"/>
          <pc:sldLayoutMkLst>
            <pc:docMk/>
            <pc:sldMasterMk cId="1841573427" sldId="2147483671"/>
            <pc:sldLayoutMk cId="2043628189" sldId="2147483676"/>
          </pc:sldLayoutMkLst>
          <pc:spChg chg="del mod">
            <ac:chgData name="Mandy Lin - Freedom Systems" userId="24f92fdd-367a-40f1-ad9b-8db5b9467043" providerId="ADAL" clId="{5BF1F43A-1D68-4CA2-A42C-4398AE189845}" dt="2021-10-01T06:12:08.572" v="1743" actId="478"/>
            <ac:spMkLst>
              <pc:docMk/>
              <pc:sldMasterMk cId="1841573427" sldId="2147483671"/>
              <pc:sldLayoutMk cId="2043628189" sldId="2147483676"/>
              <ac:spMk id="2" creationId="{1509CC16-F924-432C-B1BC-D9FEC1E5C6F0}"/>
            </ac:spMkLst>
          </pc:spChg>
          <pc:spChg chg="mod">
            <ac:chgData name="Mandy Lin - Freedom Systems" userId="24f92fdd-367a-40f1-ad9b-8db5b9467043" providerId="ADAL" clId="{5BF1F43A-1D68-4CA2-A42C-4398AE189845}" dt="2021-10-01T06:12:24.159" v="1747" actId="1076"/>
            <ac:spMkLst>
              <pc:docMk/>
              <pc:sldMasterMk cId="1841573427" sldId="2147483671"/>
              <pc:sldLayoutMk cId="2043628189" sldId="2147483676"/>
              <ac:spMk id="3" creationId="{F872E48C-92D7-4055-A43D-1493D207471A}"/>
            </ac:spMkLst>
          </pc:spChg>
          <pc:spChg chg="mod">
            <ac:chgData name="Mandy Lin - Freedom Systems" userId="24f92fdd-367a-40f1-ad9b-8db5b9467043" providerId="ADAL" clId="{5BF1F43A-1D68-4CA2-A42C-4398AE189845}" dt="2021-10-01T06:12:33.031" v="1748" actId="14100"/>
            <ac:spMkLst>
              <pc:docMk/>
              <pc:sldMasterMk cId="1841573427" sldId="2147483671"/>
              <pc:sldLayoutMk cId="2043628189" sldId="2147483676"/>
              <ac:spMk id="4" creationId="{513A8C11-1389-4AC6-B2AC-0EB92E0C53EE}"/>
            </ac:spMkLst>
          </pc:spChg>
          <pc:spChg chg="mod">
            <ac:chgData name="Mandy Lin - Freedom Systems" userId="24f92fdd-367a-40f1-ad9b-8db5b9467043" providerId="ADAL" clId="{5BF1F43A-1D68-4CA2-A42C-4398AE189845}" dt="2021-10-01T06:12:24.159" v="1747" actId="1076"/>
            <ac:spMkLst>
              <pc:docMk/>
              <pc:sldMasterMk cId="1841573427" sldId="2147483671"/>
              <pc:sldLayoutMk cId="2043628189" sldId="2147483676"/>
              <ac:spMk id="5" creationId="{D0DA38BC-9736-4C3E-AF8B-7D966CDDFDD3}"/>
            </ac:spMkLst>
          </pc:spChg>
          <pc:spChg chg="mod">
            <ac:chgData name="Mandy Lin - Freedom Systems" userId="24f92fdd-367a-40f1-ad9b-8db5b9467043" providerId="ADAL" clId="{5BF1F43A-1D68-4CA2-A42C-4398AE189845}" dt="2021-10-01T06:12:33.031" v="1748" actId="14100"/>
            <ac:spMkLst>
              <pc:docMk/>
              <pc:sldMasterMk cId="1841573427" sldId="2147483671"/>
              <pc:sldLayoutMk cId="2043628189" sldId="2147483676"/>
              <ac:spMk id="6" creationId="{24802612-64CD-4D68-8F98-8B5A5915105E}"/>
            </ac:spMkLst>
          </pc:spChg>
          <pc:spChg chg="add del">
            <ac:chgData name="Mandy Lin - Freedom Systems" userId="24f92fdd-367a-40f1-ad9b-8db5b9467043" providerId="ADAL" clId="{5BF1F43A-1D68-4CA2-A42C-4398AE189845}" dt="2021-10-01T05:35:37.296" v="1636" actId="478"/>
            <ac:spMkLst>
              <pc:docMk/>
              <pc:sldMasterMk cId="1841573427" sldId="2147483671"/>
              <pc:sldLayoutMk cId="2043628189" sldId="2147483676"/>
              <ac:spMk id="7" creationId="{F36C4070-4B64-4265-A7F9-C99B7D46A424}"/>
            </ac:spMkLst>
          </pc:spChg>
          <pc:spChg chg="add mod">
            <ac:chgData name="Mandy Lin - Freedom Systems" userId="24f92fdd-367a-40f1-ad9b-8db5b9467043" providerId="ADAL" clId="{5BF1F43A-1D68-4CA2-A42C-4398AE189845}" dt="2021-10-01T06:11:36.482" v="1737"/>
            <ac:spMkLst>
              <pc:docMk/>
              <pc:sldMasterMk cId="1841573427" sldId="2147483671"/>
              <pc:sldLayoutMk cId="2043628189" sldId="2147483676"/>
              <ac:spMk id="10" creationId="{C2BA9855-1D46-439F-985D-C6C5D5728CF3}"/>
            </ac:spMkLst>
          </pc:spChg>
          <pc:spChg chg="add mod">
            <ac:chgData name="Mandy Lin - Freedom Systems" userId="24f92fdd-367a-40f1-ad9b-8db5b9467043" providerId="ADAL" clId="{5BF1F43A-1D68-4CA2-A42C-4398AE189845}" dt="2021-10-01T06:12:08.854" v="1744"/>
            <ac:spMkLst>
              <pc:docMk/>
              <pc:sldMasterMk cId="1841573427" sldId="2147483671"/>
              <pc:sldLayoutMk cId="2043628189" sldId="2147483676"/>
              <ac:spMk id="11" creationId="{A89FDF85-59AF-446D-9C18-E945168C5704}"/>
            </ac:spMkLst>
          </pc:spChg>
        </pc:sldLayoutChg>
        <pc:sldLayoutChg chg="addSp delSp modSp new mod ord replId">
          <pc:chgData name="Mandy Lin - Freedom Systems" userId="24f92fdd-367a-40f1-ad9b-8db5b9467043" providerId="ADAL" clId="{5BF1F43A-1D68-4CA2-A42C-4398AE189845}" dt="2021-10-19T06:02:58.385" v="4453" actId="1036"/>
          <pc:sldLayoutMkLst>
            <pc:docMk/>
            <pc:sldMasterMk cId="1841573427" sldId="2147483671"/>
            <pc:sldLayoutMk cId="325870417" sldId="2147483677"/>
          </pc:sldLayoutMkLst>
          <pc:spChg chg="mod">
            <ac:chgData name="Mandy Lin - Freedom Systems" userId="24f92fdd-367a-40f1-ad9b-8db5b9467043" providerId="ADAL" clId="{5BF1F43A-1D68-4CA2-A42C-4398AE189845}" dt="2021-10-01T06:10:13.743" v="1720"/>
            <ac:spMkLst>
              <pc:docMk/>
              <pc:sldMasterMk cId="1841573427" sldId="2147483671"/>
              <pc:sldLayoutMk cId="325870417" sldId="2147483677"/>
              <ac:spMk id="2" creationId="{31DF1F32-FC4E-4F80-933F-5731F2EC9878}"/>
            </ac:spMkLst>
          </pc:spChg>
          <pc:spChg chg="add del">
            <ac:chgData name="Mandy Lin - Freedom Systems" userId="24f92fdd-367a-40f1-ad9b-8db5b9467043" providerId="ADAL" clId="{5BF1F43A-1D68-4CA2-A42C-4398AE189845}" dt="2021-10-01T05:35:39.130" v="1637" actId="478"/>
            <ac:spMkLst>
              <pc:docMk/>
              <pc:sldMasterMk cId="1841573427" sldId="2147483671"/>
              <pc:sldLayoutMk cId="325870417" sldId="2147483677"/>
              <ac:spMk id="3" creationId="{B1C5AEDC-1C2A-4E83-B28C-95B05B9E0A18}"/>
            </ac:spMkLst>
          </pc:spChg>
          <pc:spChg chg="add mod">
            <ac:chgData name="Mandy Lin - Freedom Systems" userId="24f92fdd-367a-40f1-ad9b-8db5b9467043" providerId="ADAL" clId="{5BF1F43A-1D68-4CA2-A42C-4398AE189845}" dt="2021-10-01T06:09:58.616" v="1718"/>
            <ac:spMkLst>
              <pc:docMk/>
              <pc:sldMasterMk cId="1841573427" sldId="2147483671"/>
              <pc:sldLayoutMk cId="325870417" sldId="2147483677"/>
              <ac:spMk id="6" creationId="{C5260402-1BD3-4D69-9613-51BBEF9F4BB5}"/>
            </ac:spMkLst>
          </pc:spChg>
          <pc:spChg chg="add mod">
            <ac:chgData name="Mandy Lin - Freedom Systems" userId="24f92fdd-367a-40f1-ad9b-8db5b9467043" providerId="ADAL" clId="{5BF1F43A-1D68-4CA2-A42C-4398AE189845}" dt="2021-10-19T06:02:52.215" v="4452" actId="1036"/>
            <ac:spMkLst>
              <pc:docMk/>
              <pc:sldMasterMk cId="1841573427" sldId="2147483671"/>
              <pc:sldLayoutMk cId="325870417" sldId="2147483677"/>
              <ac:spMk id="9" creationId="{0F515335-699E-4192-A4D4-D99C2F341311}"/>
            </ac:spMkLst>
          </pc:spChg>
          <pc:picChg chg="add del mod">
            <ac:chgData name="Mandy Lin - Freedom Systems" userId="24f92fdd-367a-40f1-ad9b-8db5b9467043" providerId="ADAL" clId="{5BF1F43A-1D68-4CA2-A42C-4398AE189845}" dt="2021-10-19T05:59:15.939" v="4412" actId="478"/>
            <ac:picMkLst>
              <pc:docMk/>
              <pc:sldMasterMk cId="1841573427" sldId="2147483671"/>
              <pc:sldLayoutMk cId="325870417" sldId="2147483677"/>
              <ac:picMk id="7" creationId="{7F486DD4-1CEB-48C7-93D0-7655237A912E}"/>
            </ac:picMkLst>
          </pc:picChg>
          <pc:picChg chg="add mod">
            <ac:chgData name="Mandy Lin - Freedom Systems" userId="24f92fdd-367a-40f1-ad9b-8db5b9467043" providerId="ADAL" clId="{5BF1F43A-1D68-4CA2-A42C-4398AE189845}" dt="2021-10-19T06:02:58.385" v="4453" actId="1036"/>
            <ac:picMkLst>
              <pc:docMk/>
              <pc:sldMasterMk cId="1841573427" sldId="2147483671"/>
              <pc:sldLayoutMk cId="325870417" sldId="2147483677"/>
              <ac:picMk id="8" creationId="{8B6D4242-3AEB-4D3A-A65B-41B460749759}"/>
            </ac:picMkLst>
          </pc:picChg>
        </pc:sldLayoutChg>
        <pc:sldLayoutChg chg="addSp delSp modSp new mod replId">
          <pc:chgData name="Mandy Lin - Freedom Systems" userId="24f92fdd-367a-40f1-ad9b-8db5b9467043" providerId="ADAL" clId="{5BF1F43A-1D68-4CA2-A42C-4398AE189845}" dt="2021-10-01T07:29:05.072" v="2629" actId="14100"/>
          <pc:sldLayoutMkLst>
            <pc:docMk/>
            <pc:sldMasterMk cId="1841573427" sldId="2147483671"/>
            <pc:sldLayoutMk cId="2169519892" sldId="2147483678"/>
          </pc:sldLayoutMkLst>
          <pc:spChg chg="add del">
            <ac:chgData name="Mandy Lin - Freedom Systems" userId="24f92fdd-367a-40f1-ad9b-8db5b9467043" providerId="ADAL" clId="{5BF1F43A-1D68-4CA2-A42C-4398AE189845}" dt="2021-10-01T05:35:41.198" v="1638" actId="478"/>
            <ac:spMkLst>
              <pc:docMk/>
              <pc:sldMasterMk cId="1841573427" sldId="2147483671"/>
              <pc:sldLayoutMk cId="2169519892" sldId="2147483678"/>
              <ac:spMk id="2" creationId="{AB88CD74-21D2-4C00-94C2-D1119C4E22AD}"/>
            </ac:spMkLst>
          </pc:spChg>
          <pc:spChg chg="mod">
            <ac:chgData name="Mandy Lin - Freedom Systems" userId="24f92fdd-367a-40f1-ad9b-8db5b9467043" providerId="ADAL" clId="{5BF1F43A-1D68-4CA2-A42C-4398AE189845}" dt="2021-10-01T07:28:10.700" v="2620"/>
            <ac:spMkLst>
              <pc:docMk/>
              <pc:sldMasterMk cId="1841573427" sldId="2147483671"/>
              <pc:sldLayoutMk cId="2169519892" sldId="2147483678"/>
              <ac:spMk id="6" creationId="{5CAE79D3-7408-4DB0-8020-B58B429BE50B}"/>
            </ac:spMkLst>
          </pc:spChg>
          <pc:spChg chg="mod">
            <ac:chgData name="Mandy Lin - Freedom Systems" userId="24f92fdd-367a-40f1-ad9b-8db5b9467043" providerId="ADAL" clId="{5BF1F43A-1D68-4CA2-A42C-4398AE189845}" dt="2021-10-01T07:28:10.700" v="2620"/>
            <ac:spMkLst>
              <pc:docMk/>
              <pc:sldMasterMk cId="1841573427" sldId="2147483671"/>
              <pc:sldLayoutMk cId="2169519892" sldId="2147483678"/>
              <ac:spMk id="7" creationId="{071C0A20-B338-4BA6-932D-B0849872B7DA}"/>
            </ac:spMkLst>
          </pc:spChg>
          <pc:spChg chg="mod">
            <ac:chgData name="Mandy Lin - Freedom Systems" userId="24f92fdd-367a-40f1-ad9b-8db5b9467043" providerId="ADAL" clId="{5BF1F43A-1D68-4CA2-A42C-4398AE189845}" dt="2021-10-01T07:28:10.700" v="2620"/>
            <ac:spMkLst>
              <pc:docMk/>
              <pc:sldMasterMk cId="1841573427" sldId="2147483671"/>
              <pc:sldLayoutMk cId="2169519892" sldId="2147483678"/>
              <ac:spMk id="8" creationId="{60D09CFE-0528-4D87-8750-B39AD3D87ABF}"/>
            </ac:spMkLst>
          </pc:spChg>
          <pc:spChg chg="mod">
            <ac:chgData name="Mandy Lin - Freedom Systems" userId="24f92fdd-367a-40f1-ad9b-8db5b9467043" providerId="ADAL" clId="{5BF1F43A-1D68-4CA2-A42C-4398AE189845}" dt="2021-10-01T07:28:10.700" v="2620"/>
            <ac:spMkLst>
              <pc:docMk/>
              <pc:sldMasterMk cId="1841573427" sldId="2147483671"/>
              <pc:sldLayoutMk cId="2169519892" sldId="2147483678"/>
              <ac:spMk id="9" creationId="{E8F4ACF4-17F1-4A02-9CF5-128265B0C52F}"/>
            </ac:spMkLst>
          </pc:spChg>
          <pc:spChg chg="mod">
            <ac:chgData name="Mandy Lin - Freedom Systems" userId="24f92fdd-367a-40f1-ad9b-8db5b9467043" providerId="ADAL" clId="{5BF1F43A-1D68-4CA2-A42C-4398AE189845}" dt="2021-10-01T07:28:10.700" v="2620"/>
            <ac:spMkLst>
              <pc:docMk/>
              <pc:sldMasterMk cId="1841573427" sldId="2147483671"/>
              <pc:sldLayoutMk cId="2169519892" sldId="2147483678"/>
              <ac:spMk id="10" creationId="{BEA17E59-E1DC-4EC1-BF8A-78B5A6D8A8E1}"/>
            </ac:spMkLst>
          </pc:spChg>
          <pc:spChg chg="add mod">
            <ac:chgData name="Mandy Lin - Freedom Systems" userId="24f92fdd-367a-40f1-ad9b-8db5b9467043" providerId="ADAL" clId="{5BF1F43A-1D68-4CA2-A42C-4398AE189845}" dt="2021-10-01T07:29:05.072" v="2629" actId="14100"/>
            <ac:spMkLst>
              <pc:docMk/>
              <pc:sldMasterMk cId="1841573427" sldId="2147483671"/>
              <pc:sldLayoutMk cId="2169519892" sldId="2147483678"/>
              <ac:spMk id="11" creationId="{433D8032-9864-4FDF-BBD6-951850A3387C}"/>
            </ac:spMkLst>
          </pc:spChg>
          <pc:grpChg chg="add mod">
            <ac:chgData name="Mandy Lin - Freedom Systems" userId="24f92fdd-367a-40f1-ad9b-8db5b9467043" providerId="ADAL" clId="{5BF1F43A-1D68-4CA2-A42C-4398AE189845}" dt="2021-10-01T07:28:10.700" v="2620"/>
            <ac:grpSpMkLst>
              <pc:docMk/>
              <pc:sldMasterMk cId="1841573427" sldId="2147483671"/>
              <pc:sldLayoutMk cId="2169519892" sldId="2147483678"/>
              <ac:grpSpMk id="5" creationId="{26CD365A-FF53-4C2B-A251-A7E337C98033}"/>
            </ac:grpSpMkLst>
          </pc:grpChg>
        </pc:sldLayoutChg>
        <pc:sldLayoutChg chg="addSp delSp modSp new mod ord replId">
          <pc:chgData name="Mandy Lin - Freedom Systems" userId="24f92fdd-367a-40f1-ad9b-8db5b9467043" providerId="ADAL" clId="{5BF1F43A-1D68-4CA2-A42C-4398AE189845}" dt="2021-10-19T05:53:39.288" v="4384" actId="242"/>
          <pc:sldLayoutMkLst>
            <pc:docMk/>
            <pc:sldMasterMk cId="1841573427" sldId="2147483671"/>
            <pc:sldLayoutMk cId="1101085239" sldId="2147483679"/>
          </pc:sldLayoutMkLst>
          <pc:spChg chg="mod">
            <ac:chgData name="Mandy Lin - Freedom Systems" userId="24f92fdd-367a-40f1-ad9b-8db5b9467043" providerId="ADAL" clId="{5BF1F43A-1D68-4CA2-A42C-4398AE189845}" dt="2021-10-01T06:14:40.625" v="1808"/>
            <ac:spMkLst>
              <pc:docMk/>
              <pc:sldMasterMk cId="1841573427" sldId="2147483671"/>
              <pc:sldLayoutMk cId="1101085239" sldId="2147483679"/>
              <ac:spMk id="2" creationId="{619B1EF0-CC58-483E-BFE2-6244E30E9060}"/>
            </ac:spMkLst>
          </pc:spChg>
          <pc:spChg chg="mod">
            <ac:chgData name="Mandy Lin - Freedom Systems" userId="24f92fdd-367a-40f1-ad9b-8db5b9467043" providerId="ADAL" clId="{5BF1F43A-1D68-4CA2-A42C-4398AE189845}" dt="2021-10-19T05:53:39.288" v="4384" actId="242"/>
            <ac:spMkLst>
              <pc:docMk/>
              <pc:sldMasterMk cId="1841573427" sldId="2147483671"/>
              <pc:sldLayoutMk cId="1101085239" sldId="2147483679"/>
              <ac:spMk id="3" creationId="{C6C3E457-62FB-47E1-9F81-02A3A901B676}"/>
            </ac:spMkLst>
          </pc:spChg>
          <pc:spChg chg="mod">
            <ac:chgData name="Mandy Lin - Freedom Systems" userId="24f92fdd-367a-40f1-ad9b-8db5b9467043" providerId="ADAL" clId="{5BF1F43A-1D68-4CA2-A42C-4398AE189845}" dt="2021-10-04T01:12:11.210" v="4257" actId="404"/>
            <ac:spMkLst>
              <pc:docMk/>
              <pc:sldMasterMk cId="1841573427" sldId="2147483671"/>
              <pc:sldLayoutMk cId="1101085239" sldId="2147483679"/>
              <ac:spMk id="4" creationId="{63BEFFF5-681B-4FC4-9CC4-DE82A9F1DBBA}"/>
            </ac:spMkLst>
          </pc:spChg>
          <pc:spChg chg="add del">
            <ac:chgData name="Mandy Lin - Freedom Systems" userId="24f92fdd-367a-40f1-ad9b-8db5b9467043" providerId="ADAL" clId="{5BF1F43A-1D68-4CA2-A42C-4398AE189845}" dt="2021-10-01T05:35:42.520" v="1639" actId="478"/>
            <ac:spMkLst>
              <pc:docMk/>
              <pc:sldMasterMk cId="1841573427" sldId="2147483671"/>
              <pc:sldLayoutMk cId="1101085239" sldId="2147483679"/>
              <ac:spMk id="5" creationId="{175676A2-44C7-4B5D-8996-4033EC8F13D7}"/>
            </ac:spMkLst>
          </pc:spChg>
        </pc:sldLayoutChg>
        <pc:sldLayoutChg chg="addSp delSp modSp new mod ord replId">
          <pc:chgData name="Mandy Lin - Freedom Systems" userId="24f92fdd-367a-40f1-ad9b-8db5b9467043" providerId="ADAL" clId="{5BF1F43A-1D68-4CA2-A42C-4398AE189845}" dt="2021-10-19T06:32:44.101" v="4578" actId="1076"/>
          <pc:sldLayoutMkLst>
            <pc:docMk/>
            <pc:sldMasterMk cId="1841573427" sldId="2147483671"/>
            <pc:sldLayoutMk cId="4281019778" sldId="2147483680"/>
          </pc:sldLayoutMkLst>
          <pc:spChg chg="mod">
            <ac:chgData name="Mandy Lin - Freedom Systems" userId="24f92fdd-367a-40f1-ad9b-8db5b9467043" providerId="ADAL" clId="{5BF1F43A-1D68-4CA2-A42C-4398AE189845}" dt="2021-10-01T09:31:34.106" v="2959" actId="207"/>
            <ac:spMkLst>
              <pc:docMk/>
              <pc:sldMasterMk cId="1841573427" sldId="2147483671"/>
              <pc:sldLayoutMk cId="4281019778" sldId="2147483680"/>
              <ac:spMk id="2" creationId="{3FC8900C-8AB0-45E4-86F4-A231426C25B8}"/>
            </ac:spMkLst>
          </pc:spChg>
          <pc:spChg chg="mod">
            <ac:chgData name="Mandy Lin - Freedom Systems" userId="24f92fdd-367a-40f1-ad9b-8db5b9467043" providerId="ADAL" clId="{5BF1F43A-1D68-4CA2-A42C-4398AE189845}" dt="2021-10-04T01:12:20.750" v="4259" actId="404"/>
            <ac:spMkLst>
              <pc:docMk/>
              <pc:sldMasterMk cId="1841573427" sldId="2147483671"/>
              <pc:sldLayoutMk cId="4281019778" sldId="2147483680"/>
              <ac:spMk id="3" creationId="{8B8804F1-845B-441E-94FA-5D3FD8278839}"/>
            </ac:spMkLst>
          </pc:spChg>
          <pc:spChg chg="mod">
            <ac:chgData name="Mandy Lin - Freedom Systems" userId="24f92fdd-367a-40f1-ad9b-8db5b9467043" providerId="ADAL" clId="{5BF1F43A-1D68-4CA2-A42C-4398AE189845}" dt="2021-10-03T15:53:34.092" v="3930" actId="403"/>
            <ac:spMkLst>
              <pc:docMk/>
              <pc:sldMasterMk cId="1841573427" sldId="2147483671"/>
              <pc:sldLayoutMk cId="4281019778" sldId="2147483680"/>
              <ac:spMk id="4" creationId="{49FC82EF-0507-4D67-BB36-B4DA22CCA842}"/>
            </ac:spMkLst>
          </pc:spChg>
          <pc:spChg chg="del">
            <ac:chgData name="Mandy Lin - Freedom Systems" userId="24f92fdd-367a-40f1-ad9b-8db5b9467043" providerId="ADAL" clId="{5BF1F43A-1D68-4CA2-A42C-4398AE189845}" dt="2021-10-01T05:35:45.538" v="1640" actId="478"/>
            <ac:spMkLst>
              <pc:docMk/>
              <pc:sldMasterMk cId="1841573427" sldId="2147483671"/>
              <pc:sldLayoutMk cId="4281019778" sldId="2147483680"/>
              <ac:spMk id="5" creationId="{EB367B41-0FA6-41CD-AE30-45C75AB68D9B}"/>
            </ac:spMkLst>
          </pc:spChg>
          <pc:spChg chg="add mod ord">
            <ac:chgData name="Mandy Lin - Freedom Systems" userId="24f92fdd-367a-40f1-ad9b-8db5b9467043" providerId="ADAL" clId="{5BF1F43A-1D68-4CA2-A42C-4398AE189845}" dt="2021-10-01T09:31:25.715" v="2958" actId="167"/>
            <ac:spMkLst>
              <pc:docMk/>
              <pc:sldMasterMk cId="1841573427" sldId="2147483671"/>
              <pc:sldLayoutMk cId="4281019778" sldId="2147483680"/>
              <ac:spMk id="8" creationId="{38BB82B1-2109-48FB-9794-B073ABB2CEC9}"/>
            </ac:spMkLst>
          </pc:spChg>
          <pc:spChg chg="add mod ord">
            <ac:chgData name="Mandy Lin - Freedom Systems" userId="24f92fdd-367a-40f1-ad9b-8db5b9467043" providerId="ADAL" clId="{5BF1F43A-1D68-4CA2-A42C-4398AE189845}" dt="2021-10-01T09:32:13.728" v="2964" actId="167"/>
            <ac:spMkLst>
              <pc:docMk/>
              <pc:sldMasterMk cId="1841573427" sldId="2147483671"/>
              <pc:sldLayoutMk cId="4281019778" sldId="2147483680"/>
              <ac:spMk id="9" creationId="{B6B03441-99A4-4A1D-A35A-8C3F5A70E9A9}"/>
            </ac:spMkLst>
          </pc:spChg>
          <pc:spChg chg="mod">
            <ac:chgData name="Mandy Lin - Freedom Systems" userId="24f92fdd-367a-40f1-ad9b-8db5b9467043" providerId="ADAL" clId="{5BF1F43A-1D68-4CA2-A42C-4398AE189845}" dt="2021-10-19T06:32:44.101" v="4578" actId="1076"/>
            <ac:spMkLst>
              <pc:docMk/>
              <pc:sldMasterMk cId="1841573427" sldId="2147483671"/>
              <pc:sldLayoutMk cId="4281019778" sldId="2147483680"/>
              <ac:spMk id="11" creationId="{A35C9ECC-9289-4C4B-B8C0-D31FB48651F8}"/>
            </ac:spMkLst>
          </pc:spChg>
          <pc:picChg chg="add mod">
            <ac:chgData name="Mandy Lin - Freedom Systems" userId="24f92fdd-367a-40f1-ad9b-8db5b9467043" providerId="ADAL" clId="{5BF1F43A-1D68-4CA2-A42C-4398AE189845}" dt="2021-10-01T09:33:26.526" v="2971" actId="1076"/>
            <ac:picMkLst>
              <pc:docMk/>
              <pc:sldMasterMk cId="1841573427" sldId="2147483671"/>
              <pc:sldLayoutMk cId="4281019778" sldId="2147483680"/>
              <ac:picMk id="10" creationId="{8AD02DB8-1D51-4FBC-BDD5-BDC0C57944CC}"/>
            </ac:picMkLst>
          </pc:picChg>
        </pc:sldLayoutChg>
        <pc:sldLayoutChg chg="delSp new del mod replId">
          <pc:chgData name="Mandy Lin - Freedom Systems" userId="24f92fdd-367a-40f1-ad9b-8db5b9467043" providerId="ADAL" clId="{5BF1F43A-1D68-4CA2-A42C-4398AE189845}" dt="2021-10-01T06:13:15.397" v="1751" actId="2696"/>
          <pc:sldLayoutMkLst>
            <pc:docMk/>
            <pc:sldMasterMk cId="1841573427" sldId="2147483671"/>
            <pc:sldLayoutMk cId="1619457626" sldId="2147483681"/>
          </pc:sldLayoutMkLst>
          <pc:spChg chg="del">
            <ac:chgData name="Mandy Lin - Freedom Systems" userId="24f92fdd-367a-40f1-ad9b-8db5b9467043" providerId="ADAL" clId="{5BF1F43A-1D68-4CA2-A42C-4398AE189845}" dt="2021-10-01T05:35:47.439" v="1641" actId="478"/>
            <ac:spMkLst>
              <pc:docMk/>
              <pc:sldMasterMk cId="1841573427" sldId="2147483671"/>
              <pc:sldLayoutMk cId="1619457626" sldId="2147483681"/>
              <ac:spMk id="4" creationId="{890943C1-E452-4728-B175-4A33A2553B25}"/>
            </ac:spMkLst>
          </pc:spChg>
        </pc:sldLayoutChg>
        <pc:sldLayoutChg chg="delSp new del mod replId">
          <pc:chgData name="Mandy Lin - Freedom Systems" userId="24f92fdd-367a-40f1-ad9b-8db5b9467043" providerId="ADAL" clId="{5BF1F43A-1D68-4CA2-A42C-4398AE189845}" dt="2021-10-01T06:13:14.218" v="1750" actId="2696"/>
          <pc:sldLayoutMkLst>
            <pc:docMk/>
            <pc:sldMasterMk cId="1841573427" sldId="2147483671"/>
            <pc:sldLayoutMk cId="927078509" sldId="2147483682"/>
          </pc:sldLayoutMkLst>
          <pc:spChg chg="del">
            <ac:chgData name="Mandy Lin - Freedom Systems" userId="24f92fdd-367a-40f1-ad9b-8db5b9467043" providerId="ADAL" clId="{5BF1F43A-1D68-4CA2-A42C-4398AE189845}" dt="2021-10-01T05:35:49.460" v="1642" actId="478"/>
            <ac:spMkLst>
              <pc:docMk/>
              <pc:sldMasterMk cId="1841573427" sldId="2147483671"/>
              <pc:sldLayoutMk cId="927078509" sldId="2147483682"/>
              <ac:spMk id="4" creationId="{7C66E664-B697-4904-9577-439425C5CA33}"/>
            </ac:spMkLst>
          </pc:spChg>
        </pc:sldLayoutChg>
        <pc:sldLayoutChg chg="addSp delSp modSp add mod ord replId modTransition">
          <pc:chgData name="Mandy Lin - Freedom Systems" userId="24f92fdd-367a-40f1-ad9b-8db5b9467043" providerId="ADAL" clId="{5BF1F43A-1D68-4CA2-A42C-4398AE189845}" dt="2021-10-03T15:59:21.297" v="3976" actId="478"/>
          <pc:sldLayoutMkLst>
            <pc:docMk/>
            <pc:sldMasterMk cId="1841573427" sldId="2147483671"/>
            <pc:sldLayoutMk cId="2918552494" sldId="2147483695"/>
          </pc:sldLayoutMkLst>
          <pc:spChg chg="del">
            <ac:chgData name="Mandy Lin - Freedom Systems" userId="24f92fdd-367a-40f1-ad9b-8db5b9467043" providerId="ADAL" clId="{5BF1F43A-1D68-4CA2-A42C-4398AE189845}" dt="2021-10-01T02:30:31.510" v="1006" actId="478"/>
            <ac:spMkLst>
              <pc:docMk/>
              <pc:sldMasterMk cId="1841573427" sldId="2147483671"/>
              <pc:sldLayoutMk cId="2918552494" sldId="2147483695"/>
              <ac:spMk id="2" creationId="{AB88CD74-21D2-4C00-94C2-D1119C4E22AD}"/>
            </ac:spMkLst>
          </pc:spChg>
          <pc:spChg chg="del">
            <ac:chgData name="Mandy Lin - Freedom Systems" userId="24f92fdd-367a-40f1-ad9b-8db5b9467043" providerId="ADAL" clId="{5BF1F43A-1D68-4CA2-A42C-4398AE189845}" dt="2021-10-01T02:30:33.949" v="1008" actId="478"/>
            <ac:spMkLst>
              <pc:docMk/>
              <pc:sldMasterMk cId="1841573427" sldId="2147483671"/>
              <pc:sldLayoutMk cId="2918552494" sldId="2147483695"/>
              <ac:spMk id="3" creationId="{671C35E2-4E8E-43F7-ACBB-F369005DC7C3}"/>
            </ac:spMkLst>
          </pc:spChg>
          <pc:spChg chg="del">
            <ac:chgData name="Mandy Lin - Freedom Systems" userId="24f92fdd-367a-40f1-ad9b-8db5b9467043" providerId="ADAL" clId="{5BF1F43A-1D68-4CA2-A42C-4398AE189845}" dt="2021-10-01T02:30:32.629" v="1007" actId="478"/>
            <ac:spMkLst>
              <pc:docMk/>
              <pc:sldMasterMk cId="1841573427" sldId="2147483671"/>
              <pc:sldLayoutMk cId="2918552494" sldId="2147483695"/>
              <ac:spMk id="4" creationId="{332377DC-CC4B-47F7-A6CC-145B105173DC}"/>
            </ac:spMkLst>
          </pc:spChg>
          <pc:spChg chg="add mod">
            <ac:chgData name="Mandy Lin - Freedom Systems" userId="24f92fdd-367a-40f1-ad9b-8db5b9467043" providerId="ADAL" clId="{5BF1F43A-1D68-4CA2-A42C-4398AE189845}" dt="2021-10-01T02:30:27.984" v="1005"/>
            <ac:spMkLst>
              <pc:docMk/>
              <pc:sldMasterMk cId="1841573427" sldId="2147483671"/>
              <pc:sldLayoutMk cId="2918552494" sldId="2147483695"/>
              <ac:spMk id="5" creationId="{3DBCDDD8-88AD-4E4B-96AD-60A4C50CFCEF}"/>
            </ac:spMkLst>
          </pc:spChg>
          <pc:spChg chg="add mod">
            <ac:chgData name="Mandy Lin - Freedom Systems" userId="24f92fdd-367a-40f1-ad9b-8db5b9467043" providerId="ADAL" clId="{5BF1F43A-1D68-4CA2-A42C-4398AE189845}" dt="2021-10-01T02:34:31.474" v="1058" actId="14100"/>
            <ac:spMkLst>
              <pc:docMk/>
              <pc:sldMasterMk cId="1841573427" sldId="2147483671"/>
              <pc:sldLayoutMk cId="2918552494" sldId="2147483695"/>
              <ac:spMk id="6" creationId="{7A1A55D2-BE31-40B0-95FA-7278007B27DC}"/>
            </ac:spMkLst>
          </pc:spChg>
          <pc:spChg chg="add mod">
            <ac:chgData name="Mandy Lin - Freedom Systems" userId="24f92fdd-367a-40f1-ad9b-8db5b9467043" providerId="ADAL" clId="{5BF1F43A-1D68-4CA2-A42C-4398AE189845}" dt="2021-10-01T02:30:27.984" v="1005"/>
            <ac:spMkLst>
              <pc:docMk/>
              <pc:sldMasterMk cId="1841573427" sldId="2147483671"/>
              <pc:sldLayoutMk cId="2918552494" sldId="2147483695"/>
              <ac:spMk id="7" creationId="{F2A223F3-07A1-4DA4-AE17-39EBDB0745CB}"/>
            </ac:spMkLst>
          </pc:spChg>
          <pc:spChg chg="add mod">
            <ac:chgData name="Mandy Lin - Freedom Systems" userId="24f92fdd-367a-40f1-ad9b-8db5b9467043" providerId="ADAL" clId="{5BF1F43A-1D68-4CA2-A42C-4398AE189845}" dt="2021-10-01T02:30:27.984" v="1005"/>
            <ac:spMkLst>
              <pc:docMk/>
              <pc:sldMasterMk cId="1841573427" sldId="2147483671"/>
              <pc:sldLayoutMk cId="2918552494" sldId="2147483695"/>
              <ac:spMk id="9" creationId="{2B3C216E-606A-4A59-813E-306CA2AAB1FA}"/>
            </ac:spMkLst>
          </pc:spChg>
          <pc:spChg chg="add mod">
            <ac:chgData name="Mandy Lin - Freedom Systems" userId="24f92fdd-367a-40f1-ad9b-8db5b9467043" providerId="ADAL" clId="{5BF1F43A-1D68-4CA2-A42C-4398AE189845}" dt="2021-10-01T02:30:27.984" v="1005"/>
            <ac:spMkLst>
              <pc:docMk/>
              <pc:sldMasterMk cId="1841573427" sldId="2147483671"/>
              <pc:sldLayoutMk cId="2918552494" sldId="2147483695"/>
              <ac:spMk id="10" creationId="{ADADE632-7AE5-4BEB-97A8-BDDC9D78E519}"/>
            </ac:spMkLst>
          </pc:spChg>
          <pc:spChg chg="add mod">
            <ac:chgData name="Mandy Lin - Freedom Systems" userId="24f92fdd-367a-40f1-ad9b-8db5b9467043" providerId="ADAL" clId="{5BF1F43A-1D68-4CA2-A42C-4398AE189845}" dt="2021-10-01T02:30:27.984" v="1005"/>
            <ac:spMkLst>
              <pc:docMk/>
              <pc:sldMasterMk cId="1841573427" sldId="2147483671"/>
              <pc:sldLayoutMk cId="2918552494" sldId="2147483695"/>
              <ac:spMk id="11" creationId="{18425363-25B6-4913-8F63-1074E9109A6F}"/>
            </ac:spMkLst>
          </pc:spChg>
          <pc:spChg chg="add del mod">
            <ac:chgData name="Mandy Lin - Freedom Systems" userId="24f92fdd-367a-40f1-ad9b-8db5b9467043" providerId="ADAL" clId="{5BF1F43A-1D68-4CA2-A42C-4398AE189845}" dt="2021-10-01T02:34:26.342" v="1057" actId="478"/>
            <ac:spMkLst>
              <pc:docMk/>
              <pc:sldMasterMk cId="1841573427" sldId="2147483671"/>
              <pc:sldLayoutMk cId="2918552494" sldId="2147483695"/>
              <ac:spMk id="12" creationId="{FC99363C-BA1D-449F-A54B-15CC7905F808}"/>
            </ac:spMkLst>
          </pc:spChg>
          <pc:spChg chg="add mod ord">
            <ac:chgData name="Mandy Lin - Freedom Systems" userId="24f92fdd-367a-40f1-ad9b-8db5b9467043" providerId="ADAL" clId="{5BF1F43A-1D68-4CA2-A42C-4398AE189845}" dt="2021-10-01T07:03:39.781" v="2411" actId="1076"/>
            <ac:spMkLst>
              <pc:docMk/>
              <pc:sldMasterMk cId="1841573427" sldId="2147483671"/>
              <pc:sldLayoutMk cId="2918552494" sldId="2147483695"/>
              <ac:spMk id="13" creationId="{3FBECB0B-7B8B-4055-BB7A-38C713A2351F}"/>
            </ac:spMkLst>
          </pc:spChg>
          <pc:spChg chg="add mod ord">
            <ac:chgData name="Mandy Lin - Freedom Systems" userId="24f92fdd-367a-40f1-ad9b-8db5b9467043" providerId="ADAL" clId="{5BF1F43A-1D68-4CA2-A42C-4398AE189845}" dt="2021-10-01T02:30:59.712" v="1015" actId="167"/>
            <ac:spMkLst>
              <pc:docMk/>
              <pc:sldMasterMk cId="1841573427" sldId="2147483671"/>
              <pc:sldLayoutMk cId="2918552494" sldId="2147483695"/>
              <ac:spMk id="14" creationId="{6B63BC65-2C6F-4FA3-9746-94DCBABF65D9}"/>
            </ac:spMkLst>
          </pc:spChg>
          <pc:picChg chg="add mod">
            <ac:chgData name="Mandy Lin - Freedom Systems" userId="24f92fdd-367a-40f1-ad9b-8db5b9467043" providerId="ADAL" clId="{5BF1F43A-1D68-4CA2-A42C-4398AE189845}" dt="2021-10-01T02:30:27.984" v="1005"/>
            <ac:picMkLst>
              <pc:docMk/>
              <pc:sldMasterMk cId="1841573427" sldId="2147483671"/>
              <pc:sldLayoutMk cId="2918552494" sldId="2147483695"/>
              <ac:picMk id="8" creationId="{7991CEDD-0FEE-4C59-9970-B2E02037D647}"/>
            </ac:picMkLst>
          </pc:picChg>
          <pc:picChg chg="add del mod">
            <ac:chgData name="Mandy Lin - Freedom Systems" userId="24f92fdd-367a-40f1-ad9b-8db5b9467043" providerId="ADAL" clId="{5BF1F43A-1D68-4CA2-A42C-4398AE189845}" dt="2021-10-03T15:59:21.297" v="3976" actId="478"/>
            <ac:picMkLst>
              <pc:docMk/>
              <pc:sldMasterMk cId="1841573427" sldId="2147483671"/>
              <pc:sldLayoutMk cId="2918552494" sldId="2147483695"/>
              <ac:picMk id="12" creationId="{E76CBA12-0E32-4353-B0CA-3D7C7DE79515}"/>
            </ac:picMkLst>
          </pc:picChg>
        </pc:sldLayoutChg>
        <pc:sldLayoutChg chg="addSp modSp mod ord modTransition">
          <pc:chgData name="Mandy Lin - Freedom Systems" userId="24f92fdd-367a-40f1-ad9b-8db5b9467043" providerId="ADAL" clId="{5BF1F43A-1D68-4CA2-A42C-4398AE189845}" dt="2021-10-04T01:14:31.355" v="4271" actId="14100"/>
          <pc:sldLayoutMkLst>
            <pc:docMk/>
            <pc:sldMasterMk cId="1841573427" sldId="2147483671"/>
            <pc:sldLayoutMk cId="1897957687" sldId="2147483696"/>
          </pc:sldLayoutMkLst>
          <pc:spChg chg="mod">
            <ac:chgData name="Mandy Lin - Freedom Systems" userId="24f92fdd-367a-40f1-ad9b-8db5b9467043" providerId="ADAL" clId="{5BF1F43A-1D68-4CA2-A42C-4398AE189845}" dt="2021-10-04T01:14:31.355" v="4271" actId="14100"/>
            <ac:spMkLst>
              <pc:docMk/>
              <pc:sldMasterMk cId="1841573427" sldId="2147483671"/>
              <pc:sldLayoutMk cId="1897957687" sldId="2147483696"/>
              <ac:spMk id="2" creationId="{39E5C076-3B78-4451-8068-576892A08E9C}"/>
            </ac:spMkLst>
          </pc:spChg>
          <pc:spChg chg="mod">
            <ac:chgData name="Mandy Lin - Freedom Systems" userId="24f92fdd-367a-40f1-ad9b-8db5b9467043" providerId="ADAL" clId="{5BF1F43A-1D68-4CA2-A42C-4398AE189845}" dt="2021-10-04T01:14:31.355" v="4271" actId="14100"/>
            <ac:spMkLst>
              <pc:docMk/>
              <pc:sldMasterMk cId="1841573427" sldId="2147483671"/>
              <pc:sldLayoutMk cId="1897957687" sldId="2147483696"/>
              <ac:spMk id="3" creationId="{A4015781-2431-48C9-AEF1-52FBD41AF3FC}"/>
            </ac:spMkLst>
          </pc:spChg>
          <pc:spChg chg="add mod">
            <ac:chgData name="Mandy Lin - Freedom Systems" userId="24f92fdd-367a-40f1-ad9b-8db5b9467043" providerId="ADAL" clId="{5BF1F43A-1D68-4CA2-A42C-4398AE189845}" dt="2021-10-01T06:19:19.638" v="1827"/>
            <ac:spMkLst>
              <pc:docMk/>
              <pc:sldMasterMk cId="1841573427" sldId="2147483671"/>
              <pc:sldLayoutMk cId="1897957687" sldId="2147483696"/>
              <ac:spMk id="7" creationId="{6E420C6F-DCA4-4349-A528-7A584223F1DA}"/>
            </ac:spMkLst>
          </pc:spChg>
          <pc:spChg chg="add mod">
            <ac:chgData name="Mandy Lin - Freedom Systems" userId="24f92fdd-367a-40f1-ad9b-8db5b9467043" providerId="ADAL" clId="{5BF1F43A-1D68-4CA2-A42C-4398AE189845}" dt="2021-10-01T06:19:25.261" v="1829"/>
            <ac:spMkLst>
              <pc:docMk/>
              <pc:sldMasterMk cId="1841573427" sldId="2147483671"/>
              <pc:sldLayoutMk cId="1897957687" sldId="2147483696"/>
              <ac:spMk id="8" creationId="{47DF8411-D2CB-4D9A-9A17-4505D0FE922B}"/>
            </ac:spMkLst>
          </pc:spChg>
          <pc:cxnChg chg="mod">
            <ac:chgData name="Mandy Lin - Freedom Systems" userId="24f92fdd-367a-40f1-ad9b-8db5b9467043" providerId="ADAL" clId="{5BF1F43A-1D68-4CA2-A42C-4398AE189845}" dt="2021-10-01T06:07:37.735" v="1698" actId="208"/>
            <ac:cxnSpMkLst>
              <pc:docMk/>
              <pc:sldMasterMk cId="1841573427" sldId="2147483671"/>
              <pc:sldLayoutMk cId="1897957687" sldId="2147483696"/>
              <ac:cxnSpMk id="5" creationId="{C35867F2-3994-4092-B53B-5792FEE69887}"/>
            </ac:cxnSpMkLst>
          </pc:cxnChg>
        </pc:sldLayoutChg>
        <pc:sldLayoutChg chg="modTransition">
          <pc:chgData name="Mandy Lin - Freedom Systems" userId="24f92fdd-367a-40f1-ad9b-8db5b9467043" providerId="ADAL" clId="{5BF1F43A-1D68-4CA2-A42C-4398AE189845}" dt="2021-10-01T06:05:47.161" v="1694"/>
          <pc:sldLayoutMkLst>
            <pc:docMk/>
            <pc:sldMasterMk cId="1841573427" sldId="2147483671"/>
            <pc:sldLayoutMk cId="3807586776" sldId="2147483696"/>
          </pc:sldLayoutMkLst>
        </pc:sldLayoutChg>
        <pc:sldLayoutChg chg="addSp modSp add mod ord modTransition">
          <pc:chgData name="Mandy Lin - Freedom Systems" userId="24f92fdd-367a-40f1-ad9b-8db5b9467043" providerId="ADAL" clId="{5BF1F43A-1D68-4CA2-A42C-4398AE189845}" dt="2021-10-01T07:28:40.905" v="2623" actId="20578"/>
          <pc:sldLayoutMkLst>
            <pc:docMk/>
            <pc:sldMasterMk cId="1841573427" sldId="2147483671"/>
            <pc:sldLayoutMk cId="475513162" sldId="2147483697"/>
          </pc:sldLayoutMkLst>
          <pc:spChg chg="add mod">
            <ac:chgData name="Mandy Lin - Freedom Systems" userId="24f92fdd-367a-40f1-ad9b-8db5b9467043" providerId="ADAL" clId="{5BF1F43A-1D68-4CA2-A42C-4398AE189845}" dt="2021-10-01T06:16:57.643" v="1813" actId="2085"/>
            <ac:spMkLst>
              <pc:docMk/>
              <pc:sldMasterMk cId="1841573427" sldId="2147483671"/>
              <pc:sldLayoutMk cId="475513162" sldId="2147483697"/>
              <ac:spMk id="2" creationId="{F49DE550-5602-439F-841F-3A2BDFD0034F}"/>
            </ac:spMkLst>
          </pc:spChg>
          <pc:spChg chg="mod ord">
            <ac:chgData name="Mandy Lin - Freedom Systems" userId="24f92fdd-367a-40f1-ad9b-8db5b9467043" providerId="ADAL" clId="{5BF1F43A-1D68-4CA2-A42C-4398AE189845}" dt="2021-10-01T06:17:57.704" v="1821" actId="242"/>
            <ac:spMkLst>
              <pc:docMk/>
              <pc:sldMasterMk cId="1841573427" sldId="2147483671"/>
              <pc:sldLayoutMk cId="475513162" sldId="2147483697"/>
              <ac:spMk id="3" creationId="{671C35E2-4E8E-43F7-ACBB-F369005DC7C3}"/>
            </ac:spMkLst>
          </pc:spChg>
          <pc:picChg chg="add mod">
            <ac:chgData name="Mandy Lin - Freedom Systems" userId="24f92fdd-367a-40f1-ad9b-8db5b9467043" providerId="ADAL" clId="{5BF1F43A-1D68-4CA2-A42C-4398AE189845}" dt="2021-10-01T06:18:04.435" v="1822" actId="1076"/>
            <ac:picMkLst>
              <pc:docMk/>
              <pc:sldMasterMk cId="1841573427" sldId="2147483671"/>
              <pc:sldLayoutMk cId="475513162" sldId="2147483697"/>
              <ac:picMk id="6" creationId="{9597ED06-6883-4BFF-A0B6-4E08561CF81B}"/>
            </ac:picMkLst>
          </pc:picChg>
        </pc:sldLayoutChg>
        <pc:sldLayoutChg chg="addSp delSp modSp mod ord modTransition">
          <pc:chgData name="Mandy Lin - Freedom Systems" userId="24f92fdd-367a-40f1-ad9b-8db5b9467043" providerId="ADAL" clId="{5BF1F43A-1D68-4CA2-A42C-4398AE189845}" dt="2021-10-06T06:10:35.573" v="4304"/>
          <pc:sldLayoutMkLst>
            <pc:docMk/>
            <pc:sldMasterMk cId="1841573427" sldId="2147483671"/>
            <pc:sldLayoutMk cId="548429389" sldId="2147483698"/>
          </pc:sldLayoutMkLst>
          <pc:spChg chg="del">
            <ac:chgData name="Mandy Lin - Freedom Systems" userId="24f92fdd-367a-40f1-ad9b-8db5b9467043" providerId="ADAL" clId="{5BF1F43A-1D68-4CA2-A42C-4398AE189845}" dt="2021-10-01T06:19:31.143" v="1831" actId="478"/>
            <ac:spMkLst>
              <pc:docMk/>
              <pc:sldMasterMk cId="1841573427" sldId="2147483671"/>
              <pc:sldLayoutMk cId="548429389" sldId="2147483698"/>
              <ac:spMk id="2" creationId="{00000000-0000-0000-0000-000000000000}"/>
            </ac:spMkLst>
          </pc:spChg>
          <pc:spChg chg="mod">
            <ac:chgData name="Mandy Lin - Freedom Systems" userId="24f92fdd-367a-40f1-ad9b-8db5b9467043" providerId="ADAL" clId="{5BF1F43A-1D68-4CA2-A42C-4398AE189845}" dt="2021-10-03T15:54:54.715" v="3935" actId="403"/>
            <ac:spMkLst>
              <pc:docMk/>
              <pc:sldMasterMk cId="1841573427" sldId="2147483671"/>
              <pc:sldLayoutMk cId="548429389" sldId="2147483698"/>
              <ac:spMk id="5" creationId="{00000000-0000-0000-0000-000000000000}"/>
            </ac:spMkLst>
          </pc:spChg>
          <pc:spChg chg="mod">
            <ac:chgData name="Mandy Lin - Freedom Systems" userId="24f92fdd-367a-40f1-ad9b-8db5b9467043" providerId="ADAL" clId="{5BF1F43A-1D68-4CA2-A42C-4398AE189845}" dt="2021-10-03T15:55:01.341" v="3937" actId="403"/>
            <ac:spMkLst>
              <pc:docMk/>
              <pc:sldMasterMk cId="1841573427" sldId="2147483671"/>
              <pc:sldLayoutMk cId="548429389" sldId="2147483698"/>
              <ac:spMk id="10" creationId="{00000000-0000-0000-0000-000000000000}"/>
            </ac:spMkLst>
          </pc:spChg>
          <pc:spChg chg="add mod">
            <ac:chgData name="Mandy Lin - Freedom Systems" userId="24f92fdd-367a-40f1-ad9b-8db5b9467043" providerId="ADAL" clId="{5BF1F43A-1D68-4CA2-A42C-4398AE189845}" dt="2021-10-01T06:19:21.023" v="1828"/>
            <ac:spMkLst>
              <pc:docMk/>
              <pc:sldMasterMk cId="1841573427" sldId="2147483671"/>
              <pc:sldLayoutMk cId="548429389" sldId="2147483698"/>
              <ac:spMk id="11" creationId="{FA59A04D-C60A-4BDD-A230-2E9E7BC55703}"/>
            </ac:spMkLst>
          </pc:spChg>
          <pc:spChg chg="del">
            <ac:chgData name="Mandy Lin - Freedom Systems" userId="24f92fdd-367a-40f1-ad9b-8db5b9467043" providerId="ADAL" clId="{5BF1F43A-1D68-4CA2-A42C-4398AE189845}" dt="2021-10-01T06:19:12.772" v="1826" actId="478"/>
            <ac:spMkLst>
              <pc:docMk/>
              <pc:sldMasterMk cId="1841573427" sldId="2147483671"/>
              <pc:sldLayoutMk cId="548429389" sldId="2147483698"/>
              <ac:spMk id="12" creationId="{CA59C6B7-B917-1840-9DE3-C346678711AC}"/>
            </ac:spMkLst>
          </pc:spChg>
          <pc:spChg chg="add mod">
            <ac:chgData name="Mandy Lin - Freedom Systems" userId="24f92fdd-367a-40f1-ad9b-8db5b9467043" providerId="ADAL" clId="{5BF1F43A-1D68-4CA2-A42C-4398AE189845}" dt="2021-10-06T06:10:34.264" v="4303"/>
            <ac:spMkLst>
              <pc:docMk/>
              <pc:sldMasterMk cId="1841573427" sldId="2147483671"/>
              <pc:sldLayoutMk cId="548429389" sldId="2147483698"/>
              <ac:spMk id="12" creationId="{E7B83DEA-3E43-4BCE-81DD-4CFEBD5073F6}"/>
            </ac:spMkLst>
          </pc:spChg>
          <pc:spChg chg="add mod">
            <ac:chgData name="Mandy Lin - Freedom Systems" userId="24f92fdd-367a-40f1-ad9b-8db5b9467043" providerId="ADAL" clId="{5BF1F43A-1D68-4CA2-A42C-4398AE189845}" dt="2021-10-01T06:19:26.618" v="1830"/>
            <ac:spMkLst>
              <pc:docMk/>
              <pc:sldMasterMk cId="1841573427" sldId="2147483671"/>
              <pc:sldLayoutMk cId="548429389" sldId="2147483698"/>
              <ac:spMk id="13" creationId="{F338C3AC-D5AD-4CFC-989F-26D0F86BB8A4}"/>
            </ac:spMkLst>
          </pc:spChg>
          <pc:spChg chg="add mod">
            <ac:chgData name="Mandy Lin - Freedom Systems" userId="24f92fdd-367a-40f1-ad9b-8db5b9467043" providerId="ADAL" clId="{5BF1F43A-1D68-4CA2-A42C-4398AE189845}" dt="2021-10-01T06:19:38.834" v="1832"/>
            <ac:spMkLst>
              <pc:docMk/>
              <pc:sldMasterMk cId="1841573427" sldId="2147483671"/>
              <pc:sldLayoutMk cId="548429389" sldId="2147483698"/>
              <ac:spMk id="14" creationId="{BEA3115C-1047-41EC-A390-E895A4808213}"/>
            </ac:spMkLst>
          </pc:spChg>
          <pc:spChg chg="add mod">
            <ac:chgData name="Mandy Lin - Freedom Systems" userId="24f92fdd-367a-40f1-ad9b-8db5b9467043" providerId="ADAL" clId="{5BF1F43A-1D68-4CA2-A42C-4398AE189845}" dt="2021-10-01T06:19:38.834" v="1832"/>
            <ac:spMkLst>
              <pc:docMk/>
              <pc:sldMasterMk cId="1841573427" sldId="2147483671"/>
              <pc:sldLayoutMk cId="548429389" sldId="2147483698"/>
              <ac:spMk id="15" creationId="{5F655982-2E7F-4D82-9C6D-4B88F77F0B20}"/>
            </ac:spMkLst>
          </pc:spChg>
          <pc:spChg chg="del mod">
            <ac:chgData name="Mandy Lin - Freedom Systems" userId="24f92fdd-367a-40f1-ad9b-8db5b9467043" providerId="ADAL" clId="{5BF1F43A-1D68-4CA2-A42C-4398AE189845}" dt="2021-10-01T06:27:38.169" v="1875" actId="478"/>
            <ac:spMkLst>
              <pc:docMk/>
              <pc:sldMasterMk cId="1841573427" sldId="2147483671"/>
              <pc:sldLayoutMk cId="548429389" sldId="2147483698"/>
              <ac:spMk id="16" creationId="{00000000-0000-0000-0000-000000000000}"/>
            </ac:spMkLst>
          </pc:spChg>
          <pc:spChg chg="add mod">
            <ac:chgData name="Mandy Lin - Freedom Systems" userId="24f92fdd-367a-40f1-ad9b-8db5b9467043" providerId="ADAL" clId="{5BF1F43A-1D68-4CA2-A42C-4398AE189845}" dt="2021-10-06T06:10:35.573" v="4304"/>
            <ac:spMkLst>
              <pc:docMk/>
              <pc:sldMasterMk cId="1841573427" sldId="2147483671"/>
              <pc:sldLayoutMk cId="548429389" sldId="2147483698"/>
              <ac:spMk id="16" creationId="{501599C9-3DA4-4647-8F1F-B54332F19F15}"/>
            </ac:spMkLst>
          </pc:spChg>
          <pc:spChg chg="add del mod">
            <ac:chgData name="Mandy Lin - Freedom Systems" userId="24f92fdd-367a-40f1-ad9b-8db5b9467043" providerId="ADAL" clId="{5BF1F43A-1D68-4CA2-A42C-4398AE189845}" dt="2021-10-06T06:08:47.137" v="4295" actId="478"/>
            <ac:spMkLst>
              <pc:docMk/>
              <pc:sldMasterMk cId="1841573427" sldId="2147483671"/>
              <pc:sldLayoutMk cId="548429389" sldId="2147483698"/>
              <ac:spMk id="17" creationId="{274F2208-DBFD-4EE7-9D3B-2A36EDDF8E7E}"/>
            </ac:spMkLst>
          </pc:spChg>
          <pc:spChg chg="add del mod">
            <ac:chgData name="Mandy Lin - Freedom Systems" userId="24f92fdd-367a-40f1-ad9b-8db5b9467043" providerId="ADAL" clId="{5BF1F43A-1D68-4CA2-A42C-4398AE189845}" dt="2021-10-01T06:27:48.990" v="1878" actId="478"/>
            <ac:spMkLst>
              <pc:docMk/>
              <pc:sldMasterMk cId="1841573427" sldId="2147483671"/>
              <pc:sldLayoutMk cId="548429389" sldId="2147483698"/>
              <ac:spMk id="18" creationId="{1DAA056E-EE44-484A-949C-18BD740867FE}"/>
            </ac:spMkLst>
          </pc:spChg>
          <pc:spChg chg="add mod">
            <ac:chgData name="Mandy Lin - Freedom Systems" userId="24f92fdd-367a-40f1-ad9b-8db5b9467043" providerId="ADAL" clId="{5BF1F43A-1D68-4CA2-A42C-4398AE189845}" dt="2021-10-06T06:10:32.747" v="4302"/>
            <ac:spMkLst>
              <pc:docMk/>
              <pc:sldMasterMk cId="1841573427" sldId="2147483671"/>
              <pc:sldLayoutMk cId="548429389" sldId="2147483698"/>
              <ac:spMk id="18" creationId="{75CF7FFB-D6D6-4234-87FF-BAD11D858DE0}"/>
            </ac:spMkLst>
          </pc:spChg>
          <pc:spChg chg="add del mod">
            <ac:chgData name="Mandy Lin - Freedom Systems" userId="24f92fdd-367a-40f1-ad9b-8db5b9467043" providerId="ADAL" clId="{5BF1F43A-1D68-4CA2-A42C-4398AE189845}" dt="2021-10-06T06:08:47.137" v="4295" actId="478"/>
            <ac:spMkLst>
              <pc:docMk/>
              <pc:sldMasterMk cId="1841573427" sldId="2147483671"/>
              <pc:sldLayoutMk cId="548429389" sldId="2147483698"/>
              <ac:spMk id="19" creationId="{C945944B-45C8-4748-BBB1-0CD20FDF7997}"/>
            </ac:spMkLst>
          </pc:spChg>
          <pc:spChg chg="add del mod">
            <ac:chgData name="Mandy Lin - Freedom Systems" userId="24f92fdd-367a-40f1-ad9b-8db5b9467043" providerId="ADAL" clId="{5BF1F43A-1D68-4CA2-A42C-4398AE189845}" dt="2021-10-06T06:08:47.137" v="4295" actId="478"/>
            <ac:spMkLst>
              <pc:docMk/>
              <pc:sldMasterMk cId="1841573427" sldId="2147483671"/>
              <pc:sldLayoutMk cId="548429389" sldId="2147483698"/>
              <ac:spMk id="20" creationId="{DB9FC00B-03CA-4B82-8E23-CB0D50434C3D}"/>
            </ac:spMkLst>
          </pc:spChg>
          <pc:spChg chg="del mod">
            <ac:chgData name="Mandy Lin - Freedom Systems" userId="24f92fdd-367a-40f1-ad9b-8db5b9467043" providerId="ADAL" clId="{5BF1F43A-1D68-4CA2-A42C-4398AE189845}" dt="2021-10-01T06:28:00.050" v="1879" actId="478"/>
            <ac:spMkLst>
              <pc:docMk/>
              <pc:sldMasterMk cId="1841573427" sldId="2147483671"/>
              <pc:sldLayoutMk cId="548429389" sldId="2147483698"/>
              <ac:spMk id="25" creationId="{FF38BC9F-387A-498E-A040-4619A490AEDD}"/>
            </ac:spMkLst>
          </pc:spChg>
          <pc:spChg chg="del mod">
            <ac:chgData name="Mandy Lin - Freedom Systems" userId="24f92fdd-367a-40f1-ad9b-8db5b9467043" providerId="ADAL" clId="{5BF1F43A-1D68-4CA2-A42C-4398AE189845}" dt="2021-10-01T06:28:10.730" v="1882" actId="478"/>
            <ac:spMkLst>
              <pc:docMk/>
              <pc:sldMasterMk cId="1841573427" sldId="2147483671"/>
              <pc:sldLayoutMk cId="548429389" sldId="2147483698"/>
              <ac:spMk id="26" creationId="{EEF5E46D-3409-4544-8C4E-211F133E580F}"/>
            </ac:spMkLst>
          </pc:spChg>
          <pc:spChg chg="mod">
            <ac:chgData name="Mandy Lin - Freedom Systems" userId="24f92fdd-367a-40f1-ad9b-8db5b9467043" providerId="ADAL" clId="{5BF1F43A-1D68-4CA2-A42C-4398AE189845}" dt="2021-10-03T15:54:58.132" v="3936" actId="403"/>
            <ac:spMkLst>
              <pc:docMk/>
              <pc:sldMasterMk cId="1841573427" sldId="2147483671"/>
              <pc:sldLayoutMk cId="548429389" sldId="2147483698"/>
              <ac:spMk id="32" creationId="{197742EC-5845-4BB1-84A3-00C1CF89012A}"/>
            </ac:spMkLst>
          </pc:spChg>
        </pc:sldLayoutChg>
        <pc:sldLayoutChg chg="addSp delSp modSp mod ord modTransition">
          <pc:chgData name="Mandy Lin - Freedom Systems" userId="24f92fdd-367a-40f1-ad9b-8db5b9467043" providerId="ADAL" clId="{5BF1F43A-1D68-4CA2-A42C-4398AE189845}" dt="2021-10-06T06:07:58.241" v="4289"/>
          <pc:sldLayoutMkLst>
            <pc:docMk/>
            <pc:sldMasterMk cId="1841573427" sldId="2147483671"/>
            <pc:sldLayoutMk cId="627749412" sldId="2147483699"/>
          </pc:sldLayoutMkLst>
          <pc:spChg chg="del">
            <ac:chgData name="Mandy Lin - Freedom Systems" userId="24f92fdd-367a-40f1-ad9b-8db5b9467043" providerId="ADAL" clId="{5BF1F43A-1D68-4CA2-A42C-4398AE189845}" dt="2021-10-01T06:21:46.070" v="1850" actId="478"/>
            <ac:spMkLst>
              <pc:docMk/>
              <pc:sldMasterMk cId="1841573427" sldId="2147483671"/>
              <pc:sldLayoutMk cId="627749412" sldId="2147483699"/>
              <ac:spMk id="3" creationId="{027DCA08-1117-4B11-AEFD-AAB2B33543F9}"/>
            </ac:spMkLst>
          </pc:spChg>
          <pc:spChg chg="add del mod">
            <ac:chgData name="Mandy Lin - Freedom Systems" userId="24f92fdd-367a-40f1-ad9b-8db5b9467043" providerId="ADAL" clId="{5BF1F43A-1D68-4CA2-A42C-4398AE189845}" dt="2021-10-04T01:15:38.628" v="4275" actId="404"/>
            <ac:spMkLst>
              <pc:docMk/>
              <pc:sldMasterMk cId="1841573427" sldId="2147483671"/>
              <pc:sldLayoutMk cId="627749412" sldId="2147483699"/>
              <ac:spMk id="4" creationId="{AE833B58-0629-4A46-8711-902C16A99314}"/>
            </ac:spMkLst>
          </pc:spChg>
          <pc:spChg chg="add del mod">
            <ac:chgData name="Mandy Lin - Freedom Systems" userId="24f92fdd-367a-40f1-ad9b-8db5b9467043" providerId="ADAL" clId="{5BF1F43A-1D68-4CA2-A42C-4398AE189845}" dt="2021-10-01T06:21:49.303" v="1851" actId="478"/>
            <ac:spMkLst>
              <pc:docMk/>
              <pc:sldMasterMk cId="1841573427" sldId="2147483671"/>
              <pc:sldLayoutMk cId="627749412" sldId="2147483699"/>
              <ac:spMk id="7" creationId="{14782F48-39B8-4A04-8E94-A645EE2EA3D9}"/>
            </ac:spMkLst>
          </pc:spChg>
          <pc:spChg chg="add del mod">
            <ac:chgData name="Mandy Lin - Freedom Systems" userId="24f92fdd-367a-40f1-ad9b-8db5b9467043" providerId="ADAL" clId="{5BF1F43A-1D68-4CA2-A42C-4398AE189845}" dt="2021-10-01T06:21:51.378" v="1852" actId="478"/>
            <ac:spMkLst>
              <pc:docMk/>
              <pc:sldMasterMk cId="1841573427" sldId="2147483671"/>
              <pc:sldLayoutMk cId="627749412" sldId="2147483699"/>
              <ac:spMk id="8" creationId="{46D6F427-5D02-449F-A41B-7EEDF196629B}"/>
            </ac:spMkLst>
          </pc:spChg>
          <pc:spChg chg="del mod">
            <ac:chgData name="Mandy Lin - Freedom Systems" userId="24f92fdd-367a-40f1-ad9b-8db5b9467043" providerId="ADAL" clId="{5BF1F43A-1D68-4CA2-A42C-4398AE189845}" dt="2021-10-06T06:07:56.626" v="4287" actId="478"/>
            <ac:spMkLst>
              <pc:docMk/>
              <pc:sldMasterMk cId="1841573427" sldId="2147483671"/>
              <pc:sldLayoutMk cId="627749412" sldId="2147483699"/>
              <ac:spMk id="9" creationId="{1231301F-62BD-4CF6-8990-CDF00AFC8CCF}"/>
            </ac:spMkLst>
          </pc:spChg>
          <pc:spChg chg="add mod">
            <ac:chgData name="Mandy Lin - Freedom Systems" userId="24f92fdd-367a-40f1-ad9b-8db5b9467043" providerId="ADAL" clId="{5BF1F43A-1D68-4CA2-A42C-4398AE189845}" dt="2021-10-01T06:21:51.648" v="1853"/>
            <ac:spMkLst>
              <pc:docMk/>
              <pc:sldMasterMk cId="1841573427" sldId="2147483671"/>
              <pc:sldLayoutMk cId="627749412" sldId="2147483699"/>
              <ac:spMk id="10" creationId="{9EF80BFB-EC96-448A-B673-006F848ED2EF}"/>
            </ac:spMkLst>
          </pc:spChg>
          <pc:spChg chg="del mod">
            <ac:chgData name="Mandy Lin - Freedom Systems" userId="24f92fdd-367a-40f1-ad9b-8db5b9467043" providerId="ADAL" clId="{5BF1F43A-1D68-4CA2-A42C-4398AE189845}" dt="2021-10-06T06:07:56.986" v="4288" actId="478"/>
            <ac:spMkLst>
              <pc:docMk/>
              <pc:sldMasterMk cId="1841573427" sldId="2147483671"/>
              <pc:sldLayoutMk cId="627749412" sldId="2147483699"/>
              <ac:spMk id="11" creationId="{7223C820-5673-4288-A9D6-185A95066B1E}"/>
            </ac:spMkLst>
          </pc:spChg>
          <pc:spChg chg="add mod">
            <ac:chgData name="Mandy Lin - Freedom Systems" userId="24f92fdd-367a-40f1-ad9b-8db5b9467043" providerId="ADAL" clId="{5BF1F43A-1D68-4CA2-A42C-4398AE189845}" dt="2021-10-01T06:21:51.648" v="1853"/>
            <ac:spMkLst>
              <pc:docMk/>
              <pc:sldMasterMk cId="1841573427" sldId="2147483671"/>
              <pc:sldLayoutMk cId="627749412" sldId="2147483699"/>
              <ac:spMk id="12" creationId="{DCED111E-F1F9-4CA3-A316-AB7A9A18A6B9}"/>
            </ac:spMkLst>
          </pc:spChg>
          <pc:spChg chg="add del mod">
            <ac:chgData name="Mandy Lin - Freedom Systems" userId="24f92fdd-367a-40f1-ad9b-8db5b9467043" providerId="ADAL" clId="{5BF1F43A-1D68-4CA2-A42C-4398AE189845}" dt="2021-10-04T01:15:38.628" v="4275" actId="404"/>
            <ac:spMkLst>
              <pc:docMk/>
              <pc:sldMasterMk cId="1841573427" sldId="2147483671"/>
              <pc:sldLayoutMk cId="627749412" sldId="2147483699"/>
              <ac:spMk id="13" creationId="{05B401B2-8D93-427E-90A4-52337B3965E8}"/>
            </ac:spMkLst>
          </pc:spChg>
          <pc:spChg chg="add mod">
            <ac:chgData name="Mandy Lin - Freedom Systems" userId="24f92fdd-367a-40f1-ad9b-8db5b9467043" providerId="ADAL" clId="{5BF1F43A-1D68-4CA2-A42C-4398AE189845}" dt="2021-10-01T06:22:44.327" v="1857"/>
            <ac:spMkLst>
              <pc:docMk/>
              <pc:sldMasterMk cId="1841573427" sldId="2147483671"/>
              <pc:sldLayoutMk cId="627749412" sldId="2147483699"/>
              <ac:spMk id="14" creationId="{B1C736FD-E821-4D39-87B0-EB1FB7BA2D5E}"/>
            </ac:spMkLst>
          </pc:spChg>
          <pc:spChg chg="add mod">
            <ac:chgData name="Mandy Lin - Freedom Systems" userId="24f92fdd-367a-40f1-ad9b-8db5b9467043" providerId="ADAL" clId="{5BF1F43A-1D68-4CA2-A42C-4398AE189845}" dt="2021-10-01T06:22:44.327" v="1857"/>
            <ac:spMkLst>
              <pc:docMk/>
              <pc:sldMasterMk cId="1841573427" sldId="2147483671"/>
              <pc:sldLayoutMk cId="627749412" sldId="2147483699"/>
              <ac:spMk id="15" creationId="{D993D23C-0443-4F52-BF61-C942F720BECE}"/>
            </ac:spMkLst>
          </pc:spChg>
          <pc:spChg chg="add del mod ord">
            <ac:chgData name="Mandy Lin - Freedom Systems" userId="24f92fdd-367a-40f1-ad9b-8db5b9467043" providerId="ADAL" clId="{5BF1F43A-1D68-4CA2-A42C-4398AE189845}" dt="2021-10-03T15:51:43.450" v="3910"/>
            <ac:spMkLst>
              <pc:docMk/>
              <pc:sldMasterMk cId="1841573427" sldId="2147483671"/>
              <pc:sldLayoutMk cId="627749412" sldId="2147483699"/>
              <ac:spMk id="16" creationId="{65EC9132-ABFD-4B61-A95E-DF6F02821DF4}"/>
            </ac:spMkLst>
          </pc:spChg>
          <pc:spChg chg="add mod">
            <ac:chgData name="Mandy Lin - Freedom Systems" userId="24f92fdd-367a-40f1-ad9b-8db5b9467043" providerId="ADAL" clId="{5BF1F43A-1D68-4CA2-A42C-4398AE189845}" dt="2021-10-06T06:07:58.241" v="4289"/>
            <ac:spMkLst>
              <pc:docMk/>
              <pc:sldMasterMk cId="1841573427" sldId="2147483671"/>
              <pc:sldLayoutMk cId="627749412" sldId="2147483699"/>
              <ac:spMk id="16" creationId="{C18F6919-87FB-4B9F-A68B-3E9E971DA20B}"/>
            </ac:spMkLst>
          </pc:spChg>
          <pc:spChg chg="add mod">
            <ac:chgData name="Mandy Lin - Freedom Systems" userId="24f92fdd-367a-40f1-ad9b-8db5b9467043" providerId="ADAL" clId="{5BF1F43A-1D68-4CA2-A42C-4398AE189845}" dt="2021-10-06T06:07:58.241" v="4289"/>
            <ac:spMkLst>
              <pc:docMk/>
              <pc:sldMasterMk cId="1841573427" sldId="2147483671"/>
              <pc:sldLayoutMk cId="627749412" sldId="2147483699"/>
              <ac:spMk id="17" creationId="{A8FB8EB0-DBE0-4BE9-859B-754B6E133178}"/>
            </ac:spMkLst>
          </pc:spChg>
          <pc:spChg chg="add del mod">
            <ac:chgData name="Mandy Lin - Freedom Systems" userId="24f92fdd-367a-40f1-ad9b-8db5b9467043" providerId="ADAL" clId="{5BF1F43A-1D68-4CA2-A42C-4398AE189845}" dt="2021-10-03T15:51:37.743" v="3903"/>
            <ac:spMkLst>
              <pc:docMk/>
              <pc:sldMasterMk cId="1841573427" sldId="2147483671"/>
              <pc:sldLayoutMk cId="627749412" sldId="2147483699"/>
              <ac:spMk id="17" creationId="{C39ED3EA-2941-4B79-A3DD-AAB0436319B2}"/>
            </ac:spMkLst>
          </pc:spChg>
        </pc:sldLayoutChg>
        <pc:sldLayoutChg chg="addSp delSp modSp mod ord modTransition">
          <pc:chgData name="Mandy Lin - Freedom Systems" userId="24f92fdd-367a-40f1-ad9b-8db5b9467043" providerId="ADAL" clId="{5BF1F43A-1D68-4CA2-A42C-4398AE189845}" dt="2021-10-01T07:29:38.758" v="2632" actId="1036"/>
          <pc:sldLayoutMkLst>
            <pc:docMk/>
            <pc:sldMasterMk cId="1841573427" sldId="2147483671"/>
            <pc:sldLayoutMk cId="1369868174" sldId="2147483700"/>
          </pc:sldLayoutMkLst>
          <pc:spChg chg="mod">
            <ac:chgData name="Mandy Lin - Freedom Systems" userId="24f92fdd-367a-40f1-ad9b-8db5b9467043" providerId="ADAL" clId="{5BF1F43A-1D68-4CA2-A42C-4398AE189845}" dt="2021-10-01T06:29:26.450" v="1889" actId="403"/>
            <ac:spMkLst>
              <pc:docMk/>
              <pc:sldMasterMk cId="1841573427" sldId="2147483671"/>
              <pc:sldLayoutMk cId="1369868174" sldId="2147483700"/>
              <ac:spMk id="3" creationId="{32952E5A-3BE5-4580-872E-DC3A31E8D445}"/>
            </ac:spMkLst>
          </pc:spChg>
          <pc:spChg chg="mod">
            <ac:chgData name="Mandy Lin - Freedom Systems" userId="24f92fdd-367a-40f1-ad9b-8db5b9467043" providerId="ADAL" clId="{5BF1F43A-1D68-4CA2-A42C-4398AE189845}" dt="2021-10-01T07:29:38.758" v="2632" actId="1036"/>
            <ac:spMkLst>
              <pc:docMk/>
              <pc:sldMasterMk cId="1841573427" sldId="2147483671"/>
              <pc:sldLayoutMk cId="1369868174" sldId="2147483700"/>
              <ac:spMk id="4" creationId="{52C923CE-7CB3-4CF0-AAA2-722B1683A109}"/>
            </ac:spMkLst>
          </pc:spChg>
          <pc:spChg chg="add mod">
            <ac:chgData name="Mandy Lin - Freedom Systems" userId="24f92fdd-367a-40f1-ad9b-8db5b9467043" providerId="ADAL" clId="{5BF1F43A-1D68-4CA2-A42C-4398AE189845}" dt="2021-10-01T06:22:43.214" v="1856"/>
            <ac:spMkLst>
              <pc:docMk/>
              <pc:sldMasterMk cId="1841573427" sldId="2147483671"/>
              <pc:sldLayoutMk cId="1369868174" sldId="2147483700"/>
              <ac:spMk id="5" creationId="{EFE5C7CD-2349-47C3-BABA-04E96E815A8C}"/>
            </ac:spMkLst>
          </pc:spChg>
          <pc:spChg chg="add mod">
            <ac:chgData name="Mandy Lin - Freedom Systems" userId="24f92fdd-367a-40f1-ad9b-8db5b9467043" providerId="ADAL" clId="{5BF1F43A-1D68-4CA2-A42C-4398AE189845}" dt="2021-10-01T06:22:43.214" v="1856"/>
            <ac:spMkLst>
              <pc:docMk/>
              <pc:sldMasterMk cId="1841573427" sldId="2147483671"/>
              <pc:sldLayoutMk cId="1369868174" sldId="2147483700"/>
              <ac:spMk id="6" creationId="{73414432-3583-4494-BB21-EFC6F77C5AF6}"/>
            </ac:spMkLst>
          </pc:spChg>
          <pc:spChg chg="add mod">
            <ac:chgData name="Mandy Lin - Freedom Systems" userId="24f92fdd-367a-40f1-ad9b-8db5b9467043" providerId="ADAL" clId="{5BF1F43A-1D68-4CA2-A42C-4398AE189845}" dt="2021-10-01T06:23:03.079" v="1861"/>
            <ac:spMkLst>
              <pc:docMk/>
              <pc:sldMasterMk cId="1841573427" sldId="2147483671"/>
              <pc:sldLayoutMk cId="1369868174" sldId="2147483700"/>
              <ac:spMk id="7" creationId="{3BA05E61-6055-4A0F-8115-C0D255382FE1}"/>
            </ac:spMkLst>
          </pc:spChg>
          <pc:spChg chg="del">
            <ac:chgData name="Mandy Lin - Freedom Systems" userId="24f92fdd-367a-40f1-ad9b-8db5b9467043" providerId="ADAL" clId="{5BF1F43A-1D68-4CA2-A42C-4398AE189845}" dt="2021-10-01T06:23:02.815" v="1860" actId="478"/>
            <ac:spMkLst>
              <pc:docMk/>
              <pc:sldMasterMk cId="1841573427" sldId="2147483671"/>
              <pc:sldLayoutMk cId="1369868174" sldId="2147483700"/>
              <ac:spMk id="8" creationId="{9D883269-C75C-4B87-8CD9-BE4E94E2BFF3}"/>
            </ac:spMkLst>
          </pc:spChg>
          <pc:spChg chg="add mod">
            <ac:chgData name="Mandy Lin - Freedom Systems" userId="24f92fdd-367a-40f1-ad9b-8db5b9467043" providerId="ADAL" clId="{5BF1F43A-1D68-4CA2-A42C-4398AE189845}" dt="2021-10-01T06:23:03.079" v="1861"/>
            <ac:spMkLst>
              <pc:docMk/>
              <pc:sldMasterMk cId="1841573427" sldId="2147483671"/>
              <pc:sldLayoutMk cId="1369868174" sldId="2147483700"/>
              <ac:spMk id="9" creationId="{36A04B8D-DAF8-474B-9285-0C79D59019E5}"/>
            </ac:spMkLst>
          </pc:spChg>
        </pc:sldLayoutChg>
        <pc:sldLayoutChg chg="addSp modSp add mod modTransition">
          <pc:chgData name="Mandy Lin - Freedom Systems" userId="24f92fdd-367a-40f1-ad9b-8db5b9467043" providerId="ADAL" clId="{5BF1F43A-1D68-4CA2-A42C-4398AE189845}" dt="2021-10-01T07:44:03.337" v="2760" actId="14100"/>
          <pc:sldLayoutMkLst>
            <pc:docMk/>
            <pc:sldMasterMk cId="1841573427" sldId="2147483671"/>
            <pc:sldLayoutMk cId="1878925296" sldId="2147483701"/>
          </pc:sldLayoutMkLst>
          <pc:spChg chg="mod">
            <ac:chgData name="Mandy Lin - Freedom Systems" userId="24f92fdd-367a-40f1-ad9b-8db5b9467043" providerId="ADAL" clId="{5BF1F43A-1D68-4CA2-A42C-4398AE189845}" dt="2021-10-01T07:44:03.337" v="2760" actId="14100"/>
            <ac:spMkLst>
              <pc:docMk/>
              <pc:sldMasterMk cId="1841573427" sldId="2147483671"/>
              <pc:sldLayoutMk cId="1878925296" sldId="2147483701"/>
              <ac:spMk id="2" creationId="{3E1EE04D-8E87-432E-BD76-0F9B2438AF67}"/>
            </ac:spMkLst>
          </pc:spChg>
          <pc:spChg chg="add mod ord">
            <ac:chgData name="Mandy Lin - Freedom Systems" userId="24f92fdd-367a-40f1-ad9b-8db5b9467043" providerId="ADAL" clId="{5BF1F43A-1D68-4CA2-A42C-4398AE189845}" dt="2021-10-01T06:40:33.950" v="2103" actId="167"/>
            <ac:spMkLst>
              <pc:docMk/>
              <pc:sldMasterMk cId="1841573427" sldId="2147483671"/>
              <pc:sldLayoutMk cId="1878925296" sldId="2147483701"/>
              <ac:spMk id="9" creationId="{76123915-F892-4D89-ADA8-C7C27A033F77}"/>
            </ac:spMkLst>
          </pc:spChg>
          <pc:picChg chg="add mod">
            <ac:chgData name="Mandy Lin - Freedom Systems" userId="24f92fdd-367a-40f1-ad9b-8db5b9467043" providerId="ADAL" clId="{5BF1F43A-1D68-4CA2-A42C-4398AE189845}" dt="2021-10-01T06:40:18.659" v="2101"/>
            <ac:picMkLst>
              <pc:docMk/>
              <pc:sldMasterMk cId="1841573427" sldId="2147483671"/>
              <pc:sldLayoutMk cId="1878925296" sldId="2147483701"/>
              <ac:picMk id="7" creationId="{0E98EFEF-9D19-43E9-B77F-2323E1511C72}"/>
            </ac:picMkLst>
          </pc:picChg>
        </pc:sldLayoutChg>
        <pc:sldLayoutChg chg="addSp delSp modSp mod modTransition">
          <pc:chgData name="Mandy Lin - Freedom Systems" userId="24f92fdd-367a-40f1-ad9b-8db5b9467043" providerId="ADAL" clId="{5BF1F43A-1D68-4CA2-A42C-4398AE189845}" dt="2021-10-06T06:09:11.189" v="4298"/>
          <pc:sldLayoutMkLst>
            <pc:docMk/>
            <pc:sldMasterMk cId="1841573427" sldId="2147483671"/>
            <pc:sldLayoutMk cId="937861926" sldId="2147483702"/>
          </pc:sldLayoutMkLst>
          <pc:spChg chg="del mod">
            <ac:chgData name="Mandy Lin - Freedom Systems" userId="24f92fdd-367a-40f1-ad9b-8db5b9467043" providerId="ADAL" clId="{5BF1F43A-1D68-4CA2-A42C-4398AE189845}" dt="2021-10-06T06:09:10.843" v="4297" actId="478"/>
            <ac:spMkLst>
              <pc:docMk/>
              <pc:sldMasterMk cId="1841573427" sldId="2147483671"/>
              <pc:sldLayoutMk cId="937861926" sldId="2147483702"/>
              <ac:spMk id="4" creationId="{FEB5B31F-7AD9-4BC6-8D61-62AD8011666E}"/>
            </ac:spMkLst>
          </pc:spChg>
          <pc:spChg chg="add mod">
            <ac:chgData name="Mandy Lin - Freedom Systems" userId="24f92fdd-367a-40f1-ad9b-8db5b9467043" providerId="ADAL" clId="{5BF1F43A-1D68-4CA2-A42C-4398AE189845}" dt="2021-10-03T15:55:09.299" v="3938" actId="404"/>
            <ac:spMkLst>
              <pc:docMk/>
              <pc:sldMasterMk cId="1841573427" sldId="2147483671"/>
              <pc:sldLayoutMk cId="937861926" sldId="2147483702"/>
              <ac:spMk id="5" creationId="{DCD3570B-B429-4239-AE46-4F7FEDE963E8}"/>
            </ac:spMkLst>
          </pc:spChg>
          <pc:spChg chg="add mod">
            <ac:chgData name="Mandy Lin - Freedom Systems" userId="24f92fdd-367a-40f1-ad9b-8db5b9467043" providerId="ADAL" clId="{5BF1F43A-1D68-4CA2-A42C-4398AE189845}" dt="2021-10-01T06:47:14.265" v="2295" actId="207"/>
            <ac:spMkLst>
              <pc:docMk/>
              <pc:sldMasterMk cId="1841573427" sldId="2147483671"/>
              <pc:sldLayoutMk cId="937861926" sldId="2147483702"/>
              <ac:spMk id="6" creationId="{F2C87E3D-4E19-42E5-B7BC-4DF41EE294CA}"/>
            </ac:spMkLst>
          </pc:spChg>
          <pc:spChg chg="add mod">
            <ac:chgData name="Mandy Lin - Freedom Systems" userId="24f92fdd-367a-40f1-ad9b-8db5b9467043" providerId="ADAL" clId="{5BF1F43A-1D68-4CA2-A42C-4398AE189845}" dt="2021-10-01T06:47:14.265" v="2295" actId="207"/>
            <ac:spMkLst>
              <pc:docMk/>
              <pc:sldMasterMk cId="1841573427" sldId="2147483671"/>
              <pc:sldLayoutMk cId="937861926" sldId="2147483702"/>
              <ac:spMk id="7" creationId="{DAAC2428-0555-4D4B-8C83-FDF2C6A0B46E}"/>
            </ac:spMkLst>
          </pc:spChg>
          <pc:spChg chg="add mod">
            <ac:chgData name="Mandy Lin - Freedom Systems" userId="24f92fdd-367a-40f1-ad9b-8db5b9467043" providerId="ADAL" clId="{5BF1F43A-1D68-4CA2-A42C-4398AE189845}" dt="2021-10-06T06:09:11.189" v="4298"/>
            <ac:spMkLst>
              <pc:docMk/>
              <pc:sldMasterMk cId="1841573427" sldId="2147483671"/>
              <pc:sldLayoutMk cId="937861926" sldId="2147483702"/>
              <ac:spMk id="8" creationId="{D0EA6F4A-384A-4AC2-A60A-9587B80E4557}"/>
            </ac:spMkLst>
          </pc:spChg>
        </pc:sldLayoutChg>
        <pc:sldLayoutChg chg="addSp delSp modSp mod">
          <pc:chgData name="Mandy Lin - Freedom Systems" userId="24f92fdd-367a-40f1-ad9b-8db5b9467043" providerId="ADAL" clId="{5BF1F43A-1D68-4CA2-A42C-4398AE189845}" dt="2021-10-19T05:56:29.483" v="4405" actId="20577"/>
          <pc:sldLayoutMkLst>
            <pc:docMk/>
            <pc:sldMasterMk cId="1841573427" sldId="2147483671"/>
            <pc:sldLayoutMk cId="1493058757" sldId="2147483703"/>
          </pc:sldLayoutMkLst>
          <pc:spChg chg="mod">
            <ac:chgData name="Mandy Lin - Freedom Systems" userId="24f92fdd-367a-40f1-ad9b-8db5b9467043" providerId="ADAL" clId="{5BF1F43A-1D68-4CA2-A42C-4398AE189845}" dt="2021-10-01T06:35:49.079" v="1966" actId="404"/>
            <ac:spMkLst>
              <pc:docMk/>
              <pc:sldMasterMk cId="1841573427" sldId="2147483671"/>
              <pc:sldLayoutMk cId="1493058757" sldId="2147483703"/>
              <ac:spMk id="2" creationId="{25D0408F-4A76-4E13-B20C-89E0FD40DC32}"/>
            </ac:spMkLst>
          </pc:spChg>
          <pc:spChg chg="mod">
            <ac:chgData name="Mandy Lin - Freedom Systems" userId="24f92fdd-367a-40f1-ad9b-8db5b9467043" providerId="ADAL" clId="{5BF1F43A-1D68-4CA2-A42C-4398AE189845}" dt="2021-10-01T06:35:52.975" v="1967" actId="404"/>
            <ac:spMkLst>
              <pc:docMk/>
              <pc:sldMasterMk cId="1841573427" sldId="2147483671"/>
              <pc:sldLayoutMk cId="1493058757" sldId="2147483703"/>
              <ac:spMk id="5" creationId="{00000000-0000-0000-0000-000000000000}"/>
            </ac:spMkLst>
          </pc:spChg>
          <pc:spChg chg="add mod ord">
            <ac:chgData name="Mandy Lin - Freedom Systems" userId="24f92fdd-367a-40f1-ad9b-8db5b9467043" providerId="ADAL" clId="{5BF1F43A-1D68-4CA2-A42C-4398AE189845}" dt="2021-10-01T06:35:34.704" v="1963" actId="167"/>
            <ac:spMkLst>
              <pc:docMk/>
              <pc:sldMasterMk cId="1841573427" sldId="2147483671"/>
              <pc:sldLayoutMk cId="1493058757" sldId="2147483703"/>
              <ac:spMk id="10" creationId="{2035C499-5026-4D6D-8422-E9EFA657351C}"/>
            </ac:spMkLst>
          </pc:spChg>
          <pc:spChg chg="add mod">
            <ac:chgData name="Mandy Lin - Freedom Systems" userId="24f92fdd-367a-40f1-ad9b-8db5b9467043" providerId="ADAL" clId="{5BF1F43A-1D68-4CA2-A42C-4398AE189845}" dt="2021-10-01T06:39:56.551" v="2099" actId="207"/>
            <ac:spMkLst>
              <pc:docMk/>
              <pc:sldMasterMk cId="1841573427" sldId="2147483671"/>
              <pc:sldLayoutMk cId="1493058757" sldId="2147483703"/>
              <ac:spMk id="11" creationId="{23AA3359-0C3B-4BAC-8382-924394E394C5}"/>
            </ac:spMkLst>
          </pc:spChg>
          <pc:spChg chg="add mod">
            <ac:chgData name="Mandy Lin - Freedom Systems" userId="24f92fdd-367a-40f1-ad9b-8db5b9467043" providerId="ADAL" clId="{5BF1F43A-1D68-4CA2-A42C-4398AE189845}" dt="2021-10-19T05:56:29.483" v="4405" actId="20577"/>
            <ac:spMkLst>
              <pc:docMk/>
              <pc:sldMasterMk cId="1841573427" sldId="2147483671"/>
              <pc:sldLayoutMk cId="1493058757" sldId="2147483703"/>
              <ac:spMk id="12" creationId="{18CACCDC-9165-47E2-A7AD-BB0D0EF31942}"/>
            </ac:spMkLst>
          </pc:spChg>
          <pc:picChg chg="del">
            <ac:chgData name="Mandy Lin - Freedom Systems" userId="24f92fdd-367a-40f1-ad9b-8db5b9467043" providerId="ADAL" clId="{5BF1F43A-1D68-4CA2-A42C-4398AE189845}" dt="2021-10-01T06:33:17.384" v="1936" actId="478"/>
            <ac:picMkLst>
              <pc:docMk/>
              <pc:sldMasterMk cId="1841573427" sldId="2147483671"/>
              <pc:sldLayoutMk cId="1493058757" sldId="2147483703"/>
              <ac:picMk id="6" creationId="{1B5497F1-768F-45ED-85F1-D14B37BE1F76}"/>
            </ac:picMkLst>
          </pc:picChg>
          <pc:picChg chg="del">
            <ac:chgData name="Mandy Lin - Freedom Systems" userId="24f92fdd-367a-40f1-ad9b-8db5b9467043" providerId="ADAL" clId="{5BF1F43A-1D68-4CA2-A42C-4398AE189845}" dt="2021-10-01T06:34:07.952" v="1945" actId="478"/>
            <ac:picMkLst>
              <pc:docMk/>
              <pc:sldMasterMk cId="1841573427" sldId="2147483671"/>
              <pc:sldLayoutMk cId="1493058757" sldId="2147483703"/>
              <ac:picMk id="7" creationId="{DDC08157-A48C-4ACA-A5BB-EE2A866E103C}"/>
            </ac:picMkLst>
          </pc:picChg>
          <pc:picChg chg="add mod modCrop">
            <ac:chgData name="Mandy Lin - Freedom Systems" userId="24f92fdd-367a-40f1-ad9b-8db5b9467043" providerId="ADAL" clId="{5BF1F43A-1D68-4CA2-A42C-4398AE189845}" dt="2021-10-01T06:33:44.396" v="1941"/>
            <ac:picMkLst>
              <pc:docMk/>
              <pc:sldMasterMk cId="1841573427" sldId="2147483671"/>
              <pc:sldLayoutMk cId="1493058757" sldId="2147483703"/>
              <ac:picMk id="8" creationId="{5905CE6A-00FC-42D7-9607-C249B8666579}"/>
            </ac:picMkLst>
          </pc:picChg>
          <pc:picChg chg="add mod ord">
            <ac:chgData name="Mandy Lin - Freedom Systems" userId="24f92fdd-367a-40f1-ad9b-8db5b9467043" providerId="ADAL" clId="{5BF1F43A-1D68-4CA2-A42C-4398AE189845}" dt="2021-10-01T06:34:05.910" v="1944" actId="167"/>
            <ac:picMkLst>
              <pc:docMk/>
              <pc:sldMasterMk cId="1841573427" sldId="2147483671"/>
              <pc:sldLayoutMk cId="1493058757" sldId="2147483703"/>
              <ac:picMk id="9" creationId="{00A136F2-647C-4FA1-9F87-E0E98C674C41}"/>
            </ac:picMkLst>
          </pc:picChg>
        </pc:sldLayoutChg>
        <pc:sldLayoutChg chg="addSp delSp modSp mod ord">
          <pc:chgData name="Mandy Lin - Freedom Systems" userId="24f92fdd-367a-40f1-ad9b-8db5b9467043" providerId="ADAL" clId="{5BF1F43A-1D68-4CA2-A42C-4398AE189845}" dt="2021-10-19T06:37:34.578" v="4588" actId="478"/>
          <pc:sldLayoutMkLst>
            <pc:docMk/>
            <pc:sldMasterMk cId="1841573427" sldId="2147483671"/>
            <pc:sldLayoutMk cId="476246644" sldId="2147483704"/>
          </pc:sldLayoutMkLst>
          <pc:spChg chg="del mod">
            <ac:chgData name="Mandy Lin - Freedom Systems" userId="24f92fdd-367a-40f1-ad9b-8db5b9467043" providerId="ADAL" clId="{5BF1F43A-1D68-4CA2-A42C-4398AE189845}" dt="2021-10-08T07:48:50.220" v="4325" actId="478"/>
            <ac:spMkLst>
              <pc:docMk/>
              <pc:sldMasterMk cId="1841573427" sldId="2147483671"/>
              <pc:sldLayoutMk cId="476246644" sldId="2147483704"/>
              <ac:spMk id="2" creationId="{25D0408F-4A76-4E13-B20C-89E0FD40DC32}"/>
            </ac:spMkLst>
          </pc:spChg>
          <pc:spChg chg="del mod">
            <ac:chgData name="Mandy Lin - Freedom Systems" userId="24f92fdd-367a-40f1-ad9b-8db5b9467043" providerId="ADAL" clId="{5BF1F43A-1D68-4CA2-A42C-4398AE189845}" dt="2021-10-08T07:48:50.220" v="4325" actId="478"/>
            <ac:spMkLst>
              <pc:docMk/>
              <pc:sldMasterMk cId="1841573427" sldId="2147483671"/>
              <pc:sldLayoutMk cId="476246644" sldId="2147483704"/>
              <ac:spMk id="5" creationId="{00000000-0000-0000-0000-000000000000}"/>
            </ac:spMkLst>
          </pc:spChg>
          <pc:spChg chg="add del mod">
            <ac:chgData name="Mandy Lin - Freedom Systems" userId="24f92fdd-367a-40f1-ad9b-8db5b9467043" providerId="ADAL" clId="{5BF1F43A-1D68-4CA2-A42C-4398AE189845}" dt="2021-10-19T06:37:34.578" v="4588" actId="478"/>
            <ac:spMkLst>
              <pc:docMk/>
              <pc:sldMasterMk cId="1841573427" sldId="2147483671"/>
              <pc:sldLayoutMk cId="476246644" sldId="2147483704"/>
              <ac:spMk id="6" creationId="{C64F93F8-3A71-4278-A6DE-2A80017D26E6}"/>
            </ac:spMkLst>
          </pc:spChg>
          <pc:spChg chg="del mod">
            <ac:chgData name="Mandy Lin - Freedom Systems" userId="24f92fdd-367a-40f1-ad9b-8db5b9467043" providerId="ADAL" clId="{5BF1F43A-1D68-4CA2-A42C-4398AE189845}" dt="2021-10-08T07:56:53.267" v="4354" actId="478"/>
            <ac:spMkLst>
              <pc:docMk/>
              <pc:sldMasterMk cId="1841573427" sldId="2147483671"/>
              <pc:sldLayoutMk cId="476246644" sldId="2147483704"/>
              <ac:spMk id="10" creationId="{2035C499-5026-4D6D-8422-E9EFA657351C}"/>
            </ac:spMkLst>
          </pc:spChg>
          <pc:spChg chg="add mod">
            <ac:chgData name="Mandy Lin - Freedom Systems" userId="24f92fdd-367a-40f1-ad9b-8db5b9467043" providerId="ADAL" clId="{5BF1F43A-1D68-4CA2-A42C-4398AE189845}" dt="2021-10-01T06:39:30.626" v="2098"/>
            <ac:spMkLst>
              <pc:docMk/>
              <pc:sldMasterMk cId="1841573427" sldId="2147483671"/>
              <pc:sldLayoutMk cId="476246644" sldId="2147483704"/>
              <ac:spMk id="11" creationId="{A095C07A-C171-4B6F-BB3B-394A5C15E22C}"/>
            </ac:spMkLst>
          </pc:spChg>
          <pc:spChg chg="add mod">
            <ac:chgData name="Mandy Lin - Freedom Systems" userId="24f92fdd-367a-40f1-ad9b-8db5b9467043" providerId="ADAL" clId="{5BF1F43A-1D68-4CA2-A42C-4398AE189845}" dt="2021-10-01T06:39:30.626" v="2098"/>
            <ac:spMkLst>
              <pc:docMk/>
              <pc:sldMasterMk cId="1841573427" sldId="2147483671"/>
              <pc:sldLayoutMk cId="476246644" sldId="2147483704"/>
              <ac:spMk id="12" creationId="{59FC5D81-97A0-46FB-8EE8-0665C3431AF6}"/>
            </ac:spMkLst>
          </pc:spChg>
          <pc:spChg chg="add del mod">
            <ac:chgData name="Mandy Lin - Freedom Systems" userId="24f92fdd-367a-40f1-ad9b-8db5b9467043" providerId="ADAL" clId="{5BF1F43A-1D68-4CA2-A42C-4398AE189845}" dt="2021-10-08T07:56:27.765" v="4350" actId="478"/>
            <ac:spMkLst>
              <pc:docMk/>
              <pc:sldMasterMk cId="1841573427" sldId="2147483671"/>
              <pc:sldLayoutMk cId="476246644" sldId="2147483704"/>
              <ac:spMk id="13" creationId="{73EA6370-B4C9-43F4-94C2-0C57067E7519}"/>
            </ac:spMkLst>
          </pc:spChg>
          <pc:spChg chg="add mod">
            <ac:chgData name="Mandy Lin - Freedom Systems" userId="24f92fdd-367a-40f1-ad9b-8db5b9467043" providerId="ADAL" clId="{5BF1F43A-1D68-4CA2-A42C-4398AE189845}" dt="2021-10-08T07:56:39.506" v="4353" actId="14100"/>
            <ac:spMkLst>
              <pc:docMk/>
              <pc:sldMasterMk cId="1841573427" sldId="2147483671"/>
              <pc:sldLayoutMk cId="476246644" sldId="2147483704"/>
              <ac:spMk id="14" creationId="{0148D7AD-9659-45AA-8410-3C6C07EB44E5}"/>
            </ac:spMkLst>
          </pc:spChg>
          <pc:spChg chg="add mod">
            <ac:chgData name="Mandy Lin - Freedom Systems" userId="24f92fdd-367a-40f1-ad9b-8db5b9467043" providerId="ADAL" clId="{5BF1F43A-1D68-4CA2-A42C-4398AE189845}" dt="2021-10-08T07:56:33.233" v="4352" actId="14100"/>
            <ac:spMkLst>
              <pc:docMk/>
              <pc:sldMasterMk cId="1841573427" sldId="2147483671"/>
              <pc:sldLayoutMk cId="476246644" sldId="2147483704"/>
              <ac:spMk id="16" creationId="{DA21E327-EE7A-4A3C-97BA-ED626C6BEAF6}"/>
            </ac:spMkLst>
          </pc:spChg>
          <pc:spChg chg="add mod">
            <ac:chgData name="Mandy Lin - Freedom Systems" userId="24f92fdd-367a-40f1-ad9b-8db5b9467043" providerId="ADAL" clId="{5BF1F43A-1D68-4CA2-A42C-4398AE189845}" dt="2021-10-08T07:56:28.036" v="4351"/>
            <ac:spMkLst>
              <pc:docMk/>
              <pc:sldMasterMk cId="1841573427" sldId="2147483671"/>
              <pc:sldLayoutMk cId="476246644" sldId="2147483704"/>
              <ac:spMk id="17" creationId="{4BCF0200-33C2-4BB5-A714-D6668C1BB32E}"/>
            </ac:spMkLst>
          </pc:spChg>
          <pc:picChg chg="add mod">
            <ac:chgData name="Mandy Lin - Freedom Systems" userId="24f92fdd-367a-40f1-ad9b-8db5b9467043" providerId="ADAL" clId="{5BF1F43A-1D68-4CA2-A42C-4398AE189845}" dt="2021-10-08T07:57:05.784" v="4364" actId="1038"/>
            <ac:picMkLst>
              <pc:docMk/>
              <pc:sldMasterMk cId="1841573427" sldId="2147483671"/>
              <pc:sldLayoutMk cId="476246644" sldId="2147483704"/>
              <ac:picMk id="4" creationId="{078F9FBB-C96D-46BC-AAC3-7F5BA9C0E6C3}"/>
            </ac:picMkLst>
          </pc:picChg>
          <pc:picChg chg="del">
            <ac:chgData name="Mandy Lin - Freedom Systems" userId="24f92fdd-367a-40f1-ad9b-8db5b9467043" providerId="ADAL" clId="{5BF1F43A-1D68-4CA2-A42C-4398AE189845}" dt="2021-10-01T06:36:43.247" v="1969" actId="478"/>
            <ac:picMkLst>
              <pc:docMk/>
              <pc:sldMasterMk cId="1841573427" sldId="2147483671"/>
              <pc:sldLayoutMk cId="476246644" sldId="2147483704"/>
              <ac:picMk id="8" creationId="{5905CE6A-00FC-42D7-9607-C249B8666579}"/>
            </ac:picMkLst>
          </pc:picChg>
          <pc:picChg chg="del">
            <ac:chgData name="Mandy Lin - Freedom Systems" userId="24f92fdd-367a-40f1-ad9b-8db5b9467043" providerId="ADAL" clId="{5BF1F43A-1D68-4CA2-A42C-4398AE189845}" dt="2021-10-08T07:53:18.489" v="4343" actId="478"/>
            <ac:picMkLst>
              <pc:docMk/>
              <pc:sldMasterMk cId="1841573427" sldId="2147483671"/>
              <pc:sldLayoutMk cId="476246644" sldId="2147483704"/>
              <ac:picMk id="9" creationId="{00A136F2-647C-4FA1-9F87-E0E98C674C41}"/>
            </ac:picMkLst>
          </pc:picChg>
          <pc:picChg chg="add del mod">
            <ac:chgData name="Mandy Lin - Freedom Systems" userId="24f92fdd-367a-40f1-ad9b-8db5b9467043" providerId="ADAL" clId="{5BF1F43A-1D68-4CA2-A42C-4398AE189845}" dt="2021-10-01T06:43:37.810" v="2264" actId="478"/>
            <ac:picMkLst>
              <pc:docMk/>
              <pc:sldMasterMk cId="1841573427" sldId="2147483671"/>
              <pc:sldLayoutMk cId="476246644" sldId="2147483704"/>
              <ac:picMk id="13" creationId="{B9B47E2A-07E4-46CB-84FC-5FB072C92F14}"/>
            </ac:picMkLst>
          </pc:picChg>
          <pc:picChg chg="add mod">
            <ac:chgData name="Mandy Lin - Freedom Systems" userId="24f92fdd-367a-40f1-ad9b-8db5b9467043" providerId="ADAL" clId="{5BF1F43A-1D68-4CA2-A42C-4398AE189845}" dt="2021-10-08T07:53:36.725" v="4345"/>
            <ac:picMkLst>
              <pc:docMk/>
              <pc:sldMasterMk cId="1841573427" sldId="2147483671"/>
              <pc:sldLayoutMk cId="476246644" sldId="2147483704"/>
              <ac:picMk id="15" creationId="{10FBB8E5-5F17-401F-93EB-8E6F7392FF27}"/>
            </ac:picMkLst>
          </pc:picChg>
        </pc:sldLayoutChg>
        <pc:sldLayoutChg chg="addSp delSp modSp del mod ord modTransition">
          <pc:chgData name="Mandy Lin - Freedom Systems" userId="24f92fdd-367a-40f1-ad9b-8db5b9467043" providerId="ADAL" clId="{5BF1F43A-1D68-4CA2-A42C-4398AE189845}" dt="2021-10-19T06:38:36.796" v="4591" actId="2696"/>
          <pc:sldLayoutMkLst>
            <pc:docMk/>
            <pc:sldMasterMk cId="1841573427" sldId="2147483671"/>
            <pc:sldLayoutMk cId="2967817667" sldId="2147483705"/>
          </pc:sldLayoutMkLst>
          <pc:spChg chg="mod">
            <ac:chgData name="Mandy Lin - Freedom Systems" userId="24f92fdd-367a-40f1-ad9b-8db5b9467043" providerId="ADAL" clId="{5BF1F43A-1D68-4CA2-A42C-4398AE189845}" dt="2021-10-01T06:43:01.593" v="2255" actId="207"/>
            <ac:spMkLst>
              <pc:docMk/>
              <pc:sldMasterMk cId="1841573427" sldId="2147483671"/>
              <pc:sldLayoutMk cId="2967817667" sldId="2147483705"/>
              <ac:spMk id="3" creationId="{E033AC47-6988-4AF2-AB7A-F400B9B8392F}"/>
            </ac:spMkLst>
          </pc:spChg>
          <pc:spChg chg="add mod">
            <ac:chgData name="Mandy Lin - Freedom Systems" userId="24f92fdd-367a-40f1-ad9b-8db5b9467043" providerId="ADAL" clId="{5BF1F43A-1D68-4CA2-A42C-4398AE189845}" dt="2021-10-01T06:46:58.151" v="2293" actId="207"/>
            <ac:spMkLst>
              <pc:docMk/>
              <pc:sldMasterMk cId="1841573427" sldId="2147483671"/>
              <pc:sldLayoutMk cId="2967817667" sldId="2147483705"/>
              <ac:spMk id="9" creationId="{AC680DAA-297A-407D-9847-936B40438880}"/>
            </ac:spMkLst>
          </pc:spChg>
          <pc:spChg chg="add mod">
            <ac:chgData name="Mandy Lin - Freedom Systems" userId="24f92fdd-367a-40f1-ad9b-8db5b9467043" providerId="ADAL" clId="{5BF1F43A-1D68-4CA2-A42C-4398AE189845}" dt="2021-10-01T06:46:58.151" v="2293" actId="207"/>
            <ac:spMkLst>
              <pc:docMk/>
              <pc:sldMasterMk cId="1841573427" sldId="2147483671"/>
              <pc:sldLayoutMk cId="2967817667" sldId="2147483705"/>
              <ac:spMk id="10" creationId="{65F9A38A-736B-4B20-95E0-DE753B13C6C8}"/>
            </ac:spMkLst>
          </pc:spChg>
          <pc:picChg chg="add del mod">
            <ac:chgData name="Mandy Lin - Freedom Systems" userId="24f92fdd-367a-40f1-ad9b-8db5b9467043" providerId="ADAL" clId="{5BF1F43A-1D68-4CA2-A42C-4398AE189845}" dt="2021-10-01T06:43:41.195" v="2265" actId="478"/>
            <ac:picMkLst>
              <pc:docMk/>
              <pc:sldMasterMk cId="1841573427" sldId="2147483671"/>
              <pc:sldLayoutMk cId="2967817667" sldId="2147483705"/>
              <ac:picMk id="4" creationId="{6D5CA6ED-0D61-43FD-9E14-8BC59EBFED40}"/>
            </ac:picMkLst>
          </pc:picChg>
          <pc:picChg chg="add del mod">
            <ac:chgData name="Mandy Lin - Freedom Systems" userId="24f92fdd-367a-40f1-ad9b-8db5b9467043" providerId="ADAL" clId="{5BF1F43A-1D68-4CA2-A42C-4398AE189845}" dt="2021-10-01T06:50:56.294" v="2323" actId="478"/>
            <ac:picMkLst>
              <pc:docMk/>
              <pc:sldMasterMk cId="1841573427" sldId="2147483671"/>
              <pc:sldLayoutMk cId="2967817667" sldId="2147483705"/>
              <ac:picMk id="7" creationId="{BC797F92-A7DF-43B4-9093-B1C8D79B7ACA}"/>
            </ac:picMkLst>
          </pc:picChg>
          <pc:picChg chg="add del mod">
            <ac:chgData name="Mandy Lin - Freedom Systems" userId="24f92fdd-367a-40f1-ad9b-8db5b9467043" providerId="ADAL" clId="{5BF1F43A-1D68-4CA2-A42C-4398AE189845}" dt="2021-10-01T06:50:56.935" v="2324" actId="478"/>
            <ac:picMkLst>
              <pc:docMk/>
              <pc:sldMasterMk cId="1841573427" sldId="2147483671"/>
              <pc:sldLayoutMk cId="2967817667" sldId="2147483705"/>
              <ac:picMk id="11" creationId="{E2CFF9C6-5B24-4F04-B9C2-9431D92B5359}"/>
            </ac:picMkLst>
          </pc:picChg>
        </pc:sldLayoutChg>
        <pc:sldLayoutChg chg="addSp delSp modSp add mod ord modTransition">
          <pc:chgData name="Mandy Lin - Freedom Systems" userId="24f92fdd-367a-40f1-ad9b-8db5b9467043" providerId="ADAL" clId="{5BF1F43A-1D68-4CA2-A42C-4398AE189845}" dt="2021-10-01T06:51:00.588" v="2325" actId="20578"/>
          <pc:sldLayoutMkLst>
            <pc:docMk/>
            <pc:sldMasterMk cId="1841573427" sldId="2147483671"/>
            <pc:sldLayoutMk cId="527347595" sldId="2147483706"/>
          </pc:sldLayoutMkLst>
          <pc:spChg chg="mod">
            <ac:chgData name="Mandy Lin - Freedom Systems" userId="24f92fdd-367a-40f1-ad9b-8db5b9467043" providerId="ADAL" clId="{5BF1F43A-1D68-4CA2-A42C-4398AE189845}" dt="2021-10-01T06:48:55.535" v="2303" actId="1076"/>
            <ac:spMkLst>
              <pc:docMk/>
              <pc:sldMasterMk cId="1841573427" sldId="2147483671"/>
              <pc:sldLayoutMk cId="527347595" sldId="2147483706"/>
              <ac:spMk id="3" creationId="{E033AC47-6988-4AF2-AB7A-F400B9B8392F}"/>
            </ac:spMkLst>
          </pc:spChg>
          <pc:spChg chg="del">
            <ac:chgData name="Mandy Lin - Freedom Systems" userId="24f92fdd-367a-40f1-ad9b-8db5b9467043" providerId="ADAL" clId="{5BF1F43A-1D68-4CA2-A42C-4398AE189845}" dt="2021-10-01T06:44:29.252" v="2271" actId="478"/>
            <ac:spMkLst>
              <pc:docMk/>
              <pc:sldMasterMk cId="1841573427" sldId="2147483671"/>
              <pc:sldLayoutMk cId="527347595" sldId="2147483706"/>
              <ac:spMk id="8" creationId="{FA608AEF-BE66-4029-BA63-DA15E89C3291}"/>
            </ac:spMkLst>
          </pc:spChg>
          <pc:spChg chg="add del mod">
            <ac:chgData name="Mandy Lin - Freedom Systems" userId="24f92fdd-367a-40f1-ad9b-8db5b9467043" providerId="ADAL" clId="{5BF1F43A-1D68-4CA2-A42C-4398AE189845}" dt="2021-10-01T06:44:55.801" v="2275"/>
            <ac:spMkLst>
              <pc:docMk/>
              <pc:sldMasterMk cId="1841573427" sldId="2147483671"/>
              <pc:sldLayoutMk cId="527347595" sldId="2147483706"/>
              <ac:spMk id="9" creationId="{59539165-F79C-42F6-B6E3-547273220C2E}"/>
            </ac:spMkLst>
          </pc:spChg>
          <pc:spChg chg="add del mod">
            <ac:chgData name="Mandy Lin - Freedom Systems" userId="24f92fdd-367a-40f1-ad9b-8db5b9467043" providerId="ADAL" clId="{5BF1F43A-1D68-4CA2-A42C-4398AE189845}" dt="2021-10-01T06:45:10.191" v="2279"/>
            <ac:spMkLst>
              <pc:docMk/>
              <pc:sldMasterMk cId="1841573427" sldId="2147483671"/>
              <pc:sldLayoutMk cId="527347595" sldId="2147483706"/>
              <ac:spMk id="10" creationId="{6798A669-DFEE-465C-9F8B-E671DBA9DA88}"/>
            </ac:spMkLst>
          </pc:spChg>
          <pc:spChg chg="add mod">
            <ac:chgData name="Mandy Lin - Freedom Systems" userId="24f92fdd-367a-40f1-ad9b-8db5b9467043" providerId="ADAL" clId="{5BF1F43A-1D68-4CA2-A42C-4398AE189845}" dt="2021-10-01T06:46:53.231" v="2291" actId="207"/>
            <ac:spMkLst>
              <pc:docMk/>
              <pc:sldMasterMk cId="1841573427" sldId="2147483671"/>
              <pc:sldLayoutMk cId="527347595" sldId="2147483706"/>
              <ac:spMk id="11" creationId="{0E0DCD37-C582-4A26-A40B-A46C5CBC907B}"/>
            </ac:spMkLst>
          </pc:spChg>
          <pc:spChg chg="add mod">
            <ac:chgData name="Mandy Lin - Freedom Systems" userId="24f92fdd-367a-40f1-ad9b-8db5b9467043" providerId="ADAL" clId="{5BF1F43A-1D68-4CA2-A42C-4398AE189845}" dt="2021-10-01T06:46:53.231" v="2291" actId="207"/>
            <ac:spMkLst>
              <pc:docMk/>
              <pc:sldMasterMk cId="1841573427" sldId="2147483671"/>
              <pc:sldLayoutMk cId="527347595" sldId="2147483706"/>
              <ac:spMk id="12" creationId="{6906EA31-1B95-440F-AB17-453D8362CB89}"/>
            </ac:spMkLst>
          </pc:spChg>
          <pc:picChg chg="add mod ord">
            <ac:chgData name="Mandy Lin - Freedom Systems" userId="24f92fdd-367a-40f1-ad9b-8db5b9467043" providerId="ADAL" clId="{5BF1F43A-1D68-4CA2-A42C-4398AE189845}" dt="2021-10-01T06:48:12.445" v="2298" actId="167"/>
            <ac:picMkLst>
              <pc:docMk/>
              <pc:sldMasterMk cId="1841573427" sldId="2147483671"/>
              <pc:sldLayoutMk cId="527347595" sldId="2147483706"/>
              <ac:picMk id="4" creationId="{70CFEA38-6E03-4759-92AB-C65D9245E7C3}"/>
            </ac:picMkLst>
          </pc:picChg>
          <pc:picChg chg="del mod ord">
            <ac:chgData name="Mandy Lin - Freedom Systems" userId="24f92fdd-367a-40f1-ad9b-8db5b9467043" providerId="ADAL" clId="{5BF1F43A-1D68-4CA2-A42C-4398AE189845}" dt="2021-10-01T06:50:25.669" v="2313" actId="478"/>
            <ac:picMkLst>
              <pc:docMk/>
              <pc:sldMasterMk cId="1841573427" sldId="2147483671"/>
              <pc:sldLayoutMk cId="527347595" sldId="2147483706"/>
              <ac:picMk id="7" creationId="{BC797F92-A7DF-43B4-9093-B1C8D79B7ACA}"/>
            </ac:picMkLst>
          </pc:picChg>
          <pc:picChg chg="add del mod">
            <ac:chgData name="Mandy Lin - Freedom Systems" userId="24f92fdd-367a-40f1-ad9b-8db5b9467043" providerId="ADAL" clId="{5BF1F43A-1D68-4CA2-A42C-4398AE189845}" dt="2021-10-01T06:50:54.620" v="2322" actId="478"/>
            <ac:picMkLst>
              <pc:docMk/>
              <pc:sldMasterMk cId="1841573427" sldId="2147483671"/>
              <pc:sldLayoutMk cId="527347595" sldId="2147483706"/>
              <ac:picMk id="13" creationId="{37427388-1A3A-42F5-B0C0-FD3A9CB74110}"/>
            </ac:picMkLst>
          </pc:picChg>
        </pc:sldLayoutChg>
        <pc:sldLayoutChg chg="addSp delSp modSp add mod">
          <pc:chgData name="Mandy Lin - Freedom Systems" userId="24f92fdd-367a-40f1-ad9b-8db5b9467043" providerId="ADAL" clId="{5BF1F43A-1D68-4CA2-A42C-4398AE189845}" dt="2021-10-19T05:56:37.046" v="4408" actId="20577"/>
          <pc:sldLayoutMkLst>
            <pc:docMk/>
            <pc:sldMasterMk cId="1841573427" sldId="2147483671"/>
            <pc:sldLayoutMk cId="376799329" sldId="2147483707"/>
          </pc:sldLayoutMkLst>
          <pc:spChg chg="del">
            <ac:chgData name="Mandy Lin - Freedom Systems" userId="24f92fdd-367a-40f1-ad9b-8db5b9467043" providerId="ADAL" clId="{5BF1F43A-1D68-4CA2-A42C-4398AE189845}" dt="2021-10-01T06:53:29.781" v="2327" actId="478"/>
            <ac:spMkLst>
              <pc:docMk/>
              <pc:sldMasterMk cId="1841573427" sldId="2147483671"/>
              <pc:sldLayoutMk cId="376799329" sldId="2147483707"/>
              <ac:spMk id="2" creationId="{25D0408F-4A76-4E13-B20C-89E0FD40DC32}"/>
            </ac:spMkLst>
          </pc:spChg>
          <pc:spChg chg="del">
            <ac:chgData name="Mandy Lin - Freedom Systems" userId="24f92fdd-367a-40f1-ad9b-8db5b9467043" providerId="ADAL" clId="{5BF1F43A-1D68-4CA2-A42C-4398AE189845}" dt="2021-10-01T06:53:30.491" v="2328" actId="478"/>
            <ac:spMkLst>
              <pc:docMk/>
              <pc:sldMasterMk cId="1841573427" sldId="2147483671"/>
              <pc:sldLayoutMk cId="376799329" sldId="2147483707"/>
              <ac:spMk id="5" creationId="{00000000-0000-0000-0000-000000000000}"/>
            </ac:spMkLst>
          </pc:spChg>
          <pc:spChg chg="mod ord">
            <ac:chgData name="Mandy Lin - Freedom Systems" userId="24f92fdd-367a-40f1-ad9b-8db5b9467043" providerId="ADAL" clId="{5BF1F43A-1D68-4CA2-A42C-4398AE189845}" dt="2021-10-03T16:39:41.490" v="4041" actId="1076"/>
            <ac:spMkLst>
              <pc:docMk/>
              <pc:sldMasterMk cId="1841573427" sldId="2147483671"/>
              <pc:sldLayoutMk cId="376799329" sldId="2147483707"/>
              <ac:spMk id="10" creationId="{2035C499-5026-4D6D-8422-E9EFA657351C}"/>
            </ac:spMkLst>
          </pc:spChg>
          <pc:spChg chg="mod">
            <ac:chgData name="Mandy Lin - Freedom Systems" userId="24f92fdd-367a-40f1-ad9b-8db5b9467043" providerId="ADAL" clId="{5BF1F43A-1D68-4CA2-A42C-4398AE189845}" dt="2021-10-19T05:56:37.046" v="4408" actId="20577"/>
            <ac:spMkLst>
              <pc:docMk/>
              <pc:sldMasterMk cId="1841573427" sldId="2147483671"/>
              <pc:sldLayoutMk cId="376799329" sldId="2147483707"/>
              <ac:spMk id="12" creationId="{18CACCDC-9165-47E2-A7AD-BB0D0EF31942}"/>
            </ac:spMkLst>
          </pc:spChg>
          <pc:spChg chg="add mod">
            <ac:chgData name="Mandy Lin - Freedom Systems" userId="24f92fdd-367a-40f1-ad9b-8db5b9467043" providerId="ADAL" clId="{5BF1F43A-1D68-4CA2-A42C-4398AE189845}" dt="2021-10-01T06:53:56.249" v="2332"/>
            <ac:spMkLst>
              <pc:docMk/>
              <pc:sldMasterMk cId="1841573427" sldId="2147483671"/>
              <pc:sldLayoutMk cId="376799329" sldId="2147483707"/>
              <ac:spMk id="13" creationId="{55B78CDB-FC34-4B44-9496-DD0486C80080}"/>
            </ac:spMkLst>
          </pc:spChg>
          <pc:spChg chg="add mod">
            <ac:chgData name="Mandy Lin - Freedom Systems" userId="24f92fdd-367a-40f1-ad9b-8db5b9467043" providerId="ADAL" clId="{5BF1F43A-1D68-4CA2-A42C-4398AE189845}" dt="2021-10-04T01:12:42.237" v="4260" actId="404"/>
            <ac:spMkLst>
              <pc:docMk/>
              <pc:sldMasterMk cId="1841573427" sldId="2147483671"/>
              <pc:sldLayoutMk cId="376799329" sldId="2147483707"/>
              <ac:spMk id="14" creationId="{28026909-AFC9-492F-8A3D-60C2CFC12D55}"/>
            </ac:spMkLst>
          </pc:spChg>
          <pc:picChg chg="add mod ord modCrop">
            <ac:chgData name="Mandy Lin - Freedom Systems" userId="24f92fdd-367a-40f1-ad9b-8db5b9467043" providerId="ADAL" clId="{5BF1F43A-1D68-4CA2-A42C-4398AE189845}" dt="2021-10-01T06:55:55.231" v="2346"/>
            <ac:picMkLst>
              <pc:docMk/>
              <pc:sldMasterMk cId="1841573427" sldId="2147483671"/>
              <pc:sldLayoutMk cId="376799329" sldId="2147483707"/>
              <ac:picMk id="4" creationId="{0FC0A10F-1D8F-4B7F-8688-89597B92480A}"/>
            </ac:picMkLst>
          </pc:picChg>
          <pc:picChg chg="add del mod modCrop">
            <ac:chgData name="Mandy Lin - Freedom Systems" userId="24f92fdd-367a-40f1-ad9b-8db5b9467043" providerId="ADAL" clId="{5BF1F43A-1D68-4CA2-A42C-4398AE189845}" dt="2021-10-01T07:00:20.670" v="2391" actId="478"/>
            <ac:picMkLst>
              <pc:docMk/>
              <pc:sldMasterMk cId="1841573427" sldId="2147483671"/>
              <pc:sldLayoutMk cId="376799329" sldId="2147483707"/>
              <ac:picMk id="7" creationId="{33BC60D2-43C0-4CA2-84D4-A4CF1E1C644B}"/>
            </ac:picMkLst>
          </pc:picChg>
          <pc:picChg chg="del">
            <ac:chgData name="Mandy Lin - Freedom Systems" userId="24f92fdd-367a-40f1-ad9b-8db5b9467043" providerId="ADAL" clId="{5BF1F43A-1D68-4CA2-A42C-4398AE189845}" dt="2021-10-01T06:55:34.384" v="2344" actId="478"/>
            <ac:picMkLst>
              <pc:docMk/>
              <pc:sldMasterMk cId="1841573427" sldId="2147483671"/>
              <pc:sldLayoutMk cId="376799329" sldId="2147483707"/>
              <ac:picMk id="8" creationId="{5905CE6A-00FC-42D7-9607-C249B8666579}"/>
            </ac:picMkLst>
          </pc:picChg>
        </pc:sldLayoutChg>
        <pc:sldLayoutChg chg="addSp delSp modSp add mod ord">
          <pc:chgData name="Mandy Lin - Freedom Systems" userId="24f92fdd-367a-40f1-ad9b-8db5b9467043" providerId="ADAL" clId="{5BF1F43A-1D68-4CA2-A42C-4398AE189845}" dt="2021-10-19T05:56:33.342" v="4407" actId="20577"/>
          <pc:sldLayoutMkLst>
            <pc:docMk/>
            <pc:sldMasterMk cId="1841573427" sldId="2147483671"/>
            <pc:sldLayoutMk cId="1400787311" sldId="2147483708"/>
          </pc:sldLayoutMkLst>
          <pc:spChg chg="del">
            <ac:chgData name="Mandy Lin - Freedom Systems" userId="24f92fdd-367a-40f1-ad9b-8db5b9467043" providerId="ADAL" clId="{5BF1F43A-1D68-4CA2-A42C-4398AE189845}" dt="2021-10-01T06:57:20.066" v="2376" actId="478"/>
            <ac:spMkLst>
              <pc:docMk/>
              <pc:sldMasterMk cId="1841573427" sldId="2147483671"/>
              <pc:sldLayoutMk cId="1400787311" sldId="2147483708"/>
              <ac:spMk id="10" creationId="{2035C499-5026-4D6D-8422-E9EFA657351C}"/>
            </ac:spMkLst>
          </pc:spChg>
          <pc:spChg chg="mod">
            <ac:chgData name="Mandy Lin - Freedom Systems" userId="24f92fdd-367a-40f1-ad9b-8db5b9467043" providerId="ADAL" clId="{5BF1F43A-1D68-4CA2-A42C-4398AE189845}" dt="2021-10-19T05:56:33.342" v="4407" actId="20577"/>
            <ac:spMkLst>
              <pc:docMk/>
              <pc:sldMasterMk cId="1841573427" sldId="2147483671"/>
              <pc:sldLayoutMk cId="1400787311" sldId="2147483708"/>
              <ac:spMk id="12" creationId="{18CACCDC-9165-47E2-A7AD-BB0D0EF31942}"/>
            </ac:spMkLst>
          </pc:spChg>
          <pc:spChg chg="mod">
            <ac:chgData name="Mandy Lin - Freedom Systems" userId="24f92fdd-367a-40f1-ad9b-8db5b9467043" providerId="ADAL" clId="{5BF1F43A-1D68-4CA2-A42C-4398AE189845}" dt="2021-10-01T06:56:50.787" v="2369" actId="207"/>
            <ac:spMkLst>
              <pc:docMk/>
              <pc:sldMasterMk cId="1841573427" sldId="2147483671"/>
              <pc:sldLayoutMk cId="1400787311" sldId="2147483708"/>
              <ac:spMk id="13" creationId="{55B78CDB-FC34-4B44-9496-DD0486C80080}"/>
            </ac:spMkLst>
          </pc:spChg>
          <pc:spChg chg="mod">
            <ac:chgData name="Mandy Lin - Freedom Systems" userId="24f92fdd-367a-40f1-ad9b-8db5b9467043" providerId="ADAL" clId="{5BF1F43A-1D68-4CA2-A42C-4398AE189845}" dt="2021-10-01T06:56:57.396" v="2370" actId="207"/>
            <ac:spMkLst>
              <pc:docMk/>
              <pc:sldMasterMk cId="1841573427" sldId="2147483671"/>
              <pc:sldLayoutMk cId="1400787311" sldId="2147483708"/>
              <ac:spMk id="14" creationId="{28026909-AFC9-492F-8A3D-60C2CFC12D55}"/>
            </ac:spMkLst>
          </pc:spChg>
          <pc:spChg chg="add mod ord">
            <ac:chgData name="Mandy Lin - Freedom Systems" userId="24f92fdd-367a-40f1-ad9b-8db5b9467043" providerId="ADAL" clId="{5BF1F43A-1D68-4CA2-A42C-4398AE189845}" dt="2021-10-01T07:46:27.703" v="2766" actId="14100"/>
            <ac:spMkLst>
              <pc:docMk/>
              <pc:sldMasterMk cId="1841573427" sldId="2147483671"/>
              <pc:sldLayoutMk cId="1400787311" sldId="2147483708"/>
              <ac:spMk id="15" creationId="{575B7217-9B24-459C-A160-FC3D27430858}"/>
            </ac:spMkLst>
          </pc:spChg>
          <pc:picChg chg="add mod ord">
            <ac:chgData name="Mandy Lin - Freedom Systems" userId="24f92fdd-367a-40f1-ad9b-8db5b9467043" providerId="ADAL" clId="{5BF1F43A-1D68-4CA2-A42C-4398AE189845}" dt="2021-10-01T06:56:41.168" v="2367" actId="167"/>
            <ac:picMkLst>
              <pc:docMk/>
              <pc:sldMasterMk cId="1841573427" sldId="2147483671"/>
              <pc:sldLayoutMk cId="1400787311" sldId="2147483708"/>
              <ac:picMk id="3" creationId="{7FB44853-DC59-45C5-8116-BE96134BD914}"/>
            </ac:picMkLst>
          </pc:picChg>
          <pc:picChg chg="del">
            <ac:chgData name="Mandy Lin - Freedom Systems" userId="24f92fdd-367a-40f1-ad9b-8db5b9467043" providerId="ADAL" clId="{5BF1F43A-1D68-4CA2-A42C-4398AE189845}" dt="2021-10-01T06:56:43.065" v="2368" actId="478"/>
            <ac:picMkLst>
              <pc:docMk/>
              <pc:sldMasterMk cId="1841573427" sldId="2147483671"/>
              <pc:sldLayoutMk cId="1400787311" sldId="2147483708"/>
              <ac:picMk id="9" creationId="{00A136F2-647C-4FA1-9F87-E0E98C674C41}"/>
            </ac:picMkLst>
          </pc:picChg>
        </pc:sldLayoutChg>
        <pc:sldLayoutChg chg="addSp delSp modSp add mod ord modTransition">
          <pc:chgData name="Mandy Lin - Freedom Systems" userId="24f92fdd-367a-40f1-ad9b-8db5b9467043" providerId="ADAL" clId="{5BF1F43A-1D68-4CA2-A42C-4398AE189845}" dt="2021-10-01T08:31:42.504" v="2862" actId="14100"/>
          <pc:sldLayoutMkLst>
            <pc:docMk/>
            <pc:sldMasterMk cId="1841573427" sldId="2147483671"/>
            <pc:sldLayoutMk cId="2341677304" sldId="2147483709"/>
          </pc:sldLayoutMkLst>
          <pc:spChg chg="mod">
            <ac:chgData name="Mandy Lin - Freedom Systems" userId="24f92fdd-367a-40f1-ad9b-8db5b9467043" providerId="ADAL" clId="{5BF1F43A-1D68-4CA2-A42C-4398AE189845}" dt="2021-10-01T08:31:42.504" v="2862" actId="14100"/>
            <ac:spMkLst>
              <pc:docMk/>
              <pc:sldMasterMk cId="1841573427" sldId="2147483671"/>
              <pc:sldLayoutMk cId="2341677304" sldId="2147483709"/>
              <ac:spMk id="2" creationId="{3E1EE04D-8E87-432E-BD76-0F9B2438AF67}"/>
            </ac:spMkLst>
          </pc:spChg>
          <pc:spChg chg="mod">
            <ac:chgData name="Mandy Lin - Freedom Systems" userId="24f92fdd-367a-40f1-ad9b-8db5b9467043" providerId="ADAL" clId="{5BF1F43A-1D68-4CA2-A42C-4398AE189845}" dt="2021-10-01T07:01:14.628" v="2399" actId="207"/>
            <ac:spMkLst>
              <pc:docMk/>
              <pc:sldMasterMk cId="1841573427" sldId="2147483671"/>
              <pc:sldLayoutMk cId="2341677304" sldId="2147483709"/>
              <ac:spMk id="3" creationId="{966E6254-C5A3-43DC-A89E-6EF29D685C46}"/>
            </ac:spMkLst>
          </pc:spChg>
          <pc:spChg chg="mod">
            <ac:chgData name="Mandy Lin - Freedom Systems" userId="24f92fdd-367a-40f1-ad9b-8db5b9467043" providerId="ADAL" clId="{5BF1F43A-1D68-4CA2-A42C-4398AE189845}" dt="2021-10-01T07:01:06.581" v="2397" actId="207"/>
            <ac:spMkLst>
              <pc:docMk/>
              <pc:sldMasterMk cId="1841573427" sldId="2147483671"/>
              <pc:sldLayoutMk cId="2341677304" sldId="2147483709"/>
              <ac:spMk id="6" creationId="{D2EE1880-0E02-44E2-A53A-E4D4C53B016C}"/>
            </ac:spMkLst>
          </pc:spChg>
          <pc:spChg chg="mod">
            <ac:chgData name="Mandy Lin - Freedom Systems" userId="24f92fdd-367a-40f1-ad9b-8db5b9467043" providerId="ADAL" clId="{5BF1F43A-1D68-4CA2-A42C-4398AE189845}" dt="2021-10-01T07:01:09.232" v="2398" actId="207"/>
            <ac:spMkLst>
              <pc:docMk/>
              <pc:sldMasterMk cId="1841573427" sldId="2147483671"/>
              <pc:sldLayoutMk cId="2341677304" sldId="2147483709"/>
              <ac:spMk id="8" creationId="{9FB9B7B4-7928-49C7-B50D-A3646573753C}"/>
            </ac:spMkLst>
          </pc:spChg>
          <pc:spChg chg="del">
            <ac:chgData name="Mandy Lin - Freedom Systems" userId="24f92fdd-367a-40f1-ad9b-8db5b9467043" providerId="ADAL" clId="{5BF1F43A-1D68-4CA2-A42C-4398AE189845}" dt="2021-10-01T07:00:59.055" v="2396" actId="478"/>
            <ac:spMkLst>
              <pc:docMk/>
              <pc:sldMasterMk cId="1841573427" sldId="2147483671"/>
              <pc:sldLayoutMk cId="2341677304" sldId="2147483709"/>
              <ac:spMk id="9" creationId="{76123915-F892-4D89-ADA8-C7C27A033F77}"/>
            </ac:spMkLst>
          </pc:spChg>
          <pc:spChg chg="add mod ord">
            <ac:chgData name="Mandy Lin - Freedom Systems" userId="24f92fdd-367a-40f1-ad9b-8db5b9467043" providerId="ADAL" clId="{5BF1F43A-1D68-4CA2-A42C-4398AE189845}" dt="2021-10-01T07:00:56.932" v="2395" actId="167"/>
            <ac:spMkLst>
              <pc:docMk/>
              <pc:sldMasterMk cId="1841573427" sldId="2147483671"/>
              <pc:sldLayoutMk cId="2341677304" sldId="2147483709"/>
              <ac:spMk id="10" creationId="{8BE06A63-08EF-4AC7-A49E-F013A61ECD1D}"/>
            </ac:spMkLst>
          </pc:spChg>
          <pc:picChg chg="del">
            <ac:chgData name="Mandy Lin - Freedom Systems" userId="24f92fdd-367a-40f1-ad9b-8db5b9467043" providerId="ADAL" clId="{5BF1F43A-1D68-4CA2-A42C-4398AE189845}" dt="2021-10-01T07:01:25.694" v="2401" actId="478"/>
            <ac:picMkLst>
              <pc:docMk/>
              <pc:sldMasterMk cId="1841573427" sldId="2147483671"/>
              <pc:sldLayoutMk cId="2341677304" sldId="2147483709"/>
              <ac:picMk id="7" creationId="{0E98EFEF-9D19-43E9-B77F-2323E1511C72}"/>
            </ac:picMkLst>
          </pc:picChg>
          <pc:picChg chg="add mod">
            <ac:chgData name="Mandy Lin - Freedom Systems" userId="24f92fdd-367a-40f1-ad9b-8db5b9467043" providerId="ADAL" clId="{5BF1F43A-1D68-4CA2-A42C-4398AE189845}" dt="2021-10-01T07:01:26.006" v="2402"/>
            <ac:picMkLst>
              <pc:docMk/>
              <pc:sldMasterMk cId="1841573427" sldId="2147483671"/>
              <pc:sldLayoutMk cId="2341677304" sldId="2147483709"/>
              <ac:picMk id="11" creationId="{86043276-BC73-452B-AD14-5A75BF7CC12F}"/>
            </ac:picMkLst>
          </pc:picChg>
        </pc:sldLayoutChg>
        <pc:sldLayoutChg chg="addSp delSp modSp add mod ord modTransition">
          <pc:chgData name="Mandy Lin - Freedom Systems" userId="24f92fdd-367a-40f1-ad9b-8db5b9467043" providerId="ADAL" clId="{5BF1F43A-1D68-4CA2-A42C-4398AE189845}" dt="2021-10-01T08:31:38.061" v="2861" actId="14100"/>
          <pc:sldLayoutMkLst>
            <pc:docMk/>
            <pc:sldMasterMk cId="1841573427" sldId="2147483671"/>
            <pc:sldLayoutMk cId="1078031856" sldId="2147483710"/>
          </pc:sldLayoutMkLst>
          <pc:spChg chg="mod">
            <ac:chgData name="Mandy Lin - Freedom Systems" userId="24f92fdd-367a-40f1-ad9b-8db5b9467043" providerId="ADAL" clId="{5BF1F43A-1D68-4CA2-A42C-4398AE189845}" dt="2021-10-01T08:31:38.061" v="2861" actId="14100"/>
            <ac:spMkLst>
              <pc:docMk/>
              <pc:sldMasterMk cId="1841573427" sldId="2147483671"/>
              <pc:sldLayoutMk cId="1078031856" sldId="2147483710"/>
              <ac:spMk id="2" creationId="{3E1EE04D-8E87-432E-BD76-0F9B2438AF67}"/>
            </ac:spMkLst>
          </pc:spChg>
          <pc:spChg chg="add mod ord">
            <ac:chgData name="Mandy Lin - Freedom Systems" userId="24f92fdd-367a-40f1-ad9b-8db5b9467043" providerId="ADAL" clId="{5BF1F43A-1D68-4CA2-A42C-4398AE189845}" dt="2021-10-01T07:03:33.440" v="2410" actId="167"/>
            <ac:spMkLst>
              <pc:docMk/>
              <pc:sldMasterMk cId="1841573427" sldId="2147483671"/>
              <pc:sldLayoutMk cId="1078031856" sldId="2147483710"/>
              <ac:spMk id="9" creationId="{B34E96A3-73D4-4B84-BB26-8805A5A6DDD5}"/>
            </ac:spMkLst>
          </pc:spChg>
          <pc:spChg chg="del">
            <ac:chgData name="Mandy Lin - Freedom Systems" userId="24f92fdd-367a-40f1-ad9b-8db5b9467043" providerId="ADAL" clId="{5BF1F43A-1D68-4CA2-A42C-4398AE189845}" dt="2021-10-01T07:03:20.878" v="2405" actId="478"/>
            <ac:spMkLst>
              <pc:docMk/>
              <pc:sldMasterMk cId="1841573427" sldId="2147483671"/>
              <pc:sldLayoutMk cId="1078031856" sldId="2147483710"/>
              <ac:spMk id="10" creationId="{8BE06A63-08EF-4AC7-A49E-F013A61ECD1D}"/>
            </ac:spMkLst>
          </pc:spChg>
          <pc:spChg chg="add mod ord">
            <ac:chgData name="Mandy Lin - Freedom Systems" userId="24f92fdd-367a-40f1-ad9b-8db5b9467043" providerId="ADAL" clId="{5BF1F43A-1D68-4CA2-A42C-4398AE189845}" dt="2021-10-01T07:03:30.507" v="2409" actId="167"/>
            <ac:spMkLst>
              <pc:docMk/>
              <pc:sldMasterMk cId="1841573427" sldId="2147483671"/>
              <pc:sldLayoutMk cId="1078031856" sldId="2147483710"/>
              <ac:spMk id="12" creationId="{666D6C91-7F10-4F13-8740-069399463BC5}"/>
            </ac:spMkLst>
          </pc:spChg>
        </pc:sldLayoutChg>
        <pc:sldLayoutChg chg="addSp delSp modSp add del mod ord">
          <pc:chgData name="Mandy Lin - Freedom Systems" userId="24f92fdd-367a-40f1-ad9b-8db5b9467043" providerId="ADAL" clId="{5BF1F43A-1D68-4CA2-A42C-4398AE189845}" dt="2021-10-19T05:56:52.962" v="4409" actId="14100"/>
          <pc:sldLayoutMkLst>
            <pc:docMk/>
            <pc:sldMasterMk cId="1841573427" sldId="2147483671"/>
            <pc:sldLayoutMk cId="3056610868" sldId="2147483711"/>
          </pc:sldLayoutMkLst>
          <pc:spChg chg="mod">
            <ac:chgData name="Mandy Lin - Freedom Systems" userId="24f92fdd-367a-40f1-ad9b-8db5b9467043" providerId="ADAL" clId="{5BF1F43A-1D68-4CA2-A42C-4398AE189845}" dt="2021-10-01T07:07:39.926" v="2429" actId="207"/>
            <ac:spMkLst>
              <pc:docMk/>
              <pc:sldMasterMk cId="1841573427" sldId="2147483671"/>
              <pc:sldLayoutMk cId="3056610868" sldId="2147483711"/>
              <ac:spMk id="5" creationId="{00000000-0000-0000-0000-000000000000}"/>
            </ac:spMkLst>
          </pc:spChg>
          <pc:spChg chg="add mod ord">
            <ac:chgData name="Mandy Lin - Freedom Systems" userId="24f92fdd-367a-40f1-ad9b-8db5b9467043" providerId="ADAL" clId="{5BF1F43A-1D68-4CA2-A42C-4398AE189845}" dt="2021-10-19T05:56:52.962" v="4409" actId="14100"/>
            <ac:spMkLst>
              <pc:docMk/>
              <pc:sldMasterMk cId="1841573427" sldId="2147483671"/>
              <pc:sldLayoutMk cId="3056610868" sldId="2147483711"/>
              <ac:spMk id="6" creationId="{A1E77291-AEF6-46F8-BAFA-CCF96E7353BD}"/>
            </ac:spMkLst>
          </pc:spChg>
          <pc:spChg chg="mod">
            <ac:chgData name="Mandy Lin - Freedom Systems" userId="24f92fdd-367a-40f1-ad9b-8db5b9467043" providerId="ADAL" clId="{5BF1F43A-1D68-4CA2-A42C-4398AE189845}" dt="2021-10-01T07:19:08.180" v="2560" actId="1076"/>
            <ac:spMkLst>
              <pc:docMk/>
              <pc:sldMasterMk cId="1841573427" sldId="2147483671"/>
              <pc:sldLayoutMk cId="3056610868" sldId="2147483711"/>
              <ac:spMk id="9" creationId="{00000000-0000-0000-0000-000000000000}"/>
            </ac:spMkLst>
          </pc:spChg>
          <pc:spChg chg="add mod ord">
            <ac:chgData name="Mandy Lin - Freedom Systems" userId="24f92fdd-367a-40f1-ad9b-8db5b9467043" providerId="ADAL" clId="{5BF1F43A-1D68-4CA2-A42C-4398AE189845}" dt="2021-10-04T07:27:56.870" v="4278" actId="1076"/>
            <ac:spMkLst>
              <pc:docMk/>
              <pc:sldMasterMk cId="1841573427" sldId="2147483671"/>
              <pc:sldLayoutMk cId="3056610868" sldId="2147483711"/>
              <ac:spMk id="17" creationId="{09E0A014-89D0-45AF-B8C6-BFABEDAEDC71}"/>
            </ac:spMkLst>
          </pc:spChg>
          <pc:picChg chg="del mod">
            <ac:chgData name="Mandy Lin - Freedom Systems" userId="24f92fdd-367a-40f1-ad9b-8db5b9467043" providerId="ADAL" clId="{5BF1F43A-1D68-4CA2-A42C-4398AE189845}" dt="2021-10-01T07:17:54.509" v="2533" actId="478"/>
            <ac:picMkLst>
              <pc:docMk/>
              <pc:sldMasterMk cId="1841573427" sldId="2147483671"/>
              <pc:sldLayoutMk cId="3056610868" sldId="2147483711"/>
              <ac:picMk id="3" creationId="{223EFCAA-1C29-2540-A29B-571ABD5F8225}"/>
            </ac:picMkLst>
          </pc:picChg>
          <pc:picChg chg="add mod ord">
            <ac:chgData name="Mandy Lin - Freedom Systems" userId="24f92fdd-367a-40f1-ad9b-8db5b9467043" providerId="ADAL" clId="{5BF1F43A-1D68-4CA2-A42C-4398AE189845}" dt="2021-10-01T07:18:59.666" v="2559" actId="1076"/>
            <ac:picMkLst>
              <pc:docMk/>
              <pc:sldMasterMk cId="1841573427" sldId="2147483671"/>
              <pc:sldLayoutMk cId="3056610868" sldId="2147483711"/>
              <ac:picMk id="4" creationId="{1B23D4B3-C45D-44FE-9D08-068C8D8594F6}"/>
            </ac:picMkLst>
          </pc:picChg>
          <pc:picChg chg="add del mod">
            <ac:chgData name="Mandy Lin - Freedom Systems" userId="24f92fdd-367a-40f1-ad9b-8db5b9467043" providerId="ADAL" clId="{5BF1F43A-1D68-4CA2-A42C-4398AE189845}" dt="2021-10-01T07:09:51.031" v="2451" actId="478"/>
            <ac:picMkLst>
              <pc:docMk/>
              <pc:sldMasterMk cId="1841573427" sldId="2147483671"/>
              <pc:sldLayoutMk cId="3056610868" sldId="2147483711"/>
              <ac:picMk id="8" creationId="{7587C06C-67CB-401F-942C-322A9B82AF75}"/>
            </ac:picMkLst>
          </pc:picChg>
          <pc:picChg chg="del">
            <ac:chgData name="Mandy Lin - Freedom Systems" userId="24f92fdd-367a-40f1-ad9b-8db5b9467043" providerId="ADAL" clId="{5BF1F43A-1D68-4CA2-A42C-4398AE189845}" dt="2021-10-01T07:09:05.368" v="2447" actId="478"/>
            <ac:picMkLst>
              <pc:docMk/>
              <pc:sldMasterMk cId="1841573427" sldId="2147483671"/>
              <pc:sldLayoutMk cId="3056610868" sldId="2147483711"/>
              <ac:picMk id="10" creationId="{2909513A-6623-4018-A76B-F954A5EA690E}"/>
            </ac:picMkLst>
          </pc:picChg>
          <pc:picChg chg="add del mod modCrop">
            <ac:chgData name="Mandy Lin - Freedom Systems" userId="24f92fdd-367a-40f1-ad9b-8db5b9467043" providerId="ADAL" clId="{5BF1F43A-1D68-4CA2-A42C-4398AE189845}" dt="2021-10-01T07:10:57.864" v="2461" actId="478"/>
            <ac:picMkLst>
              <pc:docMk/>
              <pc:sldMasterMk cId="1841573427" sldId="2147483671"/>
              <pc:sldLayoutMk cId="3056610868" sldId="2147483711"/>
              <ac:picMk id="12" creationId="{6B0BCBBF-E4FF-4A9E-98B8-CB3A075DDFB4}"/>
            </ac:picMkLst>
          </pc:picChg>
          <pc:picChg chg="add del mod modCrop">
            <ac:chgData name="Mandy Lin - Freedom Systems" userId="24f92fdd-367a-40f1-ad9b-8db5b9467043" providerId="ADAL" clId="{5BF1F43A-1D68-4CA2-A42C-4398AE189845}" dt="2021-10-01T07:15:28.327" v="2513" actId="478"/>
            <ac:picMkLst>
              <pc:docMk/>
              <pc:sldMasterMk cId="1841573427" sldId="2147483671"/>
              <pc:sldLayoutMk cId="3056610868" sldId="2147483711"/>
              <ac:picMk id="13" creationId="{E5C93153-D166-4F36-A057-02DEE9EAA1F7}"/>
            </ac:picMkLst>
          </pc:picChg>
          <pc:picChg chg="add del mod">
            <ac:chgData name="Mandy Lin - Freedom Systems" userId="24f92fdd-367a-40f1-ad9b-8db5b9467043" providerId="ADAL" clId="{5BF1F43A-1D68-4CA2-A42C-4398AE189845}" dt="2021-10-01T07:16:25.794" v="2518" actId="478"/>
            <ac:picMkLst>
              <pc:docMk/>
              <pc:sldMasterMk cId="1841573427" sldId="2147483671"/>
              <pc:sldLayoutMk cId="3056610868" sldId="2147483711"/>
              <ac:picMk id="15" creationId="{8E9EF18E-A1F6-4671-B5A9-D38B3F283323}"/>
            </ac:picMkLst>
          </pc:picChg>
          <pc:picChg chg="add mod">
            <ac:chgData name="Mandy Lin - Freedom Systems" userId="24f92fdd-367a-40f1-ad9b-8db5b9467043" providerId="ADAL" clId="{5BF1F43A-1D68-4CA2-A42C-4398AE189845}" dt="2021-10-03T16:28:11.187" v="3988" actId="167"/>
            <ac:picMkLst>
              <pc:docMk/>
              <pc:sldMasterMk cId="1841573427" sldId="2147483671"/>
              <pc:sldLayoutMk cId="3056610868" sldId="2147483711"/>
              <ac:picMk id="16" creationId="{FD233DC9-E58A-4BC3-B6C5-0E0F38519D70}"/>
            </ac:picMkLst>
          </pc:picChg>
        </pc:sldLayoutChg>
        <pc:sldLayoutChg chg="addSp delSp modSp mod modTransition">
          <pc:chgData name="Mandy Lin - Freedom Systems" userId="24f92fdd-367a-40f1-ad9b-8db5b9467043" providerId="ADAL" clId="{5BF1F43A-1D68-4CA2-A42C-4398AE189845}" dt="2021-10-03T15:55:21.828" v="3941" actId="403"/>
          <pc:sldLayoutMkLst>
            <pc:docMk/>
            <pc:sldMasterMk cId="1841573427" sldId="2147483671"/>
            <pc:sldLayoutMk cId="185217003" sldId="2147483712"/>
          </pc:sldLayoutMkLst>
          <pc:spChg chg="mod">
            <ac:chgData name="Mandy Lin - Freedom Systems" userId="24f92fdd-367a-40f1-ad9b-8db5b9467043" providerId="ADAL" clId="{5BF1F43A-1D68-4CA2-A42C-4398AE189845}" dt="2021-10-01T07:12:09.471" v="2480" actId="14100"/>
            <ac:spMkLst>
              <pc:docMk/>
              <pc:sldMasterMk cId="1841573427" sldId="2147483671"/>
              <pc:sldLayoutMk cId="185217003" sldId="2147483712"/>
              <ac:spMk id="4" creationId="{A78670F5-D904-4DAD-8FD1-F0C74BA1E043}"/>
            </ac:spMkLst>
          </pc:spChg>
          <pc:spChg chg="del">
            <ac:chgData name="Mandy Lin - Freedom Systems" userId="24f92fdd-367a-40f1-ad9b-8db5b9467043" providerId="ADAL" clId="{5BF1F43A-1D68-4CA2-A42C-4398AE189845}" dt="2021-10-01T07:12:06.622" v="2479" actId="478"/>
            <ac:spMkLst>
              <pc:docMk/>
              <pc:sldMasterMk cId="1841573427" sldId="2147483671"/>
              <pc:sldLayoutMk cId="185217003" sldId="2147483712"/>
              <ac:spMk id="6" creationId="{505C71BA-90CC-480A-8740-4BA24528D8AA}"/>
            </ac:spMkLst>
          </pc:spChg>
          <pc:spChg chg="mod">
            <ac:chgData name="Mandy Lin - Freedom Systems" userId="24f92fdd-367a-40f1-ad9b-8db5b9467043" providerId="ADAL" clId="{5BF1F43A-1D68-4CA2-A42C-4398AE189845}" dt="2021-10-01T07:13:08.047" v="2491" actId="14100"/>
            <ac:spMkLst>
              <pc:docMk/>
              <pc:sldMasterMk cId="1841573427" sldId="2147483671"/>
              <pc:sldLayoutMk cId="185217003" sldId="2147483712"/>
              <ac:spMk id="7" creationId="{2F51F789-4872-42ED-A7CA-B13B93E0BAE8}"/>
            </ac:spMkLst>
          </pc:spChg>
          <pc:spChg chg="add mod">
            <ac:chgData name="Mandy Lin - Freedom Systems" userId="24f92fdd-367a-40f1-ad9b-8db5b9467043" providerId="ADAL" clId="{5BF1F43A-1D68-4CA2-A42C-4398AE189845}" dt="2021-10-01T07:13:17.912" v="2492"/>
            <ac:spMkLst>
              <pc:docMk/>
              <pc:sldMasterMk cId="1841573427" sldId="2147483671"/>
              <pc:sldLayoutMk cId="185217003" sldId="2147483712"/>
              <ac:spMk id="11" creationId="{F27EED7B-4835-4F2E-8F43-F44C0A2CFB6A}"/>
            </ac:spMkLst>
          </pc:spChg>
          <pc:spChg chg="del">
            <ac:chgData name="Mandy Lin - Freedom Systems" userId="24f92fdd-367a-40f1-ad9b-8db5b9467043" providerId="ADAL" clId="{5BF1F43A-1D68-4CA2-A42C-4398AE189845}" dt="2021-10-03T15:18:11.190" v="3333" actId="478"/>
            <ac:spMkLst>
              <pc:docMk/>
              <pc:sldMasterMk cId="1841573427" sldId="2147483671"/>
              <pc:sldLayoutMk cId="185217003" sldId="2147483712"/>
              <ac:spMk id="13" creationId="{6CACAA85-CA05-497B-8637-9A5E9FD6635A}"/>
            </ac:spMkLst>
          </pc:spChg>
          <pc:spChg chg="del">
            <ac:chgData name="Mandy Lin - Freedom Systems" userId="24f92fdd-367a-40f1-ad9b-8db5b9467043" providerId="ADAL" clId="{5BF1F43A-1D68-4CA2-A42C-4398AE189845}" dt="2021-10-03T15:18:13.950" v="3334" actId="478"/>
            <ac:spMkLst>
              <pc:docMk/>
              <pc:sldMasterMk cId="1841573427" sldId="2147483671"/>
              <pc:sldLayoutMk cId="185217003" sldId="2147483712"/>
              <ac:spMk id="14" creationId="{903BA89F-0DB5-4578-84FA-A8732D6A77D0}"/>
            </ac:spMkLst>
          </pc:spChg>
          <pc:spChg chg="add mod">
            <ac:chgData name="Mandy Lin - Freedom Systems" userId="24f92fdd-367a-40f1-ad9b-8db5b9467043" providerId="ADAL" clId="{5BF1F43A-1D68-4CA2-A42C-4398AE189845}" dt="2021-10-03T15:18:14.607" v="3335"/>
            <ac:spMkLst>
              <pc:docMk/>
              <pc:sldMasterMk cId="1841573427" sldId="2147483671"/>
              <pc:sldLayoutMk cId="185217003" sldId="2147483712"/>
              <ac:spMk id="15" creationId="{36647796-9FC6-4DE0-850C-60C2B1E95FE5}"/>
            </ac:spMkLst>
          </pc:spChg>
          <pc:spChg chg="add mod">
            <ac:chgData name="Mandy Lin - Freedom Systems" userId="24f92fdd-367a-40f1-ad9b-8db5b9467043" providerId="ADAL" clId="{5BF1F43A-1D68-4CA2-A42C-4398AE189845}" dt="2021-10-01T07:13:17.912" v="2492"/>
            <ac:spMkLst>
              <pc:docMk/>
              <pc:sldMasterMk cId="1841573427" sldId="2147483671"/>
              <pc:sldLayoutMk cId="185217003" sldId="2147483712"/>
              <ac:spMk id="16" creationId="{8861116A-4739-42A3-B4EE-6C77EC91024C}"/>
            </ac:spMkLst>
          </pc:spChg>
          <pc:spChg chg="add mod">
            <ac:chgData name="Mandy Lin - Freedom Systems" userId="24f92fdd-367a-40f1-ad9b-8db5b9467043" providerId="ADAL" clId="{5BF1F43A-1D68-4CA2-A42C-4398AE189845}" dt="2021-10-03T15:55:21.828" v="3941" actId="403"/>
            <ac:spMkLst>
              <pc:docMk/>
              <pc:sldMasterMk cId="1841573427" sldId="2147483671"/>
              <pc:sldLayoutMk cId="185217003" sldId="2147483712"/>
              <ac:spMk id="17" creationId="{AC354EA5-02DC-477A-8946-AC2D69952089}"/>
            </ac:spMkLst>
          </pc:spChg>
          <pc:spChg chg="add mod">
            <ac:chgData name="Mandy Lin - Freedom Systems" userId="24f92fdd-367a-40f1-ad9b-8db5b9467043" providerId="ADAL" clId="{5BF1F43A-1D68-4CA2-A42C-4398AE189845}" dt="2021-10-01T07:30:03.573" v="2634"/>
            <ac:spMkLst>
              <pc:docMk/>
              <pc:sldMasterMk cId="1841573427" sldId="2147483671"/>
              <pc:sldLayoutMk cId="185217003" sldId="2147483712"/>
              <ac:spMk id="18" creationId="{4AC4718A-1643-4818-B4AC-50345745430D}"/>
            </ac:spMkLst>
          </pc:spChg>
          <pc:spChg chg="add mod">
            <ac:chgData name="Mandy Lin - Freedom Systems" userId="24f92fdd-367a-40f1-ad9b-8db5b9467043" providerId="ADAL" clId="{5BF1F43A-1D68-4CA2-A42C-4398AE189845}" dt="2021-10-01T07:30:03.573" v="2634"/>
            <ac:spMkLst>
              <pc:docMk/>
              <pc:sldMasterMk cId="1841573427" sldId="2147483671"/>
              <pc:sldLayoutMk cId="185217003" sldId="2147483712"/>
              <ac:spMk id="19" creationId="{9E6F4434-0CD9-4430-A645-07C7AB25D072}"/>
            </ac:spMkLst>
          </pc:spChg>
          <pc:spChg chg="mod">
            <ac:chgData name="Mandy Lin - Freedom Systems" userId="24f92fdd-367a-40f1-ad9b-8db5b9467043" providerId="ADAL" clId="{5BF1F43A-1D68-4CA2-A42C-4398AE189845}" dt="2021-10-01T07:13:03.165" v="2490" actId="14100"/>
            <ac:spMkLst>
              <pc:docMk/>
              <pc:sldMasterMk cId="1841573427" sldId="2147483671"/>
              <pc:sldLayoutMk cId="185217003" sldId="2147483712"/>
              <ac:spMk id="20" creationId="{967E0203-8EB4-43C1-A200-C3DE27F9E94E}"/>
            </ac:spMkLst>
          </pc:spChg>
          <pc:spChg chg="add mod">
            <ac:chgData name="Mandy Lin - Freedom Systems" userId="24f92fdd-367a-40f1-ad9b-8db5b9467043" providerId="ADAL" clId="{5BF1F43A-1D68-4CA2-A42C-4398AE189845}" dt="2021-10-03T15:18:14.607" v="3335"/>
            <ac:spMkLst>
              <pc:docMk/>
              <pc:sldMasterMk cId="1841573427" sldId="2147483671"/>
              <pc:sldLayoutMk cId="185217003" sldId="2147483712"/>
              <ac:spMk id="21" creationId="{4C77E845-2690-49BE-9788-E369C6F8CA2F}"/>
            </ac:spMkLst>
          </pc:spChg>
          <pc:spChg chg="mod">
            <ac:chgData name="Mandy Lin - Freedom Systems" userId="24f92fdd-367a-40f1-ad9b-8db5b9467043" providerId="ADAL" clId="{5BF1F43A-1D68-4CA2-A42C-4398AE189845}" dt="2021-10-01T07:12:20.277" v="2482" actId="14100"/>
            <ac:spMkLst>
              <pc:docMk/>
              <pc:sldMasterMk cId="1841573427" sldId="2147483671"/>
              <pc:sldLayoutMk cId="185217003" sldId="2147483712"/>
              <ac:spMk id="23" creationId="{123B41A2-CB71-4EE6-8273-AF15123216AB}"/>
            </ac:spMkLst>
          </pc:spChg>
          <pc:picChg chg="del">
            <ac:chgData name="Mandy Lin - Freedom Systems" userId="24f92fdd-367a-40f1-ad9b-8db5b9467043" providerId="ADAL" clId="{5BF1F43A-1D68-4CA2-A42C-4398AE189845}" dt="2021-10-01T07:12:03.053" v="2477" actId="478"/>
            <ac:picMkLst>
              <pc:docMk/>
              <pc:sldMasterMk cId="1841573427" sldId="2147483671"/>
              <pc:sldLayoutMk cId="185217003" sldId="2147483712"/>
              <ac:picMk id="15" creationId="{0D338CE8-DB6A-4C89-BDDE-6DA32B5E97A9}"/>
            </ac:picMkLst>
          </pc:picChg>
          <pc:cxnChg chg="del">
            <ac:chgData name="Mandy Lin - Freedom Systems" userId="24f92fdd-367a-40f1-ad9b-8db5b9467043" providerId="ADAL" clId="{5BF1F43A-1D68-4CA2-A42C-4398AE189845}" dt="2021-10-01T07:12:03.946" v="2478" actId="478"/>
            <ac:cxnSpMkLst>
              <pc:docMk/>
              <pc:sldMasterMk cId="1841573427" sldId="2147483671"/>
              <pc:sldLayoutMk cId="185217003" sldId="2147483712"/>
              <ac:cxnSpMk id="12" creationId="{FF5B9C8B-1488-4BEE-A2FF-B4FDAAC53250}"/>
            </ac:cxnSpMkLst>
          </pc:cxnChg>
        </pc:sldLayoutChg>
        <pc:sldLayoutChg chg="addSp delSp modSp mod modTransition">
          <pc:chgData name="Mandy Lin - Freedom Systems" userId="24f92fdd-367a-40f1-ad9b-8db5b9467043" providerId="ADAL" clId="{5BF1F43A-1D68-4CA2-A42C-4398AE189845}" dt="2021-10-03T15:55:25.627" v="3942" actId="403"/>
          <pc:sldLayoutMkLst>
            <pc:docMk/>
            <pc:sldMasterMk cId="1841573427" sldId="2147483671"/>
            <pc:sldLayoutMk cId="1700340972" sldId="2147483713"/>
          </pc:sldLayoutMkLst>
          <pc:spChg chg="del">
            <ac:chgData name="Mandy Lin - Freedom Systems" userId="24f92fdd-367a-40f1-ad9b-8db5b9467043" providerId="ADAL" clId="{5BF1F43A-1D68-4CA2-A42C-4398AE189845}" dt="2021-10-01T07:13:39.489" v="2496" actId="478"/>
            <ac:spMkLst>
              <pc:docMk/>
              <pc:sldMasterMk cId="1841573427" sldId="2147483671"/>
              <pc:sldLayoutMk cId="1700340972" sldId="2147483713"/>
              <ac:spMk id="4" creationId="{A78670F5-D904-4DAD-8FD1-F0C74BA1E043}"/>
            </ac:spMkLst>
          </pc:spChg>
          <pc:spChg chg="del">
            <ac:chgData name="Mandy Lin - Freedom Systems" userId="24f92fdd-367a-40f1-ad9b-8db5b9467043" providerId="ADAL" clId="{5BF1F43A-1D68-4CA2-A42C-4398AE189845}" dt="2021-10-01T07:13:40.930" v="2497" actId="478"/>
            <ac:spMkLst>
              <pc:docMk/>
              <pc:sldMasterMk cId="1841573427" sldId="2147483671"/>
              <pc:sldLayoutMk cId="1700340972" sldId="2147483713"/>
              <ac:spMk id="6" creationId="{505C71BA-90CC-480A-8740-4BA24528D8AA}"/>
            </ac:spMkLst>
          </pc:spChg>
          <pc:spChg chg="mod">
            <ac:chgData name="Mandy Lin - Freedom Systems" userId="24f92fdd-367a-40f1-ad9b-8db5b9467043" providerId="ADAL" clId="{5BF1F43A-1D68-4CA2-A42C-4398AE189845}" dt="2021-10-01T07:14:16.729" v="2504" actId="14100"/>
            <ac:spMkLst>
              <pc:docMk/>
              <pc:sldMasterMk cId="1841573427" sldId="2147483671"/>
              <pc:sldLayoutMk cId="1700340972" sldId="2147483713"/>
              <ac:spMk id="7" creationId="{2F51F789-4872-42ED-A7CA-B13B93E0BAE8}"/>
            </ac:spMkLst>
          </pc:spChg>
          <pc:spChg chg="add mod">
            <ac:chgData name="Mandy Lin - Freedom Systems" userId="24f92fdd-367a-40f1-ad9b-8db5b9467043" providerId="ADAL" clId="{5BF1F43A-1D68-4CA2-A42C-4398AE189845}" dt="2021-10-01T07:14:40.009" v="2506"/>
            <ac:spMkLst>
              <pc:docMk/>
              <pc:sldMasterMk cId="1841573427" sldId="2147483671"/>
              <pc:sldLayoutMk cId="1700340972" sldId="2147483713"/>
              <ac:spMk id="13" creationId="{EBA232D6-D27E-464E-8C5F-A66A70334C11}"/>
            </ac:spMkLst>
          </pc:spChg>
          <pc:spChg chg="add mod">
            <ac:chgData name="Mandy Lin - Freedom Systems" userId="24f92fdd-367a-40f1-ad9b-8db5b9467043" providerId="ADAL" clId="{5BF1F43A-1D68-4CA2-A42C-4398AE189845}" dt="2021-10-01T07:14:40.009" v="2506"/>
            <ac:spMkLst>
              <pc:docMk/>
              <pc:sldMasterMk cId="1841573427" sldId="2147483671"/>
              <pc:sldLayoutMk cId="1700340972" sldId="2147483713"/>
              <ac:spMk id="15" creationId="{F69155DD-3274-460C-98F6-64FADF89FCC2}"/>
            </ac:spMkLst>
          </pc:spChg>
          <pc:spChg chg="add mod">
            <ac:chgData name="Mandy Lin - Freedom Systems" userId="24f92fdd-367a-40f1-ad9b-8db5b9467043" providerId="ADAL" clId="{5BF1F43A-1D68-4CA2-A42C-4398AE189845}" dt="2021-10-03T15:55:25.627" v="3942" actId="403"/>
            <ac:spMkLst>
              <pc:docMk/>
              <pc:sldMasterMk cId="1841573427" sldId="2147483671"/>
              <pc:sldLayoutMk cId="1700340972" sldId="2147483713"/>
              <ac:spMk id="16" creationId="{CD9F6C45-ED65-44AB-BE02-ABB08687D256}"/>
            </ac:spMkLst>
          </pc:spChg>
          <pc:spChg chg="add mod">
            <ac:chgData name="Mandy Lin - Freedom Systems" userId="24f92fdd-367a-40f1-ad9b-8db5b9467043" providerId="ADAL" clId="{5BF1F43A-1D68-4CA2-A42C-4398AE189845}" dt="2021-10-01T07:30:34.586" v="2639"/>
            <ac:spMkLst>
              <pc:docMk/>
              <pc:sldMasterMk cId="1841573427" sldId="2147483671"/>
              <pc:sldLayoutMk cId="1700340972" sldId="2147483713"/>
              <ac:spMk id="17" creationId="{F98943F3-816B-4987-B079-8D4ABE02C5F0}"/>
            </ac:spMkLst>
          </pc:spChg>
          <pc:spChg chg="add mod">
            <ac:chgData name="Mandy Lin - Freedom Systems" userId="24f92fdd-367a-40f1-ad9b-8db5b9467043" providerId="ADAL" clId="{5BF1F43A-1D68-4CA2-A42C-4398AE189845}" dt="2021-10-01T07:30:34.586" v="2639"/>
            <ac:spMkLst>
              <pc:docMk/>
              <pc:sldMasterMk cId="1841573427" sldId="2147483671"/>
              <pc:sldLayoutMk cId="1700340972" sldId="2147483713"/>
              <ac:spMk id="18" creationId="{8007CE3B-34A8-4149-B2FF-E818B7C36932}"/>
            </ac:spMkLst>
          </pc:spChg>
          <pc:spChg chg="mod">
            <ac:chgData name="Mandy Lin - Freedom Systems" userId="24f92fdd-367a-40f1-ad9b-8db5b9467043" providerId="ADAL" clId="{5BF1F43A-1D68-4CA2-A42C-4398AE189845}" dt="2021-10-01T07:13:57.352" v="2500" actId="14100"/>
            <ac:spMkLst>
              <pc:docMk/>
              <pc:sldMasterMk cId="1841573427" sldId="2147483671"/>
              <pc:sldLayoutMk cId="1700340972" sldId="2147483713"/>
              <ac:spMk id="20" creationId="{967E0203-8EB4-43C1-A200-C3DE27F9E94E}"/>
            </ac:spMkLst>
          </pc:spChg>
          <pc:spChg chg="mod">
            <ac:chgData name="Mandy Lin - Freedom Systems" userId="24f92fdd-367a-40f1-ad9b-8db5b9467043" providerId="ADAL" clId="{5BF1F43A-1D68-4CA2-A42C-4398AE189845}" dt="2021-10-01T07:14:01.074" v="2501" actId="14100"/>
            <ac:spMkLst>
              <pc:docMk/>
              <pc:sldMasterMk cId="1841573427" sldId="2147483671"/>
              <pc:sldLayoutMk cId="1700340972" sldId="2147483713"/>
              <ac:spMk id="23" creationId="{123B41A2-CB71-4EE6-8273-AF15123216AB}"/>
            </ac:spMkLst>
          </pc:spChg>
          <pc:spChg chg="mod">
            <ac:chgData name="Mandy Lin - Freedom Systems" userId="24f92fdd-367a-40f1-ad9b-8db5b9467043" providerId="ADAL" clId="{5BF1F43A-1D68-4CA2-A42C-4398AE189845}" dt="2021-10-01T07:14:21.129" v="2505" actId="14100"/>
            <ac:spMkLst>
              <pc:docMk/>
              <pc:sldMasterMk cId="1841573427" sldId="2147483671"/>
              <pc:sldLayoutMk cId="1700340972" sldId="2147483713"/>
              <ac:spMk id="25" creationId="{591E9A35-6976-4457-BFEC-F0EB7C29D471}"/>
            </ac:spMkLst>
          </pc:spChg>
          <pc:picChg chg="del">
            <ac:chgData name="Mandy Lin - Freedom Systems" userId="24f92fdd-367a-40f1-ad9b-8db5b9467043" providerId="ADAL" clId="{5BF1F43A-1D68-4CA2-A42C-4398AE189845}" dt="2021-10-01T07:13:37.363" v="2494" actId="478"/>
            <ac:picMkLst>
              <pc:docMk/>
              <pc:sldMasterMk cId="1841573427" sldId="2147483671"/>
              <pc:sldLayoutMk cId="1700340972" sldId="2147483713"/>
              <ac:picMk id="14" creationId="{B8F36492-CABA-4B8A-9717-FC208EC8DF97}"/>
            </ac:picMkLst>
          </pc:picChg>
          <pc:cxnChg chg="del">
            <ac:chgData name="Mandy Lin - Freedom Systems" userId="24f92fdd-367a-40f1-ad9b-8db5b9467043" providerId="ADAL" clId="{5BF1F43A-1D68-4CA2-A42C-4398AE189845}" dt="2021-10-01T07:13:38.307" v="2495" actId="478"/>
            <ac:cxnSpMkLst>
              <pc:docMk/>
              <pc:sldMasterMk cId="1841573427" sldId="2147483671"/>
              <pc:sldLayoutMk cId="1700340972" sldId="2147483713"/>
              <ac:cxnSpMk id="12" creationId="{FF5B9C8B-1488-4BEE-A2FF-B4FDAAC53250}"/>
            </ac:cxnSpMkLst>
          </pc:cxnChg>
        </pc:sldLayoutChg>
        <pc:sldLayoutChg chg="addSp delSp modSp mod">
          <pc:chgData name="Mandy Lin - Freedom Systems" userId="24f92fdd-367a-40f1-ad9b-8db5b9467043" providerId="ADAL" clId="{5BF1F43A-1D68-4CA2-A42C-4398AE189845}" dt="2021-10-01T07:21:28.169" v="2585"/>
          <pc:sldLayoutMkLst>
            <pc:docMk/>
            <pc:sldMasterMk cId="1841573427" sldId="2147483671"/>
            <pc:sldLayoutMk cId="1228329412" sldId="2147483714"/>
          </pc:sldLayoutMkLst>
          <pc:spChg chg="del">
            <ac:chgData name="Mandy Lin - Freedom Systems" userId="24f92fdd-367a-40f1-ad9b-8db5b9467043" providerId="ADAL" clId="{5BF1F43A-1D68-4CA2-A42C-4398AE189845}" dt="2021-10-01T07:21:11.323" v="2584" actId="478"/>
            <ac:spMkLst>
              <pc:docMk/>
              <pc:sldMasterMk cId="1841573427" sldId="2147483671"/>
              <pc:sldLayoutMk cId="1228329412" sldId="2147483714"/>
              <ac:spMk id="4" creationId="{A3078878-9EDE-4526-B367-AE0D51B455C0}"/>
            </ac:spMkLst>
          </pc:spChg>
          <pc:spChg chg="del">
            <ac:chgData name="Mandy Lin - Freedom Systems" userId="24f92fdd-367a-40f1-ad9b-8db5b9467043" providerId="ADAL" clId="{5BF1F43A-1D68-4CA2-A42C-4398AE189845}" dt="2021-10-01T07:21:04.456" v="2579" actId="478"/>
            <ac:spMkLst>
              <pc:docMk/>
              <pc:sldMasterMk cId="1841573427" sldId="2147483671"/>
              <pc:sldLayoutMk cId="1228329412" sldId="2147483714"/>
              <ac:spMk id="8" creationId="{3D70A725-88F1-48CE-A357-CBFEB374F5BE}"/>
            </ac:spMkLst>
          </pc:spChg>
          <pc:spChg chg="add mod">
            <ac:chgData name="Mandy Lin - Freedom Systems" userId="24f92fdd-367a-40f1-ad9b-8db5b9467043" providerId="ADAL" clId="{5BF1F43A-1D68-4CA2-A42C-4398AE189845}" dt="2021-10-01T07:21:28.169" v="2585"/>
            <ac:spMkLst>
              <pc:docMk/>
              <pc:sldMasterMk cId="1841573427" sldId="2147483671"/>
              <pc:sldLayoutMk cId="1228329412" sldId="2147483714"/>
              <ac:spMk id="10" creationId="{AF9376CD-084B-45CB-B346-137125A361C4}"/>
            </ac:spMkLst>
          </pc:spChg>
          <pc:spChg chg="add mod">
            <ac:chgData name="Mandy Lin - Freedom Systems" userId="24f92fdd-367a-40f1-ad9b-8db5b9467043" providerId="ADAL" clId="{5BF1F43A-1D68-4CA2-A42C-4398AE189845}" dt="2021-10-01T07:21:28.169" v="2585"/>
            <ac:spMkLst>
              <pc:docMk/>
              <pc:sldMasterMk cId="1841573427" sldId="2147483671"/>
              <pc:sldLayoutMk cId="1228329412" sldId="2147483714"/>
              <ac:spMk id="11" creationId="{D8F6CD5E-6289-452E-A272-6F983627435A}"/>
            </ac:spMkLst>
          </pc:spChg>
          <pc:spChg chg="del">
            <ac:chgData name="Mandy Lin - Freedom Systems" userId="24f92fdd-367a-40f1-ad9b-8db5b9467043" providerId="ADAL" clId="{5BF1F43A-1D68-4CA2-A42C-4398AE189845}" dt="2021-10-01T07:21:06.706" v="2581" actId="478"/>
            <ac:spMkLst>
              <pc:docMk/>
              <pc:sldMasterMk cId="1841573427" sldId="2147483671"/>
              <pc:sldLayoutMk cId="1228329412" sldId="2147483714"/>
              <ac:spMk id="13" creationId="{E10765B5-19AE-400A-A849-F02A05125234}"/>
            </ac:spMkLst>
          </pc:spChg>
          <pc:spChg chg="del">
            <ac:chgData name="Mandy Lin - Freedom Systems" userId="24f92fdd-367a-40f1-ad9b-8db5b9467043" providerId="ADAL" clId="{5BF1F43A-1D68-4CA2-A42C-4398AE189845}" dt="2021-10-01T07:21:07.594" v="2582" actId="478"/>
            <ac:spMkLst>
              <pc:docMk/>
              <pc:sldMasterMk cId="1841573427" sldId="2147483671"/>
              <pc:sldLayoutMk cId="1228329412" sldId="2147483714"/>
              <ac:spMk id="14" creationId="{983A706D-E7D7-4AEC-BB8B-F95362875E6B}"/>
            </ac:spMkLst>
          </pc:spChg>
          <pc:picChg chg="del">
            <ac:chgData name="Mandy Lin - Freedom Systems" userId="24f92fdd-367a-40f1-ad9b-8db5b9467043" providerId="ADAL" clId="{5BF1F43A-1D68-4CA2-A42C-4398AE189845}" dt="2021-10-01T07:21:04.963" v="2580" actId="478"/>
            <ac:picMkLst>
              <pc:docMk/>
              <pc:sldMasterMk cId="1841573427" sldId="2147483671"/>
              <pc:sldLayoutMk cId="1228329412" sldId="2147483714"/>
              <ac:picMk id="6" creationId="{6DFCC778-4BBC-4DDB-B743-C9882AE8559C}"/>
            </ac:picMkLst>
          </pc:picChg>
          <pc:picChg chg="del">
            <ac:chgData name="Mandy Lin - Freedom Systems" userId="24f92fdd-367a-40f1-ad9b-8db5b9467043" providerId="ADAL" clId="{5BF1F43A-1D68-4CA2-A42C-4398AE189845}" dt="2021-10-01T07:21:08.563" v="2583" actId="478"/>
            <ac:picMkLst>
              <pc:docMk/>
              <pc:sldMasterMk cId="1841573427" sldId="2147483671"/>
              <pc:sldLayoutMk cId="1228329412" sldId="2147483714"/>
              <ac:picMk id="9" creationId="{C47D2A9F-D2F3-43D2-9708-13EC26B56084}"/>
            </ac:picMkLst>
          </pc:picChg>
        </pc:sldLayoutChg>
        <pc:sldLayoutChg chg="addSp delSp modSp add mod modTransition">
          <pc:chgData name="Mandy Lin - Freedom Systems" userId="24f92fdd-367a-40f1-ad9b-8db5b9467043" providerId="ADAL" clId="{5BF1F43A-1D68-4CA2-A42C-4398AE189845}" dt="2021-10-19T06:42:37.742" v="4600" actId="208"/>
          <pc:sldLayoutMkLst>
            <pc:docMk/>
            <pc:sldMasterMk cId="1841573427" sldId="2147483671"/>
            <pc:sldLayoutMk cId="1118735353" sldId="2147483715"/>
          </pc:sldLayoutMkLst>
          <pc:spChg chg="add mod">
            <ac:chgData name="Mandy Lin - Freedom Systems" userId="24f92fdd-367a-40f1-ad9b-8db5b9467043" providerId="ADAL" clId="{5BF1F43A-1D68-4CA2-A42C-4398AE189845}" dt="2021-10-03T16:00:27.422" v="3980" actId="1076"/>
            <ac:spMkLst>
              <pc:docMk/>
              <pc:sldMasterMk cId="1841573427" sldId="2147483671"/>
              <pc:sldLayoutMk cId="1118735353" sldId="2147483715"/>
              <ac:spMk id="5" creationId="{E107F1E0-331A-4D4E-9C20-02C888913B9F}"/>
            </ac:spMkLst>
          </pc:spChg>
          <pc:spChg chg="mod">
            <ac:chgData name="Mandy Lin - Freedom Systems" userId="24f92fdd-367a-40f1-ad9b-8db5b9467043" providerId="ADAL" clId="{5BF1F43A-1D68-4CA2-A42C-4398AE189845}" dt="2021-10-03T08:11:48.555" v="3002" actId="14100"/>
            <ac:spMkLst>
              <pc:docMk/>
              <pc:sldMasterMk cId="1841573427" sldId="2147483671"/>
              <pc:sldLayoutMk cId="1118735353" sldId="2147483715"/>
              <ac:spMk id="7" creationId="{C13A0DC6-59C5-47FA-AD72-692FA792C5BE}"/>
            </ac:spMkLst>
          </pc:spChg>
          <pc:spChg chg="add del mod">
            <ac:chgData name="Mandy Lin - Freedom Systems" userId="24f92fdd-367a-40f1-ad9b-8db5b9467043" providerId="ADAL" clId="{5BF1F43A-1D68-4CA2-A42C-4398AE189845}" dt="2021-10-03T08:13:51.136" v="3012" actId="478"/>
            <ac:spMkLst>
              <pc:docMk/>
              <pc:sldMasterMk cId="1841573427" sldId="2147483671"/>
              <pc:sldLayoutMk cId="1118735353" sldId="2147483715"/>
              <ac:spMk id="10" creationId="{A6BCFCB5-11C0-4A4D-884A-9E5CD3451C2D}"/>
            </ac:spMkLst>
          </pc:spChg>
          <pc:spChg chg="add del mod">
            <ac:chgData name="Mandy Lin - Freedom Systems" userId="24f92fdd-367a-40f1-ad9b-8db5b9467043" providerId="ADAL" clId="{5BF1F43A-1D68-4CA2-A42C-4398AE189845}" dt="2021-10-03T16:47:38.131" v="4250" actId="478"/>
            <ac:spMkLst>
              <pc:docMk/>
              <pc:sldMasterMk cId="1841573427" sldId="2147483671"/>
              <pc:sldLayoutMk cId="1118735353" sldId="2147483715"/>
              <ac:spMk id="13" creationId="{47F21FA9-75CF-4FD1-8538-B123A383EAE4}"/>
            </ac:spMkLst>
          </pc:spChg>
          <pc:picChg chg="add del">
            <ac:chgData name="Mandy Lin - Freedom Systems" userId="24f92fdd-367a-40f1-ad9b-8db5b9467043" providerId="ADAL" clId="{5BF1F43A-1D68-4CA2-A42C-4398AE189845}" dt="2021-10-03T08:13:27.239" v="3009"/>
            <ac:picMkLst>
              <pc:docMk/>
              <pc:sldMasterMk cId="1841573427" sldId="2147483671"/>
              <pc:sldLayoutMk cId="1118735353" sldId="2147483715"/>
              <ac:picMk id="4" creationId="{B0683A58-D001-4B31-8FA8-319D67C6290A}"/>
            </ac:picMkLst>
          </pc:picChg>
          <pc:picChg chg="add del mod">
            <ac:chgData name="Mandy Lin - Freedom Systems" userId="24f92fdd-367a-40f1-ad9b-8db5b9467043" providerId="ADAL" clId="{5BF1F43A-1D68-4CA2-A42C-4398AE189845}" dt="2021-10-03T16:43:25.627" v="4068" actId="478"/>
            <ac:picMkLst>
              <pc:docMk/>
              <pc:sldMasterMk cId="1841573427" sldId="2147483671"/>
              <pc:sldLayoutMk cId="1118735353" sldId="2147483715"/>
              <ac:picMk id="6" creationId="{A28515C7-3B34-4B4F-B842-8D09D7FCD02B}"/>
            </ac:picMkLst>
          </pc:picChg>
          <pc:picChg chg="mod">
            <ac:chgData name="Mandy Lin - Freedom Systems" userId="24f92fdd-367a-40f1-ad9b-8db5b9467043" providerId="ADAL" clId="{5BF1F43A-1D68-4CA2-A42C-4398AE189845}" dt="2021-10-03T16:00:41.546" v="3984" actId="1036"/>
            <ac:picMkLst>
              <pc:docMk/>
              <pc:sldMasterMk cId="1841573427" sldId="2147483671"/>
              <pc:sldLayoutMk cId="1118735353" sldId="2147483715"/>
              <ac:picMk id="12" creationId="{46264726-534C-4D98-A458-87CACD928A32}"/>
            </ac:picMkLst>
          </pc:picChg>
          <pc:picChg chg="add del mod">
            <ac:chgData name="Mandy Lin - Freedom Systems" userId="24f92fdd-367a-40f1-ad9b-8db5b9467043" providerId="ADAL" clId="{5BF1F43A-1D68-4CA2-A42C-4398AE189845}" dt="2021-10-03T16:43:26.883" v="4069" actId="478"/>
            <ac:picMkLst>
              <pc:docMk/>
              <pc:sldMasterMk cId="1841573427" sldId="2147483671"/>
              <pc:sldLayoutMk cId="1118735353" sldId="2147483715"/>
              <ac:picMk id="1026" creationId="{42D005AD-F9B6-4487-B455-F9D451319FF0}"/>
            </ac:picMkLst>
          </pc:picChg>
          <pc:cxnChg chg="mod">
            <ac:chgData name="Mandy Lin - Freedom Systems" userId="24f92fdd-367a-40f1-ad9b-8db5b9467043" providerId="ADAL" clId="{5BF1F43A-1D68-4CA2-A42C-4398AE189845}" dt="2021-10-19T06:42:37.742" v="4600" actId="208"/>
            <ac:cxnSpMkLst>
              <pc:docMk/>
              <pc:sldMasterMk cId="1841573427" sldId="2147483671"/>
              <pc:sldLayoutMk cId="1118735353" sldId="2147483715"/>
              <ac:cxnSpMk id="9" creationId="{1A2905EB-98F2-48DF-8098-8F2038A11EC0}"/>
            </ac:cxnSpMkLst>
          </pc:cxnChg>
        </pc:sldLayoutChg>
        <pc:sldLayoutChg chg="addSp delSp modSp del mod">
          <pc:chgData name="Mandy Lin - Freedom Systems" userId="24f92fdd-367a-40f1-ad9b-8db5b9467043" providerId="ADAL" clId="{5BF1F43A-1D68-4CA2-A42C-4398AE189845}" dt="2021-10-01T07:56:17.227" v="2847" actId="47"/>
          <pc:sldLayoutMkLst>
            <pc:docMk/>
            <pc:sldMasterMk cId="1841573427" sldId="2147483671"/>
            <pc:sldLayoutMk cId="4086397912" sldId="2147483715"/>
          </pc:sldLayoutMkLst>
          <pc:spChg chg="del">
            <ac:chgData name="Mandy Lin - Freedom Systems" userId="24f92fdd-367a-40f1-ad9b-8db5b9467043" providerId="ADAL" clId="{5BF1F43A-1D68-4CA2-A42C-4398AE189845}" dt="2021-10-01T07:36:23.102" v="2699" actId="478"/>
            <ac:spMkLst>
              <pc:docMk/>
              <pc:sldMasterMk cId="1841573427" sldId="2147483671"/>
              <pc:sldLayoutMk cId="4086397912" sldId="2147483715"/>
              <ac:spMk id="2" creationId="{CA4CA058-F5CD-440E-8CC6-79684AE6310A}"/>
            </ac:spMkLst>
          </pc:spChg>
          <pc:spChg chg="add mod">
            <ac:chgData name="Mandy Lin - Freedom Systems" userId="24f92fdd-367a-40f1-ad9b-8db5b9467043" providerId="ADAL" clId="{5BF1F43A-1D68-4CA2-A42C-4398AE189845}" dt="2021-10-01T07:39:21.127" v="2719" actId="1038"/>
            <ac:spMkLst>
              <pc:docMk/>
              <pc:sldMasterMk cId="1841573427" sldId="2147483671"/>
              <pc:sldLayoutMk cId="4086397912" sldId="2147483715"/>
              <ac:spMk id="4" creationId="{15884ECF-71F9-43DC-94CE-D8B66CA27980}"/>
            </ac:spMkLst>
          </pc:spChg>
          <pc:spChg chg="add mod">
            <ac:chgData name="Mandy Lin - Freedom Systems" userId="24f92fdd-367a-40f1-ad9b-8db5b9467043" providerId="ADAL" clId="{5BF1F43A-1D68-4CA2-A42C-4398AE189845}" dt="2021-10-01T07:22:06.887" v="2594" actId="403"/>
            <ac:spMkLst>
              <pc:docMk/>
              <pc:sldMasterMk cId="1841573427" sldId="2147483671"/>
              <pc:sldLayoutMk cId="4086397912" sldId="2147483715"/>
              <ac:spMk id="6" creationId="{D6ABA337-4A54-43C8-93E2-54DDFEE24DE0}"/>
            </ac:spMkLst>
          </pc:spChg>
          <pc:picChg chg="del mod">
            <ac:chgData name="Mandy Lin - Freedom Systems" userId="24f92fdd-367a-40f1-ad9b-8db5b9467043" providerId="ADAL" clId="{5BF1F43A-1D68-4CA2-A42C-4398AE189845}" dt="2021-10-01T07:36:20.365" v="2698" actId="478"/>
            <ac:picMkLst>
              <pc:docMk/>
              <pc:sldMasterMk cId="1841573427" sldId="2147483671"/>
              <pc:sldLayoutMk cId="4086397912" sldId="2147483715"/>
              <ac:picMk id="5" creationId="{6C55ECCB-B4EF-4B94-976E-ACFB31199639}"/>
            </ac:picMkLst>
          </pc:picChg>
          <pc:picChg chg="add mod ord modCrop">
            <ac:chgData name="Mandy Lin - Freedom Systems" userId="24f92fdd-367a-40f1-ad9b-8db5b9467043" providerId="ADAL" clId="{5BF1F43A-1D68-4CA2-A42C-4398AE189845}" dt="2021-10-01T07:38:44.127" v="2715"/>
            <ac:picMkLst>
              <pc:docMk/>
              <pc:sldMasterMk cId="1841573427" sldId="2147483671"/>
              <pc:sldLayoutMk cId="4086397912" sldId="2147483715"/>
              <ac:picMk id="7" creationId="{122364A6-89A0-4529-BB1F-E9D226957E3A}"/>
            </ac:picMkLst>
          </pc:picChg>
        </pc:sldLayoutChg>
        <pc:sldLayoutChg chg="addSp delSp modSp add del mod">
          <pc:chgData name="Mandy Lin - Freedom Systems" userId="24f92fdd-367a-40f1-ad9b-8db5b9467043" providerId="ADAL" clId="{5BF1F43A-1D68-4CA2-A42C-4398AE189845}" dt="2021-10-03T15:16:28.462" v="3319" actId="2696"/>
          <pc:sldLayoutMkLst>
            <pc:docMk/>
            <pc:sldMasterMk cId="1841573427" sldId="2147483671"/>
            <pc:sldLayoutMk cId="782161547" sldId="2147483716"/>
          </pc:sldLayoutMkLst>
          <pc:spChg chg="add mod ord">
            <ac:chgData name="Mandy Lin - Freedom Systems" userId="24f92fdd-367a-40f1-ad9b-8db5b9467043" providerId="ADAL" clId="{5BF1F43A-1D68-4CA2-A42C-4398AE189845}" dt="2021-10-03T08:21:55.676" v="3124" actId="14100"/>
            <ac:spMkLst>
              <pc:docMk/>
              <pc:sldMasterMk cId="1841573427" sldId="2147483671"/>
              <pc:sldLayoutMk cId="782161547" sldId="2147483716"/>
              <ac:spMk id="4" creationId="{1DF3E4D8-35A3-40EC-A1ED-E329D4DFCBB5}"/>
            </ac:spMkLst>
          </pc:spChg>
          <pc:spChg chg="del mod">
            <ac:chgData name="Mandy Lin - Freedom Systems" userId="24f92fdd-367a-40f1-ad9b-8db5b9467043" providerId="ADAL" clId="{5BF1F43A-1D68-4CA2-A42C-4398AE189845}" dt="2021-10-03T08:21:17.987" v="3122" actId="478"/>
            <ac:spMkLst>
              <pc:docMk/>
              <pc:sldMasterMk cId="1841573427" sldId="2147483671"/>
              <pc:sldLayoutMk cId="782161547" sldId="2147483716"/>
              <ac:spMk id="10" creationId="{AF9376CD-084B-45CB-B346-137125A361C4}"/>
            </ac:spMkLst>
          </pc:spChg>
          <pc:spChg chg="mod">
            <ac:chgData name="Mandy Lin - Freedom Systems" userId="24f92fdd-367a-40f1-ad9b-8db5b9467043" providerId="ADAL" clId="{5BF1F43A-1D68-4CA2-A42C-4398AE189845}" dt="2021-10-03T08:21:22.062" v="3123" actId="207"/>
            <ac:spMkLst>
              <pc:docMk/>
              <pc:sldMasterMk cId="1841573427" sldId="2147483671"/>
              <pc:sldLayoutMk cId="782161547" sldId="2147483716"/>
              <ac:spMk id="11" creationId="{D8F6CD5E-6289-452E-A272-6F983627435A}"/>
            </ac:spMkLst>
          </pc:spChg>
          <pc:picChg chg="add mod ord">
            <ac:chgData name="Mandy Lin - Freedom Systems" userId="24f92fdd-367a-40f1-ad9b-8db5b9467043" providerId="ADAL" clId="{5BF1F43A-1D68-4CA2-A42C-4398AE189845}" dt="2021-10-03T08:22:05.868" v="3128" actId="1076"/>
            <ac:picMkLst>
              <pc:docMk/>
              <pc:sldMasterMk cId="1841573427" sldId="2147483671"/>
              <pc:sldLayoutMk cId="782161547" sldId="2147483716"/>
              <ac:picMk id="5" creationId="{3537130B-0874-4A46-B20D-166221D035FF}"/>
            </ac:picMkLst>
          </pc:picChg>
          <pc:picChg chg="add mod ord">
            <ac:chgData name="Mandy Lin - Freedom Systems" userId="24f92fdd-367a-40f1-ad9b-8db5b9467043" providerId="ADAL" clId="{5BF1F43A-1D68-4CA2-A42C-4398AE189845}" dt="2021-10-03T08:22:05.868" v="3128" actId="1076"/>
            <ac:picMkLst>
              <pc:docMk/>
              <pc:sldMasterMk cId="1841573427" sldId="2147483671"/>
              <pc:sldLayoutMk cId="782161547" sldId="2147483716"/>
              <ac:picMk id="6" creationId="{928B316C-333E-4DBC-B5A7-F9C308818354}"/>
            </ac:picMkLst>
          </pc:picChg>
          <pc:cxnChg chg="add del mod">
            <ac:chgData name="Mandy Lin - Freedom Systems" userId="24f92fdd-367a-40f1-ad9b-8db5b9467043" providerId="ADAL" clId="{5BF1F43A-1D68-4CA2-A42C-4398AE189845}" dt="2021-10-03T08:22:20.808" v="3131" actId="478"/>
            <ac:cxnSpMkLst>
              <pc:docMk/>
              <pc:sldMasterMk cId="1841573427" sldId="2147483671"/>
              <pc:sldLayoutMk cId="782161547" sldId="2147483716"/>
              <ac:cxnSpMk id="3" creationId="{3FE61BA7-B7C4-4B4D-B3DC-13BF527D85DF}"/>
            </ac:cxnSpMkLst>
          </pc:cxnChg>
        </pc:sldLayoutChg>
        <pc:sldLayoutChg chg="del">
          <pc:chgData name="Mandy Lin - Freedom Systems" userId="24f92fdd-367a-40f1-ad9b-8db5b9467043" providerId="ADAL" clId="{5BF1F43A-1D68-4CA2-A42C-4398AE189845}" dt="2021-10-01T07:27:00.081" v="2614" actId="47"/>
          <pc:sldLayoutMkLst>
            <pc:docMk/>
            <pc:sldMasterMk cId="1841573427" sldId="2147483671"/>
            <pc:sldLayoutMk cId="2908265885" sldId="2147483716"/>
          </pc:sldLayoutMkLst>
        </pc:sldLayoutChg>
        <pc:sldLayoutChg chg="addSp delSp modSp mod">
          <pc:chgData name="Mandy Lin - Freedom Systems" userId="24f92fdd-367a-40f1-ad9b-8db5b9467043" providerId="ADAL" clId="{5BF1F43A-1D68-4CA2-A42C-4398AE189845}" dt="2021-10-19T06:32:39.717" v="4577" actId="1076"/>
          <pc:sldLayoutMkLst>
            <pc:docMk/>
            <pc:sldMasterMk cId="1841573427" sldId="2147483671"/>
            <pc:sldLayoutMk cId="3980184168" sldId="2147483716"/>
          </pc:sldLayoutMkLst>
          <pc:spChg chg="add del">
            <ac:chgData name="Mandy Lin - Freedom Systems" userId="24f92fdd-367a-40f1-ad9b-8db5b9467043" providerId="ADAL" clId="{5BF1F43A-1D68-4CA2-A42C-4398AE189845}" dt="2021-10-19T05:54:14.299" v="4386" actId="11529"/>
            <ac:spMkLst>
              <pc:docMk/>
              <pc:sldMasterMk cId="1841573427" sldId="2147483671"/>
              <pc:sldLayoutMk cId="3980184168" sldId="2147483716"/>
              <ac:spMk id="2" creationId="{B6348D5D-F893-43B4-AB47-8B52880A1581}"/>
            </ac:spMkLst>
          </pc:spChg>
          <pc:spChg chg="del mod">
            <ac:chgData name="Mandy Lin - Freedom Systems" userId="24f92fdd-367a-40f1-ad9b-8db5b9467043" providerId="ADAL" clId="{5BF1F43A-1D68-4CA2-A42C-4398AE189845}" dt="2021-10-19T05:54:28.587" v="4390" actId="478"/>
            <ac:spMkLst>
              <pc:docMk/>
              <pc:sldMasterMk cId="1841573427" sldId="2147483671"/>
              <pc:sldLayoutMk cId="3980184168" sldId="2147483716"/>
              <ac:spMk id="3" creationId="{C6C3E457-62FB-47E1-9F81-02A3A901B676}"/>
            </ac:spMkLst>
          </pc:spChg>
          <pc:spChg chg="add mod">
            <ac:chgData name="Mandy Lin - Freedom Systems" userId="24f92fdd-367a-40f1-ad9b-8db5b9467043" providerId="ADAL" clId="{5BF1F43A-1D68-4CA2-A42C-4398AE189845}" dt="2021-10-19T06:32:39.717" v="4577" actId="1076"/>
            <ac:spMkLst>
              <pc:docMk/>
              <pc:sldMasterMk cId="1841573427" sldId="2147483671"/>
              <pc:sldLayoutMk cId="3980184168" sldId="2147483716"/>
              <ac:spMk id="4" creationId="{E90B40D3-E74E-42E2-9610-A0DE3D344BFF}"/>
            </ac:spMkLst>
          </pc:spChg>
        </pc:sldLayoutChg>
        <pc:sldLayoutChg chg="del">
          <pc:chgData name="Mandy Lin - Freedom Systems" userId="24f92fdd-367a-40f1-ad9b-8db5b9467043" providerId="ADAL" clId="{5BF1F43A-1D68-4CA2-A42C-4398AE189845}" dt="2021-10-01T07:27:01.074" v="2615" actId="47"/>
          <pc:sldLayoutMkLst>
            <pc:docMk/>
            <pc:sldMasterMk cId="1841573427" sldId="2147483671"/>
            <pc:sldLayoutMk cId="1835429796" sldId="2147483717"/>
          </pc:sldLayoutMkLst>
        </pc:sldLayoutChg>
        <pc:sldLayoutChg chg="delSp add del mod replId">
          <pc:chgData name="Mandy Lin - Freedom Systems" userId="24f92fdd-367a-40f1-ad9b-8db5b9467043" providerId="ADAL" clId="{5BF1F43A-1D68-4CA2-A42C-4398AE189845}" dt="2021-10-19T06:49:08.348" v="4604" actId="2696"/>
          <pc:sldLayoutMkLst>
            <pc:docMk/>
            <pc:sldMasterMk cId="1841573427" sldId="2147483671"/>
            <pc:sldLayoutMk cId="187210668" sldId="2147483749"/>
          </pc:sldLayoutMkLst>
          <pc:spChg chg="del">
            <ac:chgData name="Mandy Lin - Freedom Systems" userId="24f92fdd-367a-40f1-ad9b-8db5b9467043" providerId="ADAL" clId="{5BF1F43A-1D68-4CA2-A42C-4398AE189845}" dt="2021-10-19T06:37:40.079" v="4589" actId="478"/>
            <ac:spMkLst>
              <pc:docMk/>
              <pc:sldMasterMk cId="1841573427" sldId="2147483671"/>
              <pc:sldLayoutMk cId="187210668" sldId="2147483749"/>
              <ac:spMk id="6" creationId="{C64F93F8-3A71-4278-A6DE-2A80017D26E6}"/>
            </ac:spMkLst>
          </pc:spChg>
        </pc:sldLayoutChg>
      </pc:sldMasterChg>
      <pc:sldMasterChg chg="addSp modSp new del mod addSldLayout delSldLayout">
        <pc:chgData name="Mandy Lin - Freedom Systems" userId="24f92fdd-367a-40f1-ad9b-8db5b9467043" providerId="ADAL" clId="{5BF1F43A-1D68-4CA2-A42C-4398AE189845}" dt="2021-10-01T07:11:33.162" v="2475" actId="2696"/>
        <pc:sldMasterMkLst>
          <pc:docMk/>
          <pc:sldMasterMk cId="397589734" sldId="2147483683"/>
        </pc:sldMasterMkLst>
        <pc:picChg chg="add mod">
          <ac:chgData name="Mandy Lin - Freedom Systems" userId="24f92fdd-367a-40f1-ad9b-8db5b9467043" providerId="ADAL" clId="{5BF1F43A-1D68-4CA2-A42C-4398AE189845}" dt="2021-10-01T01:18:38.022" v="7"/>
          <ac:picMkLst>
            <pc:docMk/>
            <pc:sldMasterMk cId="397589734" sldId="2147483683"/>
            <ac:picMk id="7" creationId="{6AE724E2-DE19-4850-A7F7-9EB56C7F7C01}"/>
          </ac:picMkLst>
        </pc:picChg>
        <pc:picChg chg="add mod">
          <ac:chgData name="Mandy Lin - Freedom Systems" userId="24f92fdd-367a-40f1-ad9b-8db5b9467043" providerId="ADAL" clId="{5BF1F43A-1D68-4CA2-A42C-4398AE189845}" dt="2021-10-01T01:18:38.022" v="7"/>
          <ac:picMkLst>
            <pc:docMk/>
            <pc:sldMasterMk cId="397589734" sldId="2147483683"/>
            <ac:picMk id="8" creationId="{8B3480DC-A917-4077-AD80-FC51C857488B}"/>
          </ac:picMkLst>
        </pc:picChg>
        <pc:sldLayoutChg chg="new del replId">
          <pc:chgData name="Mandy Lin - Freedom Systems" userId="24f92fdd-367a-40f1-ad9b-8db5b9467043" providerId="ADAL" clId="{5BF1F43A-1D68-4CA2-A42C-4398AE189845}" dt="2021-10-01T07:11:33.116" v="2464" actId="2696"/>
          <pc:sldLayoutMkLst>
            <pc:docMk/>
            <pc:sldMasterMk cId="397589734" sldId="2147483683"/>
            <pc:sldLayoutMk cId="149680162" sldId="2147483684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1T07:11:33.120" v="2465" actId="2696"/>
          <pc:sldLayoutMkLst>
            <pc:docMk/>
            <pc:sldMasterMk cId="397589734" sldId="2147483683"/>
            <pc:sldLayoutMk cId="1287697612" sldId="2147483685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1T07:11:33.124" v="2466" actId="2696"/>
          <pc:sldLayoutMkLst>
            <pc:docMk/>
            <pc:sldMasterMk cId="397589734" sldId="2147483683"/>
            <pc:sldLayoutMk cId="2125639221" sldId="2147483686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1T07:11:33.128" v="2467" actId="2696"/>
          <pc:sldLayoutMkLst>
            <pc:docMk/>
            <pc:sldMasterMk cId="397589734" sldId="2147483683"/>
            <pc:sldLayoutMk cId="714415934" sldId="2147483687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1T07:11:33.132" v="2468" actId="2696"/>
          <pc:sldLayoutMkLst>
            <pc:docMk/>
            <pc:sldMasterMk cId="397589734" sldId="2147483683"/>
            <pc:sldLayoutMk cId="1016524785" sldId="2147483688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1T07:11:33.135" v="2469" actId="2696"/>
          <pc:sldLayoutMkLst>
            <pc:docMk/>
            <pc:sldMasterMk cId="397589734" sldId="2147483683"/>
            <pc:sldLayoutMk cId="2049411091" sldId="2147483689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1T07:11:33.138" v="2470" actId="2696"/>
          <pc:sldLayoutMkLst>
            <pc:docMk/>
            <pc:sldMasterMk cId="397589734" sldId="2147483683"/>
            <pc:sldLayoutMk cId="1932222195" sldId="2147483690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1T07:11:33.143" v="2471" actId="2696"/>
          <pc:sldLayoutMkLst>
            <pc:docMk/>
            <pc:sldMasterMk cId="397589734" sldId="2147483683"/>
            <pc:sldLayoutMk cId="2038141545" sldId="2147483691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1T07:11:33.146" v="2472" actId="2696"/>
          <pc:sldLayoutMkLst>
            <pc:docMk/>
            <pc:sldMasterMk cId="397589734" sldId="2147483683"/>
            <pc:sldLayoutMk cId="3241067712" sldId="2147483692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1T07:11:33.149" v="2473" actId="2696"/>
          <pc:sldLayoutMkLst>
            <pc:docMk/>
            <pc:sldMasterMk cId="397589734" sldId="2147483683"/>
            <pc:sldLayoutMk cId="4089017714" sldId="2147483693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1T07:11:33.152" v="2474" actId="2696"/>
          <pc:sldLayoutMkLst>
            <pc:docMk/>
            <pc:sldMasterMk cId="397589734" sldId="2147483683"/>
            <pc:sldLayoutMk cId="3405665110" sldId="2147483694"/>
          </pc:sldLayoutMkLst>
        </pc:sldLayoutChg>
      </pc:sldMasterChg>
      <pc:sldMasterChg chg="addSp delSp modSp add del mod addSldLayout delSldLayout modSldLayout">
        <pc:chgData name="Mandy Lin - Freedom Systems" userId="24f92fdd-367a-40f1-ad9b-8db5b9467043" providerId="ADAL" clId="{5BF1F43A-1D68-4CA2-A42C-4398AE189845}" dt="2021-10-03T08:19:07.745" v="3110" actId="2696"/>
        <pc:sldMasterMkLst>
          <pc:docMk/>
          <pc:sldMasterMk cId="1596438969" sldId="2147483716"/>
        </pc:sldMasterMkLst>
        <pc:spChg chg="mod">
          <ac:chgData name="Mandy Lin - Freedom Systems" userId="24f92fdd-367a-40f1-ad9b-8db5b9467043" providerId="ADAL" clId="{5BF1F43A-1D68-4CA2-A42C-4398AE189845}" dt="2021-10-03T08:16:57.852" v="3067" actId="122"/>
          <ac:spMkLst>
            <pc:docMk/>
            <pc:sldMasterMk cId="1596438969" sldId="2147483716"/>
            <ac:spMk id="6" creationId="{9A36BE53-FA0D-4382-8DDE-8FC806D77D5C}"/>
          </ac:spMkLst>
        </pc:spChg>
        <pc:spChg chg="del mod">
          <ac:chgData name="Mandy Lin - Freedom Systems" userId="24f92fdd-367a-40f1-ad9b-8db5b9467043" providerId="ADAL" clId="{5BF1F43A-1D68-4CA2-A42C-4398AE189845}" dt="2021-10-03T08:17:08.988" v="3069" actId="478"/>
          <ac:spMkLst>
            <pc:docMk/>
            <pc:sldMasterMk cId="1596438969" sldId="2147483716"/>
            <ac:spMk id="37" creationId="{8ABF6E4E-C977-46D9-8181-A489A27F30BF}"/>
          </ac:spMkLst>
        </pc:spChg>
        <pc:spChg chg="add mod">
          <ac:chgData name="Mandy Lin - Freedom Systems" userId="24f92fdd-367a-40f1-ad9b-8db5b9467043" providerId="ADAL" clId="{5BF1F43A-1D68-4CA2-A42C-4398AE189845}" dt="2021-10-03T08:17:37.746" v="3073" actId="1076"/>
          <ac:spMkLst>
            <pc:docMk/>
            <pc:sldMasterMk cId="1596438969" sldId="2147483716"/>
            <ac:spMk id="38" creationId="{B6B0CF03-99DA-45B7-A514-6C84C55E46CE}"/>
          </ac:spMkLst>
        </pc:spChg>
        <pc:sldLayoutChg chg="add del mod replId">
          <pc:chgData name="Mandy Lin - Freedom Systems" userId="24f92fdd-367a-40f1-ad9b-8db5b9467043" providerId="ADAL" clId="{5BF1F43A-1D68-4CA2-A42C-4398AE189845}" dt="2021-10-03T08:19:07.554" v="3080" actId="2696"/>
          <pc:sldLayoutMkLst>
            <pc:docMk/>
            <pc:sldMasterMk cId="1596438969" sldId="2147483716"/>
            <pc:sldLayoutMk cId="3224278793" sldId="2147483717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557" v="3081" actId="2696"/>
          <pc:sldLayoutMkLst>
            <pc:docMk/>
            <pc:sldMasterMk cId="1596438969" sldId="2147483716"/>
            <pc:sldLayoutMk cId="2128515287" sldId="2147483718"/>
          </pc:sldLayoutMkLst>
        </pc:sldLayoutChg>
        <pc:sldLayoutChg chg="addSp delSp modSp add del mod replId">
          <pc:chgData name="Mandy Lin - Freedom Systems" userId="24f92fdd-367a-40f1-ad9b-8db5b9467043" providerId="ADAL" clId="{5BF1F43A-1D68-4CA2-A42C-4398AE189845}" dt="2021-10-03T08:19:07.562" v="3082" actId="2696"/>
          <pc:sldLayoutMkLst>
            <pc:docMk/>
            <pc:sldMasterMk cId="1596438969" sldId="2147483716"/>
            <pc:sldLayoutMk cId="2074601491" sldId="2147483719"/>
          </pc:sldLayoutMkLst>
          <pc:spChg chg="del">
            <ac:chgData name="Mandy Lin - Freedom Systems" userId="24f92fdd-367a-40f1-ad9b-8db5b9467043" providerId="ADAL" clId="{5BF1F43A-1D68-4CA2-A42C-4398AE189845}" dt="2021-10-03T08:18:14.483" v="3076" actId="478"/>
            <ac:spMkLst>
              <pc:docMk/>
              <pc:sldMasterMk cId="1596438969" sldId="2147483716"/>
              <pc:sldLayoutMk cId="2074601491" sldId="2147483719"/>
              <ac:spMk id="6" creationId="{7A8807F0-721A-4ECA-A6BD-E081FC4D94CC}"/>
            </ac:spMkLst>
          </pc:spChg>
          <pc:spChg chg="add mod">
            <ac:chgData name="Mandy Lin - Freedom Systems" userId="24f92fdd-367a-40f1-ad9b-8db5b9467043" providerId="ADAL" clId="{5BF1F43A-1D68-4CA2-A42C-4398AE189845}" dt="2021-10-03T08:18:19.787" v="3077"/>
            <ac:spMkLst>
              <pc:docMk/>
              <pc:sldMasterMk cId="1596438969" sldId="2147483716"/>
              <pc:sldLayoutMk cId="2074601491" sldId="2147483719"/>
              <ac:spMk id="7" creationId="{97BA8D48-0674-4EC1-BA34-9CC2CA0FB804}"/>
            </ac:spMkLst>
          </pc:spChg>
          <pc:spChg chg="del">
            <ac:chgData name="Mandy Lin - Freedom Systems" userId="24f92fdd-367a-40f1-ad9b-8db5b9467043" providerId="ADAL" clId="{5BF1F43A-1D68-4CA2-A42C-4398AE189845}" dt="2021-10-03T08:18:02.673" v="3074" actId="478"/>
            <ac:spMkLst>
              <pc:docMk/>
              <pc:sldMasterMk cId="1596438969" sldId="2147483716"/>
              <pc:sldLayoutMk cId="2074601491" sldId="2147483719"/>
              <ac:spMk id="9" creationId="{D278FECA-1DE8-4023-BE90-E5434A77E931}"/>
            </ac:spMkLst>
          </pc:spChg>
        </pc:sldLayoutChg>
        <pc:sldLayoutChg chg="delSp add del mod replId">
          <pc:chgData name="Mandy Lin - Freedom Systems" userId="24f92fdd-367a-40f1-ad9b-8db5b9467043" providerId="ADAL" clId="{5BF1F43A-1D68-4CA2-A42C-4398AE189845}" dt="2021-10-03T08:19:07.569" v="3083" actId="2696"/>
          <pc:sldLayoutMkLst>
            <pc:docMk/>
            <pc:sldMasterMk cId="1596438969" sldId="2147483716"/>
            <pc:sldLayoutMk cId="1699060465" sldId="2147483720"/>
          </pc:sldLayoutMkLst>
          <pc:spChg chg="del">
            <ac:chgData name="Mandy Lin - Freedom Systems" userId="24f92fdd-367a-40f1-ad9b-8db5b9467043" providerId="ADAL" clId="{5BF1F43A-1D68-4CA2-A42C-4398AE189845}" dt="2021-10-03T08:18:07.604" v="3075" actId="478"/>
            <ac:spMkLst>
              <pc:docMk/>
              <pc:sldMasterMk cId="1596438969" sldId="2147483716"/>
              <pc:sldLayoutMk cId="1699060465" sldId="2147483720"/>
              <ac:spMk id="9" creationId="{8DED8695-BA8E-4FEE-AE78-02506B099EB5}"/>
            </ac:spMkLst>
          </pc:spChg>
        </pc:sldLayoutChg>
        <pc:sldLayoutChg chg="add del mod replId">
          <pc:chgData name="Mandy Lin - Freedom Systems" userId="24f92fdd-367a-40f1-ad9b-8db5b9467043" providerId="ADAL" clId="{5BF1F43A-1D68-4CA2-A42C-4398AE189845}" dt="2021-10-03T08:19:07.601" v="3084" actId="2696"/>
          <pc:sldLayoutMkLst>
            <pc:docMk/>
            <pc:sldMasterMk cId="1596438969" sldId="2147483716"/>
            <pc:sldLayoutMk cId="859625836" sldId="2147483721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602" v="3085" actId="2696"/>
          <pc:sldLayoutMkLst>
            <pc:docMk/>
            <pc:sldMasterMk cId="1596438969" sldId="2147483716"/>
            <pc:sldLayoutMk cId="3366660668" sldId="2147483722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613" v="3086" actId="2696"/>
          <pc:sldLayoutMkLst>
            <pc:docMk/>
            <pc:sldMasterMk cId="1596438969" sldId="2147483716"/>
            <pc:sldLayoutMk cId="1056258063" sldId="2147483723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618" v="3087" actId="2696"/>
          <pc:sldLayoutMkLst>
            <pc:docMk/>
            <pc:sldMasterMk cId="1596438969" sldId="2147483716"/>
            <pc:sldLayoutMk cId="3638836601" sldId="2147483724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620" v="3088" actId="2696"/>
          <pc:sldLayoutMkLst>
            <pc:docMk/>
            <pc:sldMasterMk cId="1596438969" sldId="2147483716"/>
            <pc:sldLayoutMk cId="2532198900" sldId="2147483725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625" v="3089" actId="2696"/>
          <pc:sldLayoutMkLst>
            <pc:docMk/>
            <pc:sldMasterMk cId="1596438969" sldId="2147483716"/>
            <pc:sldLayoutMk cId="1544845166" sldId="2147483726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634" v="3090" actId="2696"/>
          <pc:sldLayoutMkLst>
            <pc:docMk/>
            <pc:sldMasterMk cId="1596438969" sldId="2147483716"/>
            <pc:sldLayoutMk cId="2382219171" sldId="2147483727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640" v="3091" actId="2696"/>
          <pc:sldLayoutMkLst>
            <pc:docMk/>
            <pc:sldMasterMk cId="1596438969" sldId="2147483716"/>
            <pc:sldLayoutMk cId="3158231207" sldId="2147483728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642" v="3092" actId="2696"/>
          <pc:sldLayoutMkLst>
            <pc:docMk/>
            <pc:sldMasterMk cId="1596438969" sldId="2147483716"/>
            <pc:sldLayoutMk cId="2850934859" sldId="2147483729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652" v="3093" actId="2696"/>
          <pc:sldLayoutMkLst>
            <pc:docMk/>
            <pc:sldMasterMk cId="1596438969" sldId="2147483716"/>
            <pc:sldLayoutMk cId="622693539" sldId="2147483730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656" v="3094" actId="2696"/>
          <pc:sldLayoutMkLst>
            <pc:docMk/>
            <pc:sldMasterMk cId="1596438969" sldId="2147483716"/>
            <pc:sldLayoutMk cId="4096791995" sldId="2147483731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665" v="3095" actId="2696"/>
          <pc:sldLayoutMkLst>
            <pc:docMk/>
            <pc:sldMasterMk cId="1596438969" sldId="2147483716"/>
            <pc:sldLayoutMk cId="477306481" sldId="2147483732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670" v="3096" actId="2696"/>
          <pc:sldLayoutMkLst>
            <pc:docMk/>
            <pc:sldMasterMk cId="1596438969" sldId="2147483716"/>
            <pc:sldLayoutMk cId="3402737049" sldId="2147483733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676" v="3097" actId="2696"/>
          <pc:sldLayoutMkLst>
            <pc:docMk/>
            <pc:sldMasterMk cId="1596438969" sldId="2147483716"/>
            <pc:sldLayoutMk cId="211839776" sldId="2147483734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678" v="3098" actId="2696"/>
          <pc:sldLayoutMkLst>
            <pc:docMk/>
            <pc:sldMasterMk cId="1596438969" sldId="2147483716"/>
            <pc:sldLayoutMk cId="1885731903" sldId="2147483735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688" v="3099" actId="2696"/>
          <pc:sldLayoutMkLst>
            <pc:docMk/>
            <pc:sldMasterMk cId="1596438969" sldId="2147483716"/>
            <pc:sldLayoutMk cId="3559558219" sldId="2147483736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689" v="3100" actId="2696"/>
          <pc:sldLayoutMkLst>
            <pc:docMk/>
            <pc:sldMasterMk cId="1596438969" sldId="2147483716"/>
            <pc:sldLayoutMk cId="2870036956" sldId="2147483737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698" v="3101" actId="2696"/>
          <pc:sldLayoutMkLst>
            <pc:docMk/>
            <pc:sldMasterMk cId="1596438969" sldId="2147483716"/>
            <pc:sldLayoutMk cId="3871022976" sldId="2147483738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709" v="3102" actId="2696"/>
          <pc:sldLayoutMkLst>
            <pc:docMk/>
            <pc:sldMasterMk cId="1596438969" sldId="2147483716"/>
            <pc:sldLayoutMk cId="3087120497" sldId="2147483739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715" v="3103" actId="2696"/>
          <pc:sldLayoutMkLst>
            <pc:docMk/>
            <pc:sldMasterMk cId="1596438969" sldId="2147483716"/>
            <pc:sldLayoutMk cId="1079653417" sldId="2147483740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721" v="3104" actId="2696"/>
          <pc:sldLayoutMkLst>
            <pc:docMk/>
            <pc:sldMasterMk cId="1596438969" sldId="2147483716"/>
            <pc:sldLayoutMk cId="2378254883" sldId="2147483741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727" v="3105" actId="2696"/>
          <pc:sldLayoutMkLst>
            <pc:docMk/>
            <pc:sldMasterMk cId="1596438969" sldId="2147483716"/>
            <pc:sldLayoutMk cId="808115201" sldId="2147483742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728" v="3106" actId="2696"/>
          <pc:sldLayoutMkLst>
            <pc:docMk/>
            <pc:sldMasterMk cId="1596438969" sldId="2147483716"/>
            <pc:sldLayoutMk cId="251378164" sldId="2147483743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734" v="3107" actId="2696"/>
          <pc:sldLayoutMkLst>
            <pc:docMk/>
            <pc:sldMasterMk cId="1596438969" sldId="2147483716"/>
            <pc:sldLayoutMk cId="693459770" sldId="2147483744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739" v="3108" actId="2696"/>
          <pc:sldLayoutMkLst>
            <pc:docMk/>
            <pc:sldMasterMk cId="1596438969" sldId="2147483716"/>
            <pc:sldLayoutMk cId="377172112" sldId="2147483745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08:19:07.741" v="3109" actId="2696"/>
          <pc:sldLayoutMkLst>
            <pc:docMk/>
            <pc:sldMasterMk cId="1596438969" sldId="2147483716"/>
            <pc:sldLayoutMk cId="2417635355" sldId="2147483746"/>
          </pc:sldLayoutMkLst>
        </pc:sldLayoutChg>
      </pc:sldMasterChg>
      <pc:sldMasterChg chg="addSp delSp modSp add mod addSldLayout delSldLayout modSldLayout">
        <pc:chgData name="Mandy Lin - Freedom Systems" userId="24f92fdd-367a-40f1-ad9b-8db5b9467043" providerId="ADAL" clId="{5BF1F43A-1D68-4CA2-A42C-4398AE189845}" dt="2021-10-19T06:50:01.971" v="4608" actId="2696"/>
        <pc:sldMasterMkLst>
          <pc:docMk/>
          <pc:sldMasterMk cId="489890521" sldId="2147483717"/>
        </pc:sldMasterMkLst>
        <pc:spChg chg="mod">
          <ac:chgData name="Mandy Lin - Freedom Systems" userId="24f92fdd-367a-40f1-ad9b-8db5b9467043" providerId="ADAL" clId="{5BF1F43A-1D68-4CA2-A42C-4398AE189845}" dt="2021-10-04T01:14:20.034" v="4270" actId="14100"/>
          <ac:spMkLst>
            <pc:docMk/>
            <pc:sldMasterMk cId="489890521" sldId="2147483717"/>
            <ac:spMk id="3" creationId="{13D26B54-61EE-4FA7-8B72-997F2129E0AD}"/>
          </ac:spMkLst>
        </pc:spChg>
        <pc:spChg chg="del">
          <ac:chgData name="Mandy Lin - Freedom Systems" userId="24f92fdd-367a-40f1-ad9b-8db5b9467043" providerId="ADAL" clId="{5BF1F43A-1D68-4CA2-A42C-4398AE189845}" dt="2021-10-03T08:23:41.448" v="3137" actId="478"/>
          <ac:spMkLst>
            <pc:docMk/>
            <pc:sldMasterMk cId="489890521" sldId="2147483717"/>
            <ac:spMk id="6" creationId="{9A36BE53-FA0D-4382-8DDE-8FC806D77D5C}"/>
          </ac:spMkLst>
        </pc:spChg>
        <pc:spChg chg="mod">
          <ac:chgData name="Mandy Lin - Freedom Systems" userId="24f92fdd-367a-40f1-ad9b-8db5b9467043" providerId="ADAL" clId="{5BF1F43A-1D68-4CA2-A42C-4398AE189845}" dt="2021-10-03T15:31:26.166" v="3391" actId="1076"/>
          <ac:spMkLst>
            <pc:docMk/>
            <pc:sldMasterMk cId="489890521" sldId="2147483717"/>
            <ac:spMk id="36" creationId="{64B7A812-8DCC-443B-B8D3-187336C79B8F}"/>
          </ac:spMkLst>
        </pc:spChg>
        <pc:spChg chg="del">
          <ac:chgData name="Mandy Lin - Freedom Systems" userId="24f92fdd-367a-40f1-ad9b-8db5b9467043" providerId="ADAL" clId="{5BF1F43A-1D68-4CA2-A42C-4398AE189845}" dt="2021-10-03T08:23:39.995" v="3135" actId="478"/>
          <ac:spMkLst>
            <pc:docMk/>
            <pc:sldMasterMk cId="489890521" sldId="2147483717"/>
            <ac:spMk id="37" creationId="{8ABF6E4E-C977-46D9-8181-A489A27F30BF}"/>
          </ac:spMkLst>
        </pc:spChg>
        <pc:spChg chg="add mod ord">
          <ac:chgData name="Mandy Lin - Freedom Systems" userId="24f92fdd-367a-40f1-ad9b-8db5b9467043" providerId="ADAL" clId="{5BF1F43A-1D68-4CA2-A42C-4398AE189845}" dt="2021-10-03T08:24:22.055" v="3143" actId="167"/>
          <ac:spMkLst>
            <pc:docMk/>
            <pc:sldMasterMk cId="489890521" sldId="2147483717"/>
            <ac:spMk id="38" creationId="{308FDADF-1EA4-4F39-A54C-AD9D2015E969}"/>
          </ac:spMkLst>
        </pc:spChg>
        <pc:spChg chg="add mod">
          <ac:chgData name="Mandy Lin - Freedom Systems" userId="24f92fdd-367a-40f1-ad9b-8db5b9467043" providerId="ADAL" clId="{5BF1F43A-1D68-4CA2-A42C-4398AE189845}" dt="2021-10-03T08:26:12.500" v="3161"/>
          <ac:spMkLst>
            <pc:docMk/>
            <pc:sldMasterMk cId="489890521" sldId="2147483717"/>
            <ac:spMk id="41" creationId="{A5341ADE-CD9C-4DA4-83AA-5EF3A0AE0BA1}"/>
          </ac:spMkLst>
        </pc:spChg>
        <pc:spChg chg="add mod">
          <ac:chgData name="Mandy Lin - Freedom Systems" userId="24f92fdd-367a-40f1-ad9b-8db5b9467043" providerId="ADAL" clId="{5BF1F43A-1D68-4CA2-A42C-4398AE189845}" dt="2021-10-03T15:17:02.823" v="3331" actId="404"/>
          <ac:spMkLst>
            <pc:docMk/>
            <pc:sldMasterMk cId="489890521" sldId="2147483717"/>
            <ac:spMk id="45" creationId="{84231CFB-B1A8-4AD6-8DD9-D0D3F4A3BC10}"/>
          </ac:spMkLst>
        </pc:spChg>
        <pc:spChg chg="add mod">
          <ac:chgData name="Mandy Lin - Freedom Systems" userId="24f92fdd-367a-40f1-ad9b-8db5b9467043" providerId="ADAL" clId="{5BF1F43A-1D68-4CA2-A42C-4398AE189845}" dt="2021-10-03T15:36:31.053" v="3648" actId="20577"/>
          <ac:spMkLst>
            <pc:docMk/>
            <pc:sldMasterMk cId="489890521" sldId="2147483717"/>
            <ac:spMk id="46" creationId="{C279085B-2B88-4E9F-9C2A-E5F6354C0AE8}"/>
          </ac:spMkLst>
        </pc:spChg>
        <pc:spChg chg="add mod ord">
          <ac:chgData name="Mandy Lin - Freedom Systems" userId="24f92fdd-367a-40f1-ad9b-8db5b9467043" providerId="ADAL" clId="{5BF1F43A-1D68-4CA2-A42C-4398AE189845}" dt="2021-10-03T15:37:02.391" v="3653" actId="14100"/>
          <ac:spMkLst>
            <pc:docMk/>
            <pc:sldMasterMk cId="489890521" sldId="2147483717"/>
            <ac:spMk id="47" creationId="{9B3CB6BE-A64B-4635-8831-8AE11431259F}"/>
          </ac:spMkLst>
        </pc:spChg>
        <pc:picChg chg="add del mod">
          <ac:chgData name="Mandy Lin - Freedom Systems" userId="24f92fdd-367a-40f1-ad9b-8db5b9467043" providerId="ADAL" clId="{5BF1F43A-1D68-4CA2-A42C-4398AE189845}" dt="2021-10-03T15:26:54.041" v="3361" actId="478"/>
          <ac:picMkLst>
            <pc:docMk/>
            <pc:sldMasterMk cId="489890521" sldId="2147483717"/>
            <ac:picMk id="8" creationId="{6759A3DC-CE17-4D6B-932A-8AB611D3F696}"/>
          </ac:picMkLst>
        </pc:picChg>
        <pc:picChg chg="add del mod">
          <ac:chgData name="Mandy Lin - Freedom Systems" userId="24f92fdd-367a-40f1-ad9b-8db5b9467043" providerId="ADAL" clId="{5BF1F43A-1D68-4CA2-A42C-4398AE189845}" dt="2021-10-03T15:25:25.120" v="3354" actId="478"/>
          <ac:picMkLst>
            <pc:docMk/>
            <pc:sldMasterMk cId="489890521" sldId="2147483717"/>
            <ac:picMk id="18" creationId="{EFA2A77A-2F17-4D59-9005-D0FF084CC059}"/>
          </ac:picMkLst>
        </pc:picChg>
        <pc:picChg chg="add mod">
          <ac:chgData name="Mandy Lin - Freedom Systems" userId="24f92fdd-367a-40f1-ad9b-8db5b9467043" providerId="ADAL" clId="{5BF1F43A-1D68-4CA2-A42C-4398AE189845}" dt="2021-10-03T15:31:13.995" v="3389" actId="1076"/>
          <ac:picMkLst>
            <pc:docMk/>
            <pc:sldMasterMk cId="489890521" sldId="2147483717"/>
            <ac:picMk id="20" creationId="{4863E9E8-FFCA-4C79-ACDE-C877E8F2BD3C}"/>
          </ac:picMkLst>
        </pc:picChg>
        <pc:picChg chg="add mod ord">
          <ac:chgData name="Mandy Lin - Freedom Systems" userId="24f92fdd-367a-40f1-ad9b-8db5b9467043" providerId="ADAL" clId="{5BF1F43A-1D68-4CA2-A42C-4398AE189845}" dt="2021-10-03T08:24:22.055" v="3143" actId="167"/>
          <ac:picMkLst>
            <pc:docMk/>
            <pc:sldMasterMk cId="489890521" sldId="2147483717"/>
            <ac:picMk id="39" creationId="{6C2002D7-6A3D-4FA5-96EA-679934D4303B}"/>
          </ac:picMkLst>
        </pc:picChg>
        <pc:picChg chg="add mod ord">
          <ac:chgData name="Mandy Lin - Freedom Systems" userId="24f92fdd-367a-40f1-ad9b-8db5b9467043" providerId="ADAL" clId="{5BF1F43A-1D68-4CA2-A42C-4398AE189845}" dt="2021-10-03T08:24:22.055" v="3143" actId="167"/>
          <ac:picMkLst>
            <pc:docMk/>
            <pc:sldMasterMk cId="489890521" sldId="2147483717"/>
            <ac:picMk id="40" creationId="{53DDF43E-6869-4EF7-9119-F6A7FC1162FA}"/>
          </ac:picMkLst>
        </pc:picChg>
        <pc:picChg chg="del">
          <ac:chgData name="Mandy Lin - Freedom Systems" userId="24f92fdd-367a-40f1-ad9b-8db5b9467043" providerId="ADAL" clId="{5BF1F43A-1D68-4CA2-A42C-4398AE189845}" dt="2021-10-03T08:23:38.928" v="3134" actId="478"/>
          <ac:picMkLst>
            <pc:docMk/>
            <pc:sldMasterMk cId="489890521" sldId="2147483717"/>
            <ac:picMk id="43" creationId="{222598E8-B1E2-47E6-A28C-23B78D6076E4}"/>
          </ac:picMkLst>
        </pc:picChg>
        <pc:cxnChg chg="del">
          <ac:chgData name="Mandy Lin - Freedom Systems" userId="24f92fdd-367a-40f1-ad9b-8db5b9467043" providerId="ADAL" clId="{5BF1F43A-1D68-4CA2-A42C-4398AE189845}" dt="2021-10-03T08:23:40.625" v="3136" actId="478"/>
          <ac:cxnSpMkLst>
            <pc:docMk/>
            <pc:sldMasterMk cId="489890521" sldId="2147483717"/>
            <ac:cxnSpMk id="44" creationId="{B273F0E9-EABE-4159-BEB5-487B31746397}"/>
          </ac:cxnSpMkLst>
        </pc:cxnChg>
        <pc:sldLayoutChg chg="modSp add del mod replId">
          <pc:chgData name="Mandy Lin - Freedom Systems" userId="24f92fdd-367a-40f1-ad9b-8db5b9467043" providerId="ADAL" clId="{5BF1F43A-1D68-4CA2-A42C-4398AE189845}" dt="2021-10-03T16:36:09.483" v="3997" actId="2696"/>
          <pc:sldLayoutMkLst>
            <pc:docMk/>
            <pc:sldMasterMk cId="489890521" sldId="2147483717"/>
            <pc:sldLayoutMk cId="502198586" sldId="2147483718"/>
          </pc:sldLayoutMkLst>
          <pc:spChg chg="mod">
            <ac:chgData name="Mandy Lin - Freedom Systems" userId="24f92fdd-367a-40f1-ad9b-8db5b9467043" providerId="ADAL" clId="{5BF1F43A-1D68-4CA2-A42C-4398AE189845}" dt="2021-10-03T08:24:04.185" v="3139" actId="14100"/>
            <ac:spMkLst>
              <pc:docMk/>
              <pc:sldMasterMk cId="489890521" sldId="2147483717"/>
              <pc:sldLayoutMk cId="502198586" sldId="2147483718"/>
              <ac:spMk id="7" creationId="{C13A0DC6-59C5-47FA-AD72-692FA792C5BE}"/>
            </ac:spMkLst>
          </pc:spChg>
        </pc:sldLayoutChg>
        <pc:sldLayoutChg chg="modSp add del mod replId">
          <pc:chgData name="Mandy Lin - Freedom Systems" userId="24f92fdd-367a-40f1-ad9b-8db5b9467043" providerId="ADAL" clId="{5BF1F43A-1D68-4CA2-A42C-4398AE189845}" dt="2021-10-03T16:36:29.291" v="3998" actId="2696"/>
          <pc:sldLayoutMkLst>
            <pc:docMk/>
            <pc:sldMasterMk cId="489890521" sldId="2147483717"/>
            <pc:sldLayoutMk cId="488597423" sldId="2147483719"/>
          </pc:sldLayoutMkLst>
          <pc:spChg chg="mod">
            <ac:chgData name="Mandy Lin - Freedom Systems" userId="24f92fdd-367a-40f1-ad9b-8db5b9467043" providerId="ADAL" clId="{5BF1F43A-1D68-4CA2-A42C-4398AE189845}" dt="2021-10-03T08:24:14.712" v="3141" actId="14100"/>
            <ac:spMkLst>
              <pc:docMk/>
              <pc:sldMasterMk cId="489890521" sldId="2147483717"/>
              <pc:sldLayoutMk cId="488597423" sldId="2147483719"/>
              <ac:spMk id="7" creationId="{C13A0DC6-59C5-47FA-AD72-692FA792C5BE}"/>
            </ac:spMkLst>
          </pc:spChg>
        </pc:sldLayoutChg>
        <pc:sldLayoutChg chg="delSp modSp add mod replId">
          <pc:chgData name="Mandy Lin - Freedom Systems" userId="24f92fdd-367a-40f1-ad9b-8db5b9467043" providerId="ADAL" clId="{5BF1F43A-1D68-4CA2-A42C-4398AE189845}" dt="2021-10-04T01:14:14.896" v="4269" actId="14100"/>
          <pc:sldLayoutMkLst>
            <pc:docMk/>
            <pc:sldMasterMk cId="489890521" sldId="2147483717"/>
            <pc:sldLayoutMk cId="3345600681" sldId="2147483720"/>
          </pc:sldLayoutMkLst>
          <pc:spChg chg="mod">
            <ac:chgData name="Mandy Lin - Freedom Systems" userId="24f92fdd-367a-40f1-ad9b-8db5b9467043" providerId="ADAL" clId="{5BF1F43A-1D68-4CA2-A42C-4398AE189845}" dt="2021-10-04T01:14:14.896" v="4269" actId="14100"/>
            <ac:spMkLst>
              <pc:docMk/>
              <pc:sldMasterMk cId="489890521" sldId="2147483717"/>
              <pc:sldLayoutMk cId="3345600681" sldId="2147483720"/>
              <ac:spMk id="3" creationId="{C6FB5491-9A64-402B-99EA-22BD483A07A4}"/>
            </ac:spMkLst>
          </pc:spChg>
          <pc:spChg chg="mod">
            <ac:chgData name="Mandy Lin - Freedom Systems" userId="24f92fdd-367a-40f1-ad9b-8db5b9467043" providerId="ADAL" clId="{5BF1F43A-1D68-4CA2-A42C-4398AE189845}" dt="2021-10-03T08:24:54.782" v="3151" actId="242"/>
            <ac:spMkLst>
              <pc:docMk/>
              <pc:sldMasterMk cId="489890521" sldId="2147483717"/>
              <pc:sldLayoutMk cId="3345600681" sldId="2147483720"/>
              <ac:spMk id="6" creationId="{7A8807F0-721A-4ECA-A6BD-E081FC4D94CC}"/>
            </ac:spMkLst>
          </pc:spChg>
          <pc:spChg chg="del">
            <ac:chgData name="Mandy Lin - Freedom Systems" userId="24f92fdd-367a-40f1-ad9b-8db5b9467043" providerId="ADAL" clId="{5BF1F43A-1D68-4CA2-A42C-4398AE189845}" dt="2021-10-03T08:24:30.284" v="3144" actId="478"/>
            <ac:spMkLst>
              <pc:docMk/>
              <pc:sldMasterMk cId="489890521" sldId="2147483717"/>
              <pc:sldLayoutMk cId="3345600681" sldId="2147483720"/>
              <ac:spMk id="9" creationId="{D278FECA-1DE8-4023-BE90-E5434A77E931}"/>
            </ac:spMkLst>
          </pc:spChg>
        </pc:sldLayoutChg>
        <pc:sldLayoutChg chg="addSp delSp modSp add mod replId">
          <pc:chgData name="Mandy Lin - Freedom Systems" userId="24f92fdd-367a-40f1-ad9b-8db5b9467043" providerId="ADAL" clId="{5BF1F43A-1D68-4CA2-A42C-4398AE189845}" dt="2021-10-04T01:14:04.781" v="4268" actId="14100"/>
          <pc:sldLayoutMkLst>
            <pc:docMk/>
            <pc:sldMasterMk cId="489890521" sldId="2147483717"/>
            <pc:sldLayoutMk cId="4040591326" sldId="2147483721"/>
          </pc:sldLayoutMkLst>
          <pc:spChg chg="mod">
            <ac:chgData name="Mandy Lin - Freedom Systems" userId="24f92fdd-367a-40f1-ad9b-8db5b9467043" providerId="ADAL" clId="{5BF1F43A-1D68-4CA2-A42C-4398AE189845}" dt="2021-10-04T01:14:04.781" v="4268" actId="14100"/>
            <ac:spMkLst>
              <pc:docMk/>
              <pc:sldMasterMk cId="489890521" sldId="2147483717"/>
              <pc:sldLayoutMk cId="4040591326" sldId="2147483721"/>
              <ac:spMk id="3" creationId="{8C8D42FA-80E5-4F8A-BA3B-C014F3035E17}"/>
            </ac:spMkLst>
          </pc:spChg>
          <pc:spChg chg="mod">
            <ac:chgData name="Mandy Lin - Freedom Systems" userId="24f92fdd-367a-40f1-ad9b-8db5b9467043" providerId="ADAL" clId="{5BF1F43A-1D68-4CA2-A42C-4398AE189845}" dt="2021-10-04T01:14:04.781" v="4268" actId="14100"/>
            <ac:spMkLst>
              <pc:docMk/>
              <pc:sldMasterMk cId="489890521" sldId="2147483717"/>
              <pc:sldLayoutMk cId="4040591326" sldId="2147483721"/>
              <ac:spMk id="4" creationId="{B9A6EAC7-8F28-4479-8DF1-825E685C95C4}"/>
            </ac:spMkLst>
          </pc:spChg>
          <pc:spChg chg="del">
            <ac:chgData name="Mandy Lin - Freedom Systems" userId="24f92fdd-367a-40f1-ad9b-8db5b9467043" providerId="ADAL" clId="{5BF1F43A-1D68-4CA2-A42C-4398AE189845}" dt="2021-10-03T08:25:32.030" v="3159" actId="478"/>
            <ac:spMkLst>
              <pc:docMk/>
              <pc:sldMasterMk cId="489890521" sldId="2147483717"/>
              <pc:sldLayoutMk cId="4040591326" sldId="2147483721"/>
              <ac:spMk id="7" creationId="{554068CD-A3E0-45FB-88FE-4C579241F4F8}"/>
            </ac:spMkLst>
          </pc:spChg>
          <pc:spChg chg="add mod">
            <ac:chgData name="Mandy Lin - Freedom Systems" userId="24f92fdd-367a-40f1-ad9b-8db5b9467043" providerId="ADAL" clId="{5BF1F43A-1D68-4CA2-A42C-4398AE189845}" dt="2021-10-03T08:26:15.951" v="3162"/>
            <ac:spMkLst>
              <pc:docMk/>
              <pc:sldMasterMk cId="489890521" sldId="2147483717"/>
              <pc:sldLayoutMk cId="4040591326" sldId="2147483721"/>
              <ac:spMk id="8" creationId="{346CB2F6-2BBE-4F72-8907-B48CEC5A862B}"/>
            </ac:spMkLst>
          </pc:spChg>
          <pc:spChg chg="del">
            <ac:chgData name="Mandy Lin - Freedom Systems" userId="24f92fdd-367a-40f1-ad9b-8db5b9467043" providerId="ADAL" clId="{5BF1F43A-1D68-4CA2-A42C-4398AE189845}" dt="2021-10-03T08:25:32.030" v="3159" actId="478"/>
            <ac:spMkLst>
              <pc:docMk/>
              <pc:sldMasterMk cId="489890521" sldId="2147483717"/>
              <pc:sldLayoutMk cId="4040591326" sldId="2147483721"/>
              <ac:spMk id="9" creationId="{8DED8695-BA8E-4FEE-AE78-02506B099EB5}"/>
            </ac:spMkLst>
          </pc:spChg>
        </pc:sldLayoutChg>
        <pc:sldLayoutChg chg="addSp delSp modSp add mod replId">
          <pc:chgData name="Mandy Lin - Freedom Systems" userId="24f92fdd-367a-40f1-ad9b-8db5b9467043" providerId="ADAL" clId="{5BF1F43A-1D68-4CA2-A42C-4398AE189845}" dt="2021-10-04T01:15:03.886" v="4273" actId="14100"/>
          <pc:sldLayoutMkLst>
            <pc:docMk/>
            <pc:sldMasterMk cId="489890521" sldId="2147483717"/>
            <pc:sldLayoutMk cId="753521514" sldId="2147483722"/>
          </pc:sldLayoutMkLst>
          <pc:spChg chg="mod">
            <ac:chgData name="Mandy Lin - Freedom Systems" userId="24f92fdd-367a-40f1-ad9b-8db5b9467043" providerId="ADAL" clId="{5BF1F43A-1D68-4CA2-A42C-4398AE189845}" dt="2021-10-04T01:15:03.886" v="4273" actId="14100"/>
            <ac:spMkLst>
              <pc:docMk/>
              <pc:sldMasterMk cId="489890521" sldId="2147483717"/>
              <pc:sldLayoutMk cId="753521514" sldId="2147483722"/>
              <ac:spMk id="4" creationId="{513A8C11-1389-4AC6-B2AC-0EB92E0C53EE}"/>
            </ac:spMkLst>
          </pc:spChg>
          <pc:spChg chg="mod">
            <ac:chgData name="Mandy Lin - Freedom Systems" userId="24f92fdd-367a-40f1-ad9b-8db5b9467043" providerId="ADAL" clId="{5BF1F43A-1D68-4CA2-A42C-4398AE189845}" dt="2021-10-04T01:15:03.886" v="4273" actId="14100"/>
            <ac:spMkLst>
              <pc:docMk/>
              <pc:sldMasterMk cId="489890521" sldId="2147483717"/>
              <pc:sldLayoutMk cId="753521514" sldId="2147483722"/>
              <ac:spMk id="6" creationId="{24802612-64CD-4D68-8F98-8B5A5915105E}"/>
            </ac:spMkLst>
          </pc:spChg>
          <pc:spChg chg="del">
            <ac:chgData name="Mandy Lin - Freedom Systems" userId="24f92fdd-367a-40f1-ad9b-8db5b9467043" providerId="ADAL" clId="{5BF1F43A-1D68-4CA2-A42C-4398AE189845}" dt="2021-10-03T08:25:26.758" v="3158" actId="478"/>
            <ac:spMkLst>
              <pc:docMk/>
              <pc:sldMasterMk cId="489890521" sldId="2147483717"/>
              <pc:sldLayoutMk cId="753521514" sldId="2147483722"/>
              <ac:spMk id="8" creationId="{AC4A066E-6580-472B-84D1-256512E7B4E1}"/>
            </ac:spMkLst>
          </pc:spChg>
          <pc:spChg chg="del">
            <ac:chgData name="Mandy Lin - Freedom Systems" userId="24f92fdd-367a-40f1-ad9b-8db5b9467043" providerId="ADAL" clId="{5BF1F43A-1D68-4CA2-A42C-4398AE189845}" dt="2021-10-03T08:25:26.758" v="3158" actId="478"/>
            <ac:spMkLst>
              <pc:docMk/>
              <pc:sldMasterMk cId="489890521" sldId="2147483717"/>
              <pc:sldLayoutMk cId="753521514" sldId="2147483722"/>
              <ac:spMk id="9" creationId="{35A7B974-08AF-44CE-8927-42C79E49896D}"/>
            </ac:spMkLst>
          </pc:spChg>
          <pc:spChg chg="add mod">
            <ac:chgData name="Mandy Lin - Freedom Systems" userId="24f92fdd-367a-40f1-ad9b-8db5b9467043" providerId="ADAL" clId="{5BF1F43A-1D68-4CA2-A42C-4398AE189845}" dt="2021-10-03T08:26:18.156" v="3163"/>
            <ac:spMkLst>
              <pc:docMk/>
              <pc:sldMasterMk cId="489890521" sldId="2147483717"/>
              <pc:sldLayoutMk cId="753521514" sldId="2147483722"/>
              <ac:spMk id="12" creationId="{3B1E50FB-B30B-474A-AC55-5D78EDA0D5FC}"/>
            </ac:spMkLst>
          </pc:spChg>
        </pc:sldLayoutChg>
        <pc:sldLayoutChg chg="addSp delSp modSp add mod replId">
          <pc:chgData name="Mandy Lin - Freedom Systems" userId="24f92fdd-367a-40f1-ad9b-8db5b9467043" providerId="ADAL" clId="{5BF1F43A-1D68-4CA2-A42C-4398AE189845}" dt="2021-10-03T15:55:58.849" v="3946" actId="404"/>
          <pc:sldLayoutMkLst>
            <pc:docMk/>
            <pc:sldMasterMk cId="489890521" sldId="2147483717"/>
            <pc:sldLayoutMk cId="2678812357" sldId="2147483723"/>
          </pc:sldLayoutMkLst>
          <pc:spChg chg="mod">
            <ac:chgData name="Mandy Lin - Freedom Systems" userId="24f92fdd-367a-40f1-ad9b-8db5b9467043" providerId="ADAL" clId="{5BF1F43A-1D68-4CA2-A42C-4398AE189845}" dt="2021-10-03T15:55:58.849" v="3946" actId="404"/>
            <ac:spMkLst>
              <pc:docMk/>
              <pc:sldMasterMk cId="489890521" sldId="2147483717"/>
              <pc:sldLayoutMk cId="2678812357" sldId="2147483723"/>
              <ac:spMk id="3" creationId="{C6C3E457-62FB-47E1-9F81-02A3A901B676}"/>
            </ac:spMkLst>
          </pc:spChg>
          <pc:spChg chg="mod">
            <ac:chgData name="Mandy Lin - Freedom Systems" userId="24f92fdd-367a-40f1-ad9b-8db5b9467043" providerId="ADAL" clId="{5BF1F43A-1D68-4CA2-A42C-4398AE189845}" dt="2021-10-03T15:55:51.627" v="3944" actId="403"/>
            <ac:spMkLst>
              <pc:docMk/>
              <pc:sldMasterMk cId="489890521" sldId="2147483717"/>
              <pc:sldLayoutMk cId="2678812357" sldId="2147483723"/>
              <ac:spMk id="4" creationId="{63BEFFF5-681B-4FC4-9CC4-DE82A9F1DBBA}"/>
            </ac:spMkLst>
          </pc:spChg>
          <pc:spChg chg="del mod">
            <ac:chgData name="Mandy Lin - Freedom Systems" userId="24f92fdd-367a-40f1-ad9b-8db5b9467043" providerId="ADAL" clId="{5BF1F43A-1D68-4CA2-A42C-4398AE189845}" dt="2021-10-03T08:25:22.775" v="3157" actId="478"/>
            <ac:spMkLst>
              <pc:docMk/>
              <pc:sldMasterMk cId="489890521" sldId="2147483717"/>
              <pc:sldLayoutMk cId="2678812357" sldId="2147483723"/>
              <ac:spMk id="6" creationId="{2BA4A316-BBAF-473E-B57D-BEAD19239234}"/>
            </ac:spMkLst>
          </pc:spChg>
          <pc:spChg chg="del">
            <ac:chgData name="Mandy Lin - Freedom Systems" userId="24f92fdd-367a-40f1-ad9b-8db5b9467043" providerId="ADAL" clId="{5BF1F43A-1D68-4CA2-A42C-4398AE189845}" dt="2021-10-03T08:25:22.775" v="3157" actId="478"/>
            <ac:spMkLst>
              <pc:docMk/>
              <pc:sldMasterMk cId="489890521" sldId="2147483717"/>
              <pc:sldLayoutMk cId="2678812357" sldId="2147483723"/>
              <ac:spMk id="7" creationId="{F226EA81-F8F9-4717-81C3-8433C370AE31}"/>
            </ac:spMkLst>
          </pc:spChg>
          <pc:spChg chg="add mod">
            <ac:chgData name="Mandy Lin - Freedom Systems" userId="24f92fdd-367a-40f1-ad9b-8db5b9467043" providerId="ADAL" clId="{5BF1F43A-1D68-4CA2-A42C-4398AE189845}" dt="2021-10-03T08:26:21.515" v="3164"/>
            <ac:spMkLst>
              <pc:docMk/>
              <pc:sldMasterMk cId="489890521" sldId="2147483717"/>
              <pc:sldLayoutMk cId="2678812357" sldId="2147483723"/>
              <ac:spMk id="8" creationId="{05D5E46C-566A-41D1-82EF-F363FB276E21}"/>
            </ac:spMkLst>
          </pc:spChg>
        </pc:sldLayoutChg>
        <pc:sldLayoutChg chg="addSp delSp modSp add del mod replId">
          <pc:chgData name="Mandy Lin - Freedom Systems" userId="24f92fdd-367a-40f1-ad9b-8db5b9467043" providerId="ADAL" clId="{5BF1F43A-1D68-4CA2-A42C-4398AE189845}" dt="2021-10-03T16:39:28.116" v="4039" actId="2696"/>
          <pc:sldLayoutMkLst>
            <pc:docMk/>
            <pc:sldMasterMk cId="489890521" sldId="2147483717"/>
            <pc:sldLayoutMk cId="1368244655" sldId="2147483724"/>
          </pc:sldLayoutMkLst>
          <pc:spChg chg="mod">
            <ac:chgData name="Mandy Lin - Freedom Systems" userId="24f92fdd-367a-40f1-ad9b-8db5b9467043" providerId="ADAL" clId="{5BF1F43A-1D68-4CA2-A42C-4398AE189845}" dt="2021-10-03T15:56:09.400" v="3949" actId="404"/>
            <ac:spMkLst>
              <pc:docMk/>
              <pc:sldMasterMk cId="489890521" sldId="2147483717"/>
              <pc:sldLayoutMk cId="1368244655" sldId="2147483724"/>
              <ac:spMk id="3" creationId="{8B8804F1-845B-441E-94FA-5D3FD8278839}"/>
            </ac:spMkLst>
          </pc:spChg>
          <pc:spChg chg="mod">
            <ac:chgData name="Mandy Lin - Freedom Systems" userId="24f92fdd-367a-40f1-ad9b-8db5b9467043" providerId="ADAL" clId="{5BF1F43A-1D68-4CA2-A42C-4398AE189845}" dt="2021-10-03T15:56:05.549" v="3947" actId="403"/>
            <ac:spMkLst>
              <pc:docMk/>
              <pc:sldMasterMk cId="489890521" sldId="2147483717"/>
              <pc:sldLayoutMk cId="1368244655" sldId="2147483724"/>
              <ac:spMk id="4" creationId="{49FC82EF-0507-4D67-BB36-B4DA22CCA842}"/>
            </ac:spMkLst>
          </pc:spChg>
          <pc:spChg chg="del mod">
            <ac:chgData name="Mandy Lin - Freedom Systems" userId="24f92fdd-367a-40f1-ad9b-8db5b9467043" providerId="ADAL" clId="{5BF1F43A-1D68-4CA2-A42C-4398AE189845}" dt="2021-10-03T08:25:17.144" v="3155" actId="478"/>
            <ac:spMkLst>
              <pc:docMk/>
              <pc:sldMasterMk cId="489890521" sldId="2147483717"/>
              <pc:sldLayoutMk cId="1368244655" sldId="2147483724"/>
              <ac:spMk id="6" creationId="{76D972C7-8201-4824-9EEC-3899045B8109}"/>
            </ac:spMkLst>
          </pc:spChg>
          <pc:spChg chg="del mod">
            <ac:chgData name="Mandy Lin - Freedom Systems" userId="24f92fdd-367a-40f1-ad9b-8db5b9467043" providerId="ADAL" clId="{5BF1F43A-1D68-4CA2-A42C-4398AE189845}" dt="2021-10-03T08:25:17.144" v="3155" actId="478"/>
            <ac:spMkLst>
              <pc:docMk/>
              <pc:sldMasterMk cId="489890521" sldId="2147483717"/>
              <pc:sldLayoutMk cId="1368244655" sldId="2147483724"/>
              <ac:spMk id="7" creationId="{B9B3B039-9561-45F4-91E3-3BA065469C7D}"/>
            </ac:spMkLst>
          </pc:spChg>
          <pc:spChg chg="mod">
            <ac:chgData name="Mandy Lin - Freedom Systems" userId="24f92fdd-367a-40f1-ad9b-8db5b9467043" providerId="ADAL" clId="{5BF1F43A-1D68-4CA2-A42C-4398AE189845}" dt="2021-10-03T08:25:13.148" v="3153" actId="14100"/>
            <ac:spMkLst>
              <pc:docMk/>
              <pc:sldMasterMk cId="489890521" sldId="2147483717"/>
              <pc:sldLayoutMk cId="1368244655" sldId="2147483724"/>
              <ac:spMk id="9" creationId="{B6B03441-99A4-4A1D-A35A-8C3F5A70E9A9}"/>
            </ac:spMkLst>
          </pc:spChg>
          <pc:spChg chg="add mod">
            <ac:chgData name="Mandy Lin - Freedom Systems" userId="24f92fdd-367a-40f1-ad9b-8db5b9467043" providerId="ADAL" clId="{5BF1F43A-1D68-4CA2-A42C-4398AE189845}" dt="2021-10-03T08:26:29.087" v="3166" actId="207"/>
            <ac:spMkLst>
              <pc:docMk/>
              <pc:sldMasterMk cId="489890521" sldId="2147483717"/>
              <pc:sldLayoutMk cId="1368244655" sldId="2147483724"/>
              <ac:spMk id="11" creationId="{C3AE88B0-08B3-432E-BA59-AA32BA7AC252}"/>
            </ac:spMkLst>
          </pc:spChg>
        </pc:sldLayoutChg>
        <pc:sldLayoutChg chg="delSp add del mod replId">
          <pc:chgData name="Mandy Lin - Freedom Systems" userId="24f92fdd-367a-40f1-ad9b-8db5b9467043" providerId="ADAL" clId="{5BF1F43A-1D68-4CA2-A42C-4398AE189845}" dt="2021-10-19T06:49:39.048" v="4605" actId="2696"/>
          <pc:sldLayoutMkLst>
            <pc:docMk/>
            <pc:sldMasterMk cId="489890521" sldId="2147483717"/>
            <pc:sldLayoutMk cId="3793831695" sldId="2147483725"/>
          </pc:sldLayoutMkLst>
          <pc:spChg chg="del">
            <ac:chgData name="Mandy Lin - Freedom Systems" userId="24f92fdd-367a-40f1-ad9b-8db5b9467043" providerId="ADAL" clId="{5BF1F43A-1D68-4CA2-A42C-4398AE189845}" dt="2021-10-03T08:26:39.429" v="3167" actId="478"/>
            <ac:spMkLst>
              <pc:docMk/>
              <pc:sldMasterMk cId="489890521" sldId="2147483717"/>
              <pc:sldLayoutMk cId="3793831695" sldId="2147483725"/>
              <ac:spMk id="8" creationId="{9FB9B7B4-7928-49C7-B50D-A3646573753C}"/>
            </ac:spMkLst>
          </pc:spChg>
        </pc:sldLayoutChg>
        <pc:sldLayoutChg chg="delSp modSp add mod replId">
          <pc:chgData name="Mandy Lin - Freedom Systems" userId="24f92fdd-367a-40f1-ad9b-8db5b9467043" providerId="ADAL" clId="{5BF1F43A-1D68-4CA2-A42C-4398AE189845}" dt="2021-10-03T08:26:50.314" v="3170" actId="478"/>
          <pc:sldLayoutMkLst>
            <pc:docMk/>
            <pc:sldMasterMk cId="489890521" sldId="2147483717"/>
            <pc:sldLayoutMk cId="940494530" sldId="2147483726"/>
          </pc:sldLayoutMkLst>
          <pc:spChg chg="del">
            <ac:chgData name="Mandy Lin - Freedom Systems" userId="24f92fdd-367a-40f1-ad9b-8db5b9467043" providerId="ADAL" clId="{5BF1F43A-1D68-4CA2-A42C-4398AE189845}" dt="2021-10-03T08:26:50.314" v="3170" actId="478"/>
            <ac:spMkLst>
              <pc:docMk/>
              <pc:sldMasterMk cId="489890521" sldId="2147483717"/>
              <pc:sldLayoutMk cId="940494530" sldId="2147483726"/>
              <ac:spMk id="8" creationId="{9FB9B7B4-7928-49C7-B50D-A3646573753C}"/>
            </ac:spMkLst>
          </pc:spChg>
          <pc:spChg chg="del mod">
            <ac:chgData name="Mandy Lin - Freedom Systems" userId="24f92fdd-367a-40f1-ad9b-8db5b9467043" providerId="ADAL" clId="{5BF1F43A-1D68-4CA2-A42C-4398AE189845}" dt="2021-10-03T08:26:47.126" v="3169" actId="478"/>
            <ac:spMkLst>
              <pc:docMk/>
              <pc:sldMasterMk cId="489890521" sldId="2147483717"/>
              <pc:sldLayoutMk cId="940494530" sldId="2147483726"/>
              <ac:spMk id="9" creationId="{76123915-F892-4D89-ADA8-C7C27A033F77}"/>
            </ac:spMkLst>
          </pc:spChg>
        </pc:sldLayoutChg>
        <pc:sldLayoutChg chg="delSp add mod replId">
          <pc:chgData name="Mandy Lin - Freedom Systems" userId="24f92fdd-367a-40f1-ad9b-8db5b9467043" providerId="ADAL" clId="{5BF1F43A-1D68-4CA2-A42C-4398AE189845}" dt="2021-10-03T08:26:58.387" v="3171" actId="478"/>
          <pc:sldLayoutMkLst>
            <pc:docMk/>
            <pc:sldMasterMk cId="489890521" sldId="2147483717"/>
            <pc:sldLayoutMk cId="1026963325" sldId="2147483727"/>
          </pc:sldLayoutMkLst>
          <pc:spChg chg="del">
            <ac:chgData name="Mandy Lin - Freedom Systems" userId="24f92fdd-367a-40f1-ad9b-8db5b9467043" providerId="ADAL" clId="{5BF1F43A-1D68-4CA2-A42C-4398AE189845}" dt="2021-10-03T08:26:58.387" v="3171" actId="478"/>
            <ac:spMkLst>
              <pc:docMk/>
              <pc:sldMasterMk cId="489890521" sldId="2147483717"/>
              <pc:sldLayoutMk cId="1026963325" sldId="2147483727"/>
              <ac:spMk id="7" creationId="{6E420C6F-DCA4-4349-A528-7A584223F1DA}"/>
            </ac:spMkLst>
          </pc:spChg>
        </pc:sldLayoutChg>
        <pc:sldLayoutChg chg="delSp modSp add del mod replId">
          <pc:chgData name="Mandy Lin - Freedom Systems" userId="24f92fdd-367a-40f1-ad9b-8db5b9467043" providerId="ADAL" clId="{5BF1F43A-1D68-4CA2-A42C-4398AE189845}" dt="2021-10-03T16:39:20.945" v="4037" actId="2696"/>
          <pc:sldLayoutMkLst>
            <pc:docMk/>
            <pc:sldMasterMk cId="489890521" sldId="2147483717"/>
            <pc:sldLayoutMk cId="3299445292" sldId="2147483728"/>
          </pc:sldLayoutMkLst>
          <pc:spChg chg="mod">
            <ac:chgData name="Mandy Lin - Freedom Systems" userId="24f92fdd-367a-40f1-ad9b-8db5b9467043" providerId="ADAL" clId="{5BF1F43A-1D68-4CA2-A42C-4398AE189845}" dt="2021-10-03T08:27:46.559" v="3181" actId="1037"/>
            <ac:spMkLst>
              <pc:docMk/>
              <pc:sldMasterMk cId="489890521" sldId="2147483717"/>
              <pc:sldLayoutMk cId="3299445292" sldId="2147483728"/>
              <ac:spMk id="10" creationId="{2035C499-5026-4D6D-8422-E9EFA657351C}"/>
            </ac:spMkLst>
          </pc:spChg>
          <pc:spChg chg="del">
            <ac:chgData name="Mandy Lin - Freedom Systems" userId="24f92fdd-367a-40f1-ad9b-8db5b9467043" providerId="ADAL" clId="{5BF1F43A-1D68-4CA2-A42C-4398AE189845}" dt="2021-10-03T08:27:08.793" v="3173" actId="478"/>
            <ac:spMkLst>
              <pc:docMk/>
              <pc:sldMasterMk cId="489890521" sldId="2147483717"/>
              <pc:sldLayoutMk cId="3299445292" sldId="2147483728"/>
              <ac:spMk id="12" creationId="{18CACCDC-9165-47E2-A7AD-BB0D0EF31942}"/>
            </ac:spMkLst>
          </pc:spChg>
        </pc:sldLayoutChg>
        <pc:sldLayoutChg chg="delSp modSp add del mod replId">
          <pc:chgData name="Mandy Lin - Freedom Systems" userId="24f92fdd-367a-40f1-ad9b-8db5b9467043" providerId="ADAL" clId="{5BF1F43A-1D68-4CA2-A42C-4398AE189845}" dt="2021-10-03T16:39:16.677" v="4036" actId="2696"/>
          <pc:sldLayoutMkLst>
            <pc:docMk/>
            <pc:sldMasterMk cId="489890521" sldId="2147483717"/>
            <pc:sldLayoutMk cId="3991082613" sldId="2147483729"/>
          </pc:sldLayoutMkLst>
          <pc:spChg chg="mod">
            <ac:chgData name="Mandy Lin - Freedom Systems" userId="24f92fdd-367a-40f1-ad9b-8db5b9467043" providerId="ADAL" clId="{5BF1F43A-1D68-4CA2-A42C-4398AE189845}" dt="2021-10-03T08:27:17.760" v="3175" actId="207"/>
            <ac:spMkLst>
              <pc:docMk/>
              <pc:sldMasterMk cId="489890521" sldId="2147483717"/>
              <pc:sldLayoutMk cId="3991082613" sldId="2147483729"/>
              <ac:spMk id="11" creationId="{23AA3359-0C3B-4BAC-8382-924394E394C5}"/>
            </ac:spMkLst>
          </pc:spChg>
          <pc:spChg chg="del">
            <ac:chgData name="Mandy Lin - Freedom Systems" userId="24f92fdd-367a-40f1-ad9b-8db5b9467043" providerId="ADAL" clId="{5BF1F43A-1D68-4CA2-A42C-4398AE189845}" dt="2021-10-03T08:27:14.369" v="3174" actId="478"/>
            <ac:spMkLst>
              <pc:docMk/>
              <pc:sldMasterMk cId="489890521" sldId="2147483717"/>
              <pc:sldLayoutMk cId="3991082613" sldId="2147483729"/>
              <ac:spMk id="12" creationId="{18CACCDC-9165-47E2-A7AD-BB0D0EF31942}"/>
            </ac:spMkLst>
          </pc:spChg>
          <pc:spChg chg="mod">
            <ac:chgData name="Mandy Lin - Freedom Systems" userId="24f92fdd-367a-40f1-ad9b-8db5b9467043" providerId="ADAL" clId="{5BF1F43A-1D68-4CA2-A42C-4398AE189845}" dt="2021-10-03T15:56:23.848" v="3950" actId="403"/>
            <ac:spMkLst>
              <pc:docMk/>
              <pc:sldMasterMk cId="489890521" sldId="2147483717"/>
              <pc:sldLayoutMk cId="3991082613" sldId="2147483729"/>
              <ac:spMk id="14" creationId="{28026909-AFC9-492F-8A3D-60C2CFC12D55}"/>
            </ac:spMkLst>
          </pc:spChg>
        </pc:sldLayoutChg>
        <pc:sldLayoutChg chg="delSp modSp add del mod replId">
          <pc:chgData name="Mandy Lin - Freedom Systems" userId="24f92fdd-367a-40f1-ad9b-8db5b9467043" providerId="ADAL" clId="{5BF1F43A-1D68-4CA2-A42C-4398AE189845}" dt="2021-10-03T16:39:23.076" v="4038" actId="2696"/>
          <pc:sldLayoutMkLst>
            <pc:docMk/>
            <pc:sldMasterMk cId="489890521" sldId="2147483717"/>
            <pc:sldLayoutMk cId="1573797670" sldId="2147483730"/>
          </pc:sldLayoutMkLst>
          <pc:spChg chg="mod">
            <ac:chgData name="Mandy Lin - Freedom Systems" userId="24f92fdd-367a-40f1-ad9b-8db5b9467043" providerId="ADAL" clId="{5BF1F43A-1D68-4CA2-A42C-4398AE189845}" dt="2021-10-03T08:27:24.794" v="3176" actId="1076"/>
            <ac:spMkLst>
              <pc:docMk/>
              <pc:sldMasterMk cId="489890521" sldId="2147483717"/>
              <pc:sldLayoutMk cId="1573797670" sldId="2147483730"/>
              <ac:spMk id="10" creationId="{2035C499-5026-4D6D-8422-E9EFA657351C}"/>
            </ac:spMkLst>
          </pc:spChg>
          <pc:spChg chg="mod">
            <ac:chgData name="Mandy Lin - Freedom Systems" userId="24f92fdd-367a-40f1-ad9b-8db5b9467043" providerId="ADAL" clId="{5BF1F43A-1D68-4CA2-A42C-4398AE189845}" dt="2021-10-03T08:27:34.725" v="3178" actId="207"/>
            <ac:spMkLst>
              <pc:docMk/>
              <pc:sldMasterMk cId="489890521" sldId="2147483717"/>
              <pc:sldLayoutMk cId="1573797670" sldId="2147483730"/>
              <ac:spMk id="11" creationId="{23AA3359-0C3B-4BAC-8382-924394E394C5}"/>
            </ac:spMkLst>
          </pc:spChg>
          <pc:spChg chg="del">
            <ac:chgData name="Mandy Lin - Freedom Systems" userId="24f92fdd-367a-40f1-ad9b-8db5b9467043" providerId="ADAL" clId="{5BF1F43A-1D68-4CA2-A42C-4398AE189845}" dt="2021-10-03T08:27:30.106" v="3177" actId="478"/>
            <ac:spMkLst>
              <pc:docMk/>
              <pc:sldMasterMk cId="489890521" sldId="2147483717"/>
              <pc:sldLayoutMk cId="1573797670" sldId="2147483730"/>
              <ac:spMk id="12" creationId="{18CACCDC-9165-47E2-A7AD-BB0D0EF31942}"/>
            </ac:spMkLst>
          </pc:spChg>
          <pc:spChg chg="mod">
            <ac:chgData name="Mandy Lin - Freedom Systems" userId="24f92fdd-367a-40f1-ad9b-8db5b9467043" providerId="ADAL" clId="{5BF1F43A-1D68-4CA2-A42C-4398AE189845}" dt="2021-10-03T15:56:28.219" v="3951" actId="403"/>
            <ac:spMkLst>
              <pc:docMk/>
              <pc:sldMasterMk cId="489890521" sldId="2147483717"/>
              <pc:sldLayoutMk cId="1573797670" sldId="2147483730"/>
              <ac:spMk id="14" creationId="{28026909-AFC9-492F-8A3D-60C2CFC12D55}"/>
            </ac:spMkLst>
          </pc:spChg>
        </pc:sldLayoutChg>
        <pc:sldLayoutChg chg="delSp modSp add mod replId">
          <pc:chgData name="Mandy Lin - Freedom Systems" userId="24f92fdd-367a-40f1-ad9b-8db5b9467043" providerId="ADAL" clId="{5BF1F43A-1D68-4CA2-A42C-4398AE189845}" dt="2021-10-03T16:40:06.101" v="4042" actId="1076"/>
          <pc:sldLayoutMkLst>
            <pc:docMk/>
            <pc:sldMasterMk cId="489890521" sldId="2147483717"/>
            <pc:sldLayoutMk cId="158279029" sldId="2147483731"/>
          </pc:sldLayoutMkLst>
          <pc:spChg chg="mod">
            <ac:chgData name="Mandy Lin - Freedom Systems" userId="24f92fdd-367a-40f1-ad9b-8db5b9467043" providerId="ADAL" clId="{5BF1F43A-1D68-4CA2-A42C-4398AE189845}" dt="2021-10-03T16:40:06.101" v="4042" actId="1076"/>
            <ac:spMkLst>
              <pc:docMk/>
              <pc:sldMasterMk cId="489890521" sldId="2147483717"/>
              <pc:sldLayoutMk cId="158279029" sldId="2147483731"/>
              <ac:spMk id="2" creationId="{25D0408F-4A76-4E13-B20C-89E0FD40DC32}"/>
            </ac:spMkLst>
          </pc:spChg>
          <pc:spChg chg="mod">
            <ac:chgData name="Mandy Lin - Freedom Systems" userId="24f92fdd-367a-40f1-ad9b-8db5b9467043" providerId="ADAL" clId="{5BF1F43A-1D68-4CA2-A42C-4398AE189845}" dt="2021-10-03T16:40:06.101" v="4042" actId="1076"/>
            <ac:spMkLst>
              <pc:docMk/>
              <pc:sldMasterMk cId="489890521" sldId="2147483717"/>
              <pc:sldLayoutMk cId="158279029" sldId="2147483731"/>
              <ac:spMk id="5" creationId="{00000000-0000-0000-0000-000000000000}"/>
            </ac:spMkLst>
          </pc:spChg>
          <pc:spChg chg="mod">
            <ac:chgData name="Mandy Lin - Freedom Systems" userId="24f92fdd-367a-40f1-ad9b-8db5b9467043" providerId="ADAL" clId="{5BF1F43A-1D68-4CA2-A42C-4398AE189845}" dt="2021-10-03T16:31:10.552" v="3996" actId="1035"/>
            <ac:spMkLst>
              <pc:docMk/>
              <pc:sldMasterMk cId="489890521" sldId="2147483717"/>
              <pc:sldLayoutMk cId="158279029" sldId="2147483731"/>
              <ac:spMk id="6" creationId="{C64F93F8-3A71-4278-A6DE-2A80017D26E6}"/>
            </ac:spMkLst>
          </pc:spChg>
          <pc:spChg chg="del mod">
            <ac:chgData name="Mandy Lin - Freedom Systems" userId="24f92fdd-367a-40f1-ad9b-8db5b9467043" providerId="ADAL" clId="{5BF1F43A-1D68-4CA2-A42C-4398AE189845}" dt="2021-10-03T08:27:57.657" v="3183" actId="478"/>
            <ac:spMkLst>
              <pc:docMk/>
              <pc:sldMasterMk cId="489890521" sldId="2147483717"/>
              <pc:sldLayoutMk cId="158279029" sldId="2147483731"/>
              <ac:spMk id="10" creationId="{2035C499-5026-4D6D-8422-E9EFA657351C}"/>
            </ac:spMkLst>
          </pc:spChg>
          <pc:spChg chg="del">
            <ac:chgData name="Mandy Lin - Freedom Systems" userId="24f92fdd-367a-40f1-ad9b-8db5b9467043" providerId="ADAL" clId="{5BF1F43A-1D68-4CA2-A42C-4398AE189845}" dt="2021-10-03T08:28:21.051" v="3189" actId="478"/>
            <ac:spMkLst>
              <pc:docMk/>
              <pc:sldMasterMk cId="489890521" sldId="2147483717"/>
              <pc:sldLayoutMk cId="158279029" sldId="2147483731"/>
              <ac:spMk id="12" creationId="{59FC5D81-97A0-46FB-8EE8-0665C3431AF6}"/>
            </ac:spMkLst>
          </pc:spChg>
          <pc:picChg chg="mod">
            <ac:chgData name="Mandy Lin - Freedom Systems" userId="24f92fdd-367a-40f1-ad9b-8db5b9467043" providerId="ADAL" clId="{5BF1F43A-1D68-4CA2-A42C-4398AE189845}" dt="2021-10-03T08:28:09.958" v="3186" actId="1076"/>
            <ac:picMkLst>
              <pc:docMk/>
              <pc:sldMasterMk cId="489890521" sldId="2147483717"/>
              <pc:sldLayoutMk cId="158279029" sldId="2147483731"/>
              <ac:picMk id="4" creationId="{078F9FBB-C96D-46BC-AAC3-7F5BA9C0E6C3}"/>
            </ac:picMkLst>
          </pc:picChg>
        </pc:sldLayoutChg>
        <pc:sldLayoutChg chg="delSp add del mod replId">
          <pc:chgData name="Mandy Lin - Freedom Systems" userId="24f92fdd-367a-40f1-ad9b-8db5b9467043" providerId="ADAL" clId="{5BF1F43A-1D68-4CA2-A42C-4398AE189845}" dt="2021-10-03T16:39:13.849" v="4035" actId="2696"/>
          <pc:sldLayoutMkLst>
            <pc:docMk/>
            <pc:sldMasterMk cId="489890521" sldId="2147483717"/>
            <pc:sldLayoutMk cId="3123869733" sldId="2147483732"/>
          </pc:sldLayoutMkLst>
          <pc:spChg chg="del">
            <ac:chgData name="Mandy Lin - Freedom Systems" userId="24f92fdd-367a-40f1-ad9b-8db5b9467043" providerId="ADAL" clId="{5BF1F43A-1D68-4CA2-A42C-4398AE189845}" dt="2021-10-03T08:28:48.361" v="3191" actId="478"/>
            <ac:spMkLst>
              <pc:docMk/>
              <pc:sldMasterMk cId="489890521" sldId="2147483717"/>
              <pc:sldLayoutMk cId="3123869733" sldId="2147483732"/>
              <ac:spMk id="12" creationId="{6906EA31-1B95-440F-AB17-453D8362CB89}"/>
            </ac:spMkLst>
          </pc:spChg>
        </pc:sldLayoutChg>
        <pc:sldLayoutChg chg="delSp add del mod replId">
          <pc:chgData name="Mandy Lin - Freedom Systems" userId="24f92fdd-367a-40f1-ad9b-8db5b9467043" providerId="ADAL" clId="{5BF1F43A-1D68-4CA2-A42C-4398AE189845}" dt="2021-10-03T16:39:12.065" v="4034" actId="2696"/>
          <pc:sldLayoutMkLst>
            <pc:docMk/>
            <pc:sldMasterMk cId="489890521" sldId="2147483717"/>
            <pc:sldLayoutMk cId="3518758977" sldId="2147483733"/>
          </pc:sldLayoutMkLst>
          <pc:spChg chg="del">
            <ac:chgData name="Mandy Lin - Freedom Systems" userId="24f92fdd-367a-40f1-ad9b-8db5b9467043" providerId="ADAL" clId="{5BF1F43A-1D68-4CA2-A42C-4398AE189845}" dt="2021-10-03T08:28:51.243" v="3192" actId="478"/>
            <ac:spMkLst>
              <pc:docMk/>
              <pc:sldMasterMk cId="489890521" sldId="2147483717"/>
              <pc:sldLayoutMk cId="3518758977" sldId="2147483733"/>
              <ac:spMk id="10" creationId="{65F9A38A-736B-4B20-95E0-DE753B13C6C8}"/>
            </ac:spMkLst>
          </pc:spChg>
        </pc:sldLayoutChg>
        <pc:sldLayoutChg chg="delSp add del mod replId">
          <pc:chgData name="Mandy Lin - Freedom Systems" userId="24f92fdd-367a-40f1-ad9b-8db5b9467043" providerId="ADAL" clId="{5BF1F43A-1D68-4CA2-A42C-4398AE189845}" dt="2021-10-03T16:39:08.680" v="4032" actId="2696"/>
          <pc:sldLayoutMkLst>
            <pc:docMk/>
            <pc:sldMasterMk cId="489890521" sldId="2147483717"/>
            <pc:sldLayoutMk cId="1210568270" sldId="2147483734"/>
          </pc:sldLayoutMkLst>
          <pc:spChg chg="del">
            <ac:chgData name="Mandy Lin - Freedom Systems" userId="24f92fdd-367a-40f1-ad9b-8db5b9467043" providerId="ADAL" clId="{5BF1F43A-1D68-4CA2-A42C-4398AE189845}" dt="2021-10-03T08:28:55.528" v="3193" actId="478"/>
            <ac:spMkLst>
              <pc:docMk/>
              <pc:sldMasterMk cId="489890521" sldId="2147483717"/>
              <pc:sldLayoutMk cId="1210568270" sldId="2147483734"/>
              <ac:spMk id="8" creationId="{9FB9B7B4-7928-49C7-B50D-A3646573753C}"/>
            </ac:spMkLst>
          </pc:spChg>
        </pc:sldLayoutChg>
        <pc:sldLayoutChg chg="delSp add del mod replId">
          <pc:chgData name="Mandy Lin - Freedom Systems" userId="24f92fdd-367a-40f1-ad9b-8db5b9467043" providerId="ADAL" clId="{5BF1F43A-1D68-4CA2-A42C-4398AE189845}" dt="2021-10-03T16:39:09.692" v="4033" actId="2696"/>
          <pc:sldLayoutMkLst>
            <pc:docMk/>
            <pc:sldMasterMk cId="489890521" sldId="2147483717"/>
            <pc:sldLayoutMk cId="3292485668" sldId="2147483735"/>
          </pc:sldLayoutMkLst>
          <pc:spChg chg="del">
            <ac:chgData name="Mandy Lin - Freedom Systems" userId="24f92fdd-367a-40f1-ad9b-8db5b9467043" providerId="ADAL" clId="{5BF1F43A-1D68-4CA2-A42C-4398AE189845}" dt="2021-10-03T08:29:00.741" v="3194" actId="478"/>
            <ac:spMkLst>
              <pc:docMk/>
              <pc:sldMasterMk cId="489890521" sldId="2147483717"/>
              <pc:sldLayoutMk cId="3292485668" sldId="2147483735"/>
              <ac:spMk id="8" creationId="{9FB9B7B4-7928-49C7-B50D-A3646573753C}"/>
            </ac:spMkLst>
          </pc:spChg>
        </pc:sldLayoutChg>
        <pc:sldLayoutChg chg="delSp add mod replId">
          <pc:chgData name="Mandy Lin - Freedom Systems" userId="24f92fdd-367a-40f1-ad9b-8db5b9467043" providerId="ADAL" clId="{5BF1F43A-1D68-4CA2-A42C-4398AE189845}" dt="2021-10-03T08:29:07.281" v="3195" actId="478"/>
          <pc:sldLayoutMkLst>
            <pc:docMk/>
            <pc:sldMasterMk cId="489890521" sldId="2147483717"/>
            <pc:sldLayoutMk cId="2098491444" sldId="2147483736"/>
          </pc:sldLayoutMkLst>
          <pc:spChg chg="del">
            <ac:chgData name="Mandy Lin - Freedom Systems" userId="24f92fdd-367a-40f1-ad9b-8db5b9467043" providerId="ADAL" clId="{5BF1F43A-1D68-4CA2-A42C-4398AE189845}" dt="2021-10-03T08:29:07.281" v="3195" actId="478"/>
            <ac:spMkLst>
              <pc:docMk/>
              <pc:sldMasterMk cId="489890521" sldId="2147483717"/>
              <pc:sldLayoutMk cId="2098491444" sldId="2147483736"/>
              <ac:spMk id="5" creationId="{EFE5C7CD-2349-47C3-BABA-04E96E815A8C}"/>
            </ac:spMkLst>
          </pc:spChg>
        </pc:sldLayoutChg>
        <pc:sldLayoutChg chg="addSp delSp modSp add mod replId">
          <pc:chgData name="Mandy Lin - Freedom Systems" userId="24f92fdd-367a-40f1-ad9b-8db5b9467043" providerId="ADAL" clId="{5BF1F43A-1D68-4CA2-A42C-4398AE189845}" dt="2021-10-06T06:08:17.732" v="4292"/>
          <pc:sldLayoutMkLst>
            <pc:docMk/>
            <pc:sldMasterMk cId="489890521" sldId="2147483717"/>
            <pc:sldLayoutMk cId="3301083097" sldId="2147483737"/>
          </pc:sldLayoutMkLst>
          <pc:spChg chg="mod">
            <ac:chgData name="Mandy Lin - Freedom Systems" userId="24f92fdd-367a-40f1-ad9b-8db5b9467043" providerId="ADAL" clId="{5BF1F43A-1D68-4CA2-A42C-4398AE189845}" dt="2021-10-04T01:15:31.410" v="4274" actId="404"/>
            <ac:spMkLst>
              <pc:docMk/>
              <pc:sldMasterMk cId="489890521" sldId="2147483717"/>
              <pc:sldLayoutMk cId="3301083097" sldId="2147483737"/>
              <ac:spMk id="4" creationId="{AE833B58-0629-4A46-8711-902C16A99314}"/>
            </ac:spMkLst>
          </pc:spChg>
          <pc:spChg chg="del mod">
            <ac:chgData name="Mandy Lin - Freedom Systems" userId="24f92fdd-367a-40f1-ad9b-8db5b9467043" providerId="ADAL" clId="{5BF1F43A-1D68-4CA2-A42C-4398AE189845}" dt="2021-10-06T06:08:16.454" v="4290" actId="478"/>
            <ac:spMkLst>
              <pc:docMk/>
              <pc:sldMasterMk cId="489890521" sldId="2147483717"/>
              <pc:sldLayoutMk cId="3301083097" sldId="2147483737"/>
              <ac:spMk id="9" creationId="{1231301F-62BD-4CF6-8990-CDF00AFC8CCF}"/>
            </ac:spMkLst>
          </pc:spChg>
          <pc:spChg chg="del mod">
            <ac:chgData name="Mandy Lin - Freedom Systems" userId="24f92fdd-367a-40f1-ad9b-8db5b9467043" providerId="ADAL" clId="{5BF1F43A-1D68-4CA2-A42C-4398AE189845}" dt="2021-10-06T06:08:16.868" v="4291" actId="478"/>
            <ac:spMkLst>
              <pc:docMk/>
              <pc:sldMasterMk cId="489890521" sldId="2147483717"/>
              <pc:sldLayoutMk cId="3301083097" sldId="2147483737"/>
              <ac:spMk id="11" creationId="{7223C820-5673-4288-A9D6-185A95066B1E}"/>
            </ac:spMkLst>
          </pc:spChg>
          <pc:spChg chg="mod">
            <ac:chgData name="Mandy Lin - Freedom Systems" userId="24f92fdd-367a-40f1-ad9b-8db5b9467043" providerId="ADAL" clId="{5BF1F43A-1D68-4CA2-A42C-4398AE189845}" dt="2021-10-04T01:15:31.410" v="4274" actId="404"/>
            <ac:spMkLst>
              <pc:docMk/>
              <pc:sldMasterMk cId="489890521" sldId="2147483717"/>
              <pc:sldLayoutMk cId="3301083097" sldId="2147483737"/>
              <ac:spMk id="13" creationId="{05B401B2-8D93-427E-90A4-52337B3965E8}"/>
            </ac:spMkLst>
          </pc:spChg>
          <pc:spChg chg="add mod">
            <ac:chgData name="Mandy Lin - Freedom Systems" userId="24f92fdd-367a-40f1-ad9b-8db5b9467043" providerId="ADAL" clId="{5BF1F43A-1D68-4CA2-A42C-4398AE189845}" dt="2021-10-06T06:08:17.732" v="4292"/>
            <ac:spMkLst>
              <pc:docMk/>
              <pc:sldMasterMk cId="489890521" sldId="2147483717"/>
              <pc:sldLayoutMk cId="3301083097" sldId="2147483737"/>
              <ac:spMk id="14" creationId="{5C91DC22-89C8-4289-B857-D4DABC4CAFBF}"/>
            </ac:spMkLst>
          </pc:spChg>
          <pc:spChg chg="del">
            <ac:chgData name="Mandy Lin - Freedom Systems" userId="24f92fdd-367a-40f1-ad9b-8db5b9467043" providerId="ADAL" clId="{5BF1F43A-1D68-4CA2-A42C-4398AE189845}" dt="2021-10-03T08:29:15.178" v="3196" actId="478"/>
            <ac:spMkLst>
              <pc:docMk/>
              <pc:sldMasterMk cId="489890521" sldId="2147483717"/>
              <pc:sldLayoutMk cId="3301083097" sldId="2147483737"/>
              <ac:spMk id="14" creationId="{B1C736FD-E821-4D39-87B0-EB1FB7BA2D5E}"/>
            </ac:spMkLst>
          </pc:spChg>
          <pc:spChg chg="add mod">
            <ac:chgData name="Mandy Lin - Freedom Systems" userId="24f92fdd-367a-40f1-ad9b-8db5b9467043" providerId="ADAL" clId="{5BF1F43A-1D68-4CA2-A42C-4398AE189845}" dt="2021-10-06T06:08:17.732" v="4292"/>
            <ac:spMkLst>
              <pc:docMk/>
              <pc:sldMasterMk cId="489890521" sldId="2147483717"/>
              <pc:sldLayoutMk cId="3301083097" sldId="2147483737"/>
              <ac:spMk id="16" creationId="{5733560E-B285-4E82-AD5D-36762E7F634B}"/>
            </ac:spMkLst>
          </pc:spChg>
        </pc:sldLayoutChg>
        <pc:sldLayoutChg chg="addSp delSp modSp add mod replId">
          <pc:chgData name="Mandy Lin - Freedom Systems" userId="24f92fdd-367a-40f1-ad9b-8db5b9467043" providerId="ADAL" clId="{5BF1F43A-1D68-4CA2-A42C-4398AE189845}" dt="2021-10-06T06:08:39.564" v="4294"/>
          <pc:sldLayoutMkLst>
            <pc:docMk/>
            <pc:sldMasterMk cId="489890521" sldId="2147483717"/>
            <pc:sldLayoutMk cId="3502045946" sldId="2147483738"/>
          </pc:sldLayoutMkLst>
          <pc:spChg chg="mod">
            <ac:chgData name="Mandy Lin - Freedom Systems" userId="24f92fdd-367a-40f1-ad9b-8db5b9467043" providerId="ADAL" clId="{5BF1F43A-1D68-4CA2-A42C-4398AE189845}" dt="2021-10-03T15:57:16.235" v="3958" actId="404"/>
            <ac:spMkLst>
              <pc:docMk/>
              <pc:sldMasterMk cId="489890521" sldId="2147483717"/>
              <pc:sldLayoutMk cId="3502045946" sldId="2147483738"/>
              <ac:spMk id="5" creationId="{00000000-0000-0000-0000-000000000000}"/>
            </ac:spMkLst>
          </pc:spChg>
          <pc:spChg chg="mod">
            <ac:chgData name="Mandy Lin - Freedom Systems" userId="24f92fdd-367a-40f1-ad9b-8db5b9467043" providerId="ADAL" clId="{5BF1F43A-1D68-4CA2-A42C-4398AE189845}" dt="2021-10-03T15:57:23.974" v="3964" actId="403"/>
            <ac:spMkLst>
              <pc:docMk/>
              <pc:sldMasterMk cId="489890521" sldId="2147483717"/>
              <pc:sldLayoutMk cId="3502045946" sldId="2147483738"/>
              <ac:spMk id="10" creationId="{00000000-0000-0000-0000-000000000000}"/>
            </ac:spMkLst>
          </pc:spChg>
          <pc:spChg chg="add mod">
            <ac:chgData name="Mandy Lin - Freedom Systems" userId="24f92fdd-367a-40f1-ad9b-8db5b9467043" providerId="ADAL" clId="{5BF1F43A-1D68-4CA2-A42C-4398AE189845}" dt="2021-10-06T06:08:39.564" v="4294"/>
            <ac:spMkLst>
              <pc:docMk/>
              <pc:sldMasterMk cId="489890521" sldId="2147483717"/>
              <pc:sldLayoutMk cId="3502045946" sldId="2147483738"/>
              <ac:spMk id="11" creationId="{2144E3F9-93CC-43D8-AEF4-31274C07BA92}"/>
            </ac:spMkLst>
          </pc:spChg>
          <pc:spChg chg="del">
            <ac:chgData name="Mandy Lin - Freedom Systems" userId="24f92fdd-367a-40f1-ad9b-8db5b9467043" providerId="ADAL" clId="{5BF1F43A-1D68-4CA2-A42C-4398AE189845}" dt="2021-10-03T08:29:17.837" v="3197" actId="478"/>
            <ac:spMkLst>
              <pc:docMk/>
              <pc:sldMasterMk cId="489890521" sldId="2147483717"/>
              <pc:sldLayoutMk cId="3502045946" sldId="2147483738"/>
              <ac:spMk id="11" creationId="{FA59A04D-C60A-4BDD-A230-2E9E7BC55703}"/>
            </ac:spMkLst>
          </pc:spChg>
          <pc:spChg chg="add mod">
            <ac:chgData name="Mandy Lin - Freedom Systems" userId="24f92fdd-367a-40f1-ad9b-8db5b9467043" providerId="ADAL" clId="{5BF1F43A-1D68-4CA2-A42C-4398AE189845}" dt="2021-10-06T06:08:39.564" v="4294"/>
            <ac:spMkLst>
              <pc:docMk/>
              <pc:sldMasterMk cId="489890521" sldId="2147483717"/>
              <pc:sldLayoutMk cId="3502045946" sldId="2147483738"/>
              <ac:spMk id="12" creationId="{329B4E25-22FC-4603-B3BC-0250C1124A41}"/>
            </ac:spMkLst>
          </pc:spChg>
          <pc:spChg chg="add mod">
            <ac:chgData name="Mandy Lin - Freedom Systems" userId="24f92fdd-367a-40f1-ad9b-8db5b9467043" providerId="ADAL" clId="{5BF1F43A-1D68-4CA2-A42C-4398AE189845}" dt="2021-10-06T06:08:39.564" v="4294"/>
            <ac:spMkLst>
              <pc:docMk/>
              <pc:sldMasterMk cId="489890521" sldId="2147483717"/>
              <pc:sldLayoutMk cId="3502045946" sldId="2147483738"/>
              <ac:spMk id="16" creationId="{50020A93-BE16-41ED-9F05-2F54E988E952}"/>
            </ac:spMkLst>
          </pc:spChg>
          <pc:spChg chg="del">
            <ac:chgData name="Mandy Lin - Freedom Systems" userId="24f92fdd-367a-40f1-ad9b-8db5b9467043" providerId="ADAL" clId="{5BF1F43A-1D68-4CA2-A42C-4398AE189845}" dt="2021-10-06T06:08:39.356" v="4293" actId="478"/>
            <ac:spMkLst>
              <pc:docMk/>
              <pc:sldMasterMk cId="489890521" sldId="2147483717"/>
              <pc:sldLayoutMk cId="3502045946" sldId="2147483738"/>
              <ac:spMk id="17" creationId="{274F2208-DBFD-4EE7-9D3B-2A36EDDF8E7E}"/>
            </ac:spMkLst>
          </pc:spChg>
          <pc:spChg chg="del">
            <ac:chgData name="Mandy Lin - Freedom Systems" userId="24f92fdd-367a-40f1-ad9b-8db5b9467043" providerId="ADAL" clId="{5BF1F43A-1D68-4CA2-A42C-4398AE189845}" dt="2021-10-06T06:08:39.356" v="4293" actId="478"/>
            <ac:spMkLst>
              <pc:docMk/>
              <pc:sldMasterMk cId="489890521" sldId="2147483717"/>
              <pc:sldLayoutMk cId="3502045946" sldId="2147483738"/>
              <ac:spMk id="19" creationId="{C945944B-45C8-4748-BBB1-0CD20FDF7997}"/>
            </ac:spMkLst>
          </pc:spChg>
          <pc:spChg chg="del">
            <ac:chgData name="Mandy Lin - Freedom Systems" userId="24f92fdd-367a-40f1-ad9b-8db5b9467043" providerId="ADAL" clId="{5BF1F43A-1D68-4CA2-A42C-4398AE189845}" dt="2021-10-06T06:08:39.356" v="4293" actId="478"/>
            <ac:spMkLst>
              <pc:docMk/>
              <pc:sldMasterMk cId="489890521" sldId="2147483717"/>
              <pc:sldLayoutMk cId="3502045946" sldId="2147483738"/>
              <ac:spMk id="20" creationId="{DB9FC00B-03CA-4B82-8E23-CB0D50434C3D}"/>
            </ac:spMkLst>
          </pc:spChg>
          <pc:spChg chg="mod">
            <ac:chgData name="Mandy Lin - Freedom Systems" userId="24f92fdd-367a-40f1-ad9b-8db5b9467043" providerId="ADAL" clId="{5BF1F43A-1D68-4CA2-A42C-4398AE189845}" dt="2021-10-03T15:57:18.697" v="3960" actId="403"/>
            <ac:spMkLst>
              <pc:docMk/>
              <pc:sldMasterMk cId="489890521" sldId="2147483717"/>
              <pc:sldLayoutMk cId="3502045946" sldId="2147483738"/>
              <ac:spMk id="32" creationId="{197742EC-5845-4BB1-84A3-00C1CF89012A}"/>
            </ac:spMkLst>
          </pc:spChg>
        </pc:sldLayoutChg>
        <pc:sldLayoutChg chg="addSp delSp modSp add del mod replId">
          <pc:chgData name="Mandy Lin - Freedom Systems" userId="24f92fdd-367a-40f1-ad9b-8db5b9467043" providerId="ADAL" clId="{5BF1F43A-1D68-4CA2-A42C-4398AE189845}" dt="2021-10-19T06:49:46.866" v="4606" actId="2696"/>
          <pc:sldLayoutMkLst>
            <pc:docMk/>
            <pc:sldMasterMk cId="489890521" sldId="2147483717"/>
            <pc:sldLayoutMk cId="3061887618" sldId="2147483739"/>
          </pc:sldLayoutMkLst>
          <pc:spChg chg="add del mod">
            <ac:chgData name="Mandy Lin - Freedom Systems" userId="24f92fdd-367a-40f1-ad9b-8db5b9467043" providerId="ADAL" clId="{5BF1F43A-1D68-4CA2-A42C-4398AE189845}" dt="2021-10-18T09:49:55.853" v="4383" actId="478"/>
            <ac:spMkLst>
              <pc:docMk/>
              <pc:sldMasterMk cId="489890521" sldId="2147483717"/>
              <pc:sldLayoutMk cId="3061887618" sldId="2147483739"/>
              <ac:spMk id="4" creationId="{FEB5B31F-7AD9-4BC6-8D61-62AD8011666E}"/>
            </ac:spMkLst>
          </pc:spChg>
          <pc:spChg chg="mod">
            <ac:chgData name="Mandy Lin - Freedom Systems" userId="24f92fdd-367a-40f1-ad9b-8db5b9467043" providerId="ADAL" clId="{5BF1F43A-1D68-4CA2-A42C-4398AE189845}" dt="2021-10-04T01:15:48.096" v="4276" actId="404"/>
            <ac:spMkLst>
              <pc:docMk/>
              <pc:sldMasterMk cId="489890521" sldId="2147483717"/>
              <pc:sldLayoutMk cId="3061887618" sldId="2147483739"/>
              <ac:spMk id="5" creationId="{DCD3570B-B429-4239-AE46-4F7FEDE963E8}"/>
            </ac:spMkLst>
          </pc:spChg>
          <pc:spChg chg="add del mod">
            <ac:chgData name="Mandy Lin - Freedom Systems" userId="24f92fdd-367a-40f1-ad9b-8db5b9467043" providerId="ADAL" clId="{5BF1F43A-1D68-4CA2-A42C-4398AE189845}" dt="2021-10-18T09:49:32.674" v="4376"/>
            <ac:spMkLst>
              <pc:docMk/>
              <pc:sldMasterMk cId="489890521" sldId="2147483717"/>
              <pc:sldLayoutMk cId="3061887618" sldId="2147483739"/>
              <ac:spMk id="7" creationId="{D5A1E0F5-845E-4C6D-B40D-5265EE0E3D43}"/>
            </ac:spMkLst>
          </pc:spChg>
          <pc:spChg chg="del">
            <ac:chgData name="Mandy Lin - Freedom Systems" userId="24f92fdd-367a-40f1-ad9b-8db5b9467043" providerId="ADAL" clId="{5BF1F43A-1D68-4CA2-A42C-4398AE189845}" dt="2021-10-03T08:29:21.487" v="3198" actId="478"/>
            <ac:spMkLst>
              <pc:docMk/>
              <pc:sldMasterMk cId="489890521" sldId="2147483717"/>
              <pc:sldLayoutMk cId="3061887618" sldId="2147483739"/>
              <ac:spMk id="7" creationId="{DAAC2428-0555-4D4B-8C83-FDF2C6A0B46E}"/>
            </ac:spMkLst>
          </pc:spChg>
          <pc:spChg chg="add mod ord">
            <ac:chgData name="Mandy Lin - Freedom Systems" userId="24f92fdd-367a-40f1-ad9b-8db5b9467043" providerId="ADAL" clId="{5BF1F43A-1D68-4CA2-A42C-4398AE189845}" dt="2021-10-18T09:49:50.618" v="4381" actId="167"/>
            <ac:spMkLst>
              <pc:docMk/>
              <pc:sldMasterMk cId="489890521" sldId="2147483717"/>
              <pc:sldLayoutMk cId="3061887618" sldId="2147483739"/>
              <ac:spMk id="8" creationId="{1B7456BB-7117-45CD-84B4-BE0C82DBD429}"/>
            </ac:spMkLst>
          </pc:spChg>
        </pc:sldLayoutChg>
        <pc:sldLayoutChg chg="delSp modSp add del mod replId">
          <pc:chgData name="Mandy Lin - Freedom Systems" userId="24f92fdd-367a-40f1-ad9b-8db5b9467043" providerId="ADAL" clId="{5BF1F43A-1D68-4CA2-A42C-4398AE189845}" dt="2021-10-19T06:50:01.971" v="4608" actId="2696"/>
          <pc:sldLayoutMkLst>
            <pc:docMk/>
            <pc:sldMasterMk cId="489890521" sldId="2147483717"/>
            <pc:sldLayoutMk cId="1761414081" sldId="2147483740"/>
          </pc:sldLayoutMkLst>
          <pc:spChg chg="mod">
            <ac:chgData name="Mandy Lin - Freedom Systems" userId="24f92fdd-367a-40f1-ad9b-8db5b9467043" providerId="ADAL" clId="{5BF1F43A-1D68-4CA2-A42C-4398AE189845}" dt="2021-10-03T08:32:16.453" v="3312" actId="1036"/>
            <ac:spMkLst>
              <pc:docMk/>
              <pc:sldMasterMk cId="489890521" sldId="2147483717"/>
              <pc:sldLayoutMk cId="1761414081" sldId="2147483740"/>
              <ac:spMk id="7" creationId="{2F51F789-4872-42ED-A7CA-B13B93E0BAE8}"/>
            </ac:spMkLst>
          </pc:spChg>
          <pc:spChg chg="del">
            <ac:chgData name="Mandy Lin - Freedom Systems" userId="24f92fdd-367a-40f1-ad9b-8db5b9467043" providerId="ADAL" clId="{5BF1F43A-1D68-4CA2-A42C-4398AE189845}" dt="2021-10-03T08:29:51.962" v="3205" actId="478"/>
            <ac:spMkLst>
              <pc:docMk/>
              <pc:sldMasterMk cId="489890521" sldId="2147483717"/>
              <pc:sldLayoutMk cId="1761414081" sldId="2147483740"/>
              <ac:spMk id="11" creationId="{F27EED7B-4835-4F2E-8F43-F44C0A2CFB6A}"/>
            </ac:spMkLst>
          </pc:spChg>
          <pc:spChg chg="mod">
            <ac:chgData name="Mandy Lin - Freedom Systems" userId="24f92fdd-367a-40f1-ad9b-8db5b9467043" providerId="ADAL" clId="{5BF1F43A-1D68-4CA2-A42C-4398AE189845}" dt="2021-10-03T15:18:00.342" v="3332" actId="1076"/>
            <ac:spMkLst>
              <pc:docMk/>
              <pc:sldMasterMk cId="489890521" sldId="2147483717"/>
              <pc:sldLayoutMk cId="1761414081" sldId="2147483740"/>
              <ac:spMk id="13" creationId="{6CACAA85-CA05-497B-8637-9A5E9FD6635A}"/>
            </ac:spMkLst>
          </pc:spChg>
          <pc:spChg chg="mod">
            <ac:chgData name="Mandy Lin - Freedom Systems" userId="24f92fdd-367a-40f1-ad9b-8db5b9467043" providerId="ADAL" clId="{5BF1F43A-1D68-4CA2-A42C-4398AE189845}" dt="2021-10-03T15:18:00.342" v="3332" actId="1076"/>
            <ac:spMkLst>
              <pc:docMk/>
              <pc:sldMasterMk cId="489890521" sldId="2147483717"/>
              <pc:sldLayoutMk cId="1761414081" sldId="2147483740"/>
              <ac:spMk id="14" creationId="{903BA89F-0DB5-4578-84FA-A8732D6A77D0}"/>
            </ac:spMkLst>
          </pc:spChg>
          <pc:spChg chg="mod">
            <ac:chgData name="Mandy Lin - Freedom Systems" userId="24f92fdd-367a-40f1-ad9b-8db5b9467043" providerId="ADAL" clId="{5BF1F43A-1D68-4CA2-A42C-4398AE189845}" dt="2021-10-03T15:57:39.235" v="3968" actId="403"/>
            <ac:spMkLst>
              <pc:docMk/>
              <pc:sldMasterMk cId="489890521" sldId="2147483717"/>
              <pc:sldLayoutMk cId="1761414081" sldId="2147483740"/>
              <ac:spMk id="17" creationId="{AC354EA5-02DC-477A-8946-AC2D69952089}"/>
            </ac:spMkLst>
          </pc:spChg>
          <pc:spChg chg="mod">
            <ac:chgData name="Mandy Lin - Freedom Systems" userId="24f92fdd-367a-40f1-ad9b-8db5b9467043" providerId="ADAL" clId="{5BF1F43A-1D68-4CA2-A42C-4398AE189845}" dt="2021-10-03T16:37:53.697" v="4012" actId="14100"/>
            <ac:spMkLst>
              <pc:docMk/>
              <pc:sldMasterMk cId="489890521" sldId="2147483717"/>
              <pc:sldLayoutMk cId="1761414081" sldId="2147483740"/>
              <ac:spMk id="20" creationId="{967E0203-8EB4-43C1-A200-C3DE27F9E94E}"/>
            </ac:spMkLst>
          </pc:spChg>
          <pc:spChg chg="mod">
            <ac:chgData name="Mandy Lin - Freedom Systems" userId="24f92fdd-367a-40f1-ad9b-8db5b9467043" providerId="ADAL" clId="{5BF1F43A-1D68-4CA2-A42C-4398AE189845}" dt="2021-10-03T08:32:08.926" v="3310" actId="1036"/>
            <ac:spMkLst>
              <pc:docMk/>
              <pc:sldMasterMk cId="489890521" sldId="2147483717"/>
              <pc:sldLayoutMk cId="1761414081" sldId="2147483740"/>
              <ac:spMk id="23" creationId="{123B41A2-CB71-4EE6-8273-AF15123216AB}"/>
            </ac:spMkLst>
          </pc:spChg>
        </pc:sldLayoutChg>
        <pc:sldLayoutChg chg="delSp modSp add del mod replId">
          <pc:chgData name="Mandy Lin - Freedom Systems" userId="24f92fdd-367a-40f1-ad9b-8db5b9467043" providerId="ADAL" clId="{5BF1F43A-1D68-4CA2-A42C-4398AE189845}" dt="2021-10-19T06:49:55.976" v="4607" actId="2696"/>
          <pc:sldLayoutMkLst>
            <pc:docMk/>
            <pc:sldMasterMk cId="489890521" sldId="2147483717"/>
            <pc:sldLayoutMk cId="3981750223" sldId="2147483741"/>
          </pc:sldLayoutMkLst>
          <pc:spChg chg="mod">
            <ac:chgData name="Mandy Lin - Freedom Systems" userId="24f92fdd-367a-40f1-ad9b-8db5b9467043" providerId="ADAL" clId="{5BF1F43A-1D68-4CA2-A42C-4398AE189845}" dt="2021-10-03T16:38:37.608" v="4029" actId="1036"/>
            <ac:spMkLst>
              <pc:docMk/>
              <pc:sldMasterMk cId="489890521" sldId="2147483717"/>
              <pc:sldLayoutMk cId="3981750223" sldId="2147483741"/>
              <ac:spMk id="7" creationId="{2F51F789-4872-42ED-A7CA-B13B93E0BAE8}"/>
            </ac:spMkLst>
          </pc:spChg>
          <pc:spChg chg="del">
            <ac:chgData name="Mandy Lin - Freedom Systems" userId="24f92fdd-367a-40f1-ad9b-8db5b9467043" providerId="ADAL" clId="{5BF1F43A-1D68-4CA2-A42C-4398AE189845}" dt="2021-10-03T08:30:11.421" v="3208" actId="478"/>
            <ac:spMkLst>
              <pc:docMk/>
              <pc:sldMasterMk cId="489890521" sldId="2147483717"/>
              <pc:sldLayoutMk cId="3981750223" sldId="2147483741"/>
              <ac:spMk id="13" creationId="{EBA232D6-D27E-464E-8C5F-A66A70334C11}"/>
            </ac:spMkLst>
          </pc:spChg>
          <pc:spChg chg="mod">
            <ac:chgData name="Mandy Lin - Freedom Systems" userId="24f92fdd-367a-40f1-ad9b-8db5b9467043" providerId="ADAL" clId="{5BF1F43A-1D68-4CA2-A42C-4398AE189845}" dt="2021-10-03T15:57:42.491" v="3969" actId="403"/>
            <ac:spMkLst>
              <pc:docMk/>
              <pc:sldMasterMk cId="489890521" sldId="2147483717"/>
              <pc:sldLayoutMk cId="3981750223" sldId="2147483741"/>
              <ac:spMk id="16" creationId="{CD9F6C45-ED65-44AB-BE02-ABB08687D256}"/>
            </ac:spMkLst>
          </pc:spChg>
          <pc:spChg chg="mod">
            <ac:chgData name="Mandy Lin - Freedom Systems" userId="24f92fdd-367a-40f1-ad9b-8db5b9467043" providerId="ADAL" clId="{5BF1F43A-1D68-4CA2-A42C-4398AE189845}" dt="2021-10-03T16:38:23.330" v="4024" actId="1035"/>
            <ac:spMkLst>
              <pc:docMk/>
              <pc:sldMasterMk cId="489890521" sldId="2147483717"/>
              <pc:sldLayoutMk cId="3981750223" sldId="2147483741"/>
              <ac:spMk id="20" creationId="{967E0203-8EB4-43C1-A200-C3DE27F9E94E}"/>
            </ac:spMkLst>
          </pc:spChg>
          <pc:spChg chg="mod">
            <ac:chgData name="Mandy Lin - Freedom Systems" userId="24f92fdd-367a-40f1-ad9b-8db5b9467043" providerId="ADAL" clId="{5BF1F43A-1D68-4CA2-A42C-4398AE189845}" dt="2021-10-03T08:30:37.484" v="3213" actId="1076"/>
            <ac:spMkLst>
              <pc:docMk/>
              <pc:sldMasterMk cId="489890521" sldId="2147483717"/>
              <pc:sldLayoutMk cId="3981750223" sldId="2147483741"/>
              <ac:spMk id="23" creationId="{123B41A2-CB71-4EE6-8273-AF15123216AB}"/>
            </ac:spMkLst>
          </pc:spChg>
          <pc:spChg chg="mod">
            <ac:chgData name="Mandy Lin - Freedom Systems" userId="24f92fdd-367a-40f1-ad9b-8db5b9467043" providerId="ADAL" clId="{5BF1F43A-1D68-4CA2-A42C-4398AE189845}" dt="2021-10-03T16:38:28.246" v="4025" actId="1076"/>
            <ac:spMkLst>
              <pc:docMk/>
              <pc:sldMasterMk cId="489890521" sldId="2147483717"/>
              <pc:sldLayoutMk cId="3981750223" sldId="2147483741"/>
              <ac:spMk id="25" creationId="{591E9A35-6976-4457-BFEC-F0EB7C29D471}"/>
            </ac:spMkLst>
          </pc:spChg>
        </pc:sldLayoutChg>
        <pc:sldLayoutChg chg="delSp add del mod replId">
          <pc:chgData name="Mandy Lin - Freedom Systems" userId="24f92fdd-367a-40f1-ad9b-8db5b9467043" providerId="ADAL" clId="{5BF1F43A-1D68-4CA2-A42C-4398AE189845}" dt="2021-10-03T16:39:01.316" v="4031" actId="2696"/>
          <pc:sldLayoutMkLst>
            <pc:docMk/>
            <pc:sldMasterMk cId="489890521" sldId="2147483717"/>
            <pc:sldLayoutMk cId="1001190630" sldId="2147483742"/>
          </pc:sldLayoutMkLst>
          <pc:spChg chg="del">
            <ac:chgData name="Mandy Lin - Freedom Systems" userId="24f92fdd-367a-40f1-ad9b-8db5b9467043" providerId="ADAL" clId="{5BF1F43A-1D68-4CA2-A42C-4398AE189845}" dt="2021-10-03T08:32:24.845" v="3314" actId="478"/>
            <ac:spMkLst>
              <pc:docMk/>
              <pc:sldMasterMk cId="489890521" sldId="2147483717"/>
              <pc:sldLayoutMk cId="1001190630" sldId="2147483742"/>
              <ac:spMk id="4" creationId="{C58204B0-752B-47D7-B328-476119D49805}"/>
            </ac:spMkLst>
          </pc:spChg>
        </pc:sldLayoutChg>
        <pc:sldLayoutChg chg="delSp add del mod replId">
          <pc:chgData name="Mandy Lin - Freedom Systems" userId="24f92fdd-367a-40f1-ad9b-8db5b9467043" providerId="ADAL" clId="{5BF1F43A-1D68-4CA2-A42C-4398AE189845}" dt="2021-10-03T16:38:56.227" v="4030" actId="2696"/>
          <pc:sldLayoutMkLst>
            <pc:docMk/>
            <pc:sldMasterMk cId="489890521" sldId="2147483717"/>
            <pc:sldLayoutMk cId="3398862825" sldId="2147483743"/>
          </pc:sldLayoutMkLst>
          <pc:spChg chg="del">
            <ac:chgData name="Mandy Lin - Freedom Systems" userId="24f92fdd-367a-40f1-ad9b-8db5b9467043" providerId="ADAL" clId="{5BF1F43A-1D68-4CA2-A42C-4398AE189845}" dt="2021-10-03T08:32:27.455" v="3315" actId="478"/>
            <ac:spMkLst>
              <pc:docMk/>
              <pc:sldMasterMk cId="489890521" sldId="2147483717"/>
              <pc:sldLayoutMk cId="3398862825" sldId="2147483743"/>
              <ac:spMk id="3" creationId="{671C35E2-4E8E-43F7-ACBB-F369005DC7C3}"/>
            </ac:spMkLst>
          </pc:spChg>
        </pc:sldLayoutChg>
        <pc:sldLayoutChg chg="delSp add del mod replId">
          <pc:chgData name="Mandy Lin - Freedom Systems" userId="24f92fdd-367a-40f1-ad9b-8db5b9467043" providerId="ADAL" clId="{5BF1F43A-1D68-4CA2-A42C-4398AE189845}" dt="2021-10-03T16:36:57.286" v="4001" actId="2696"/>
          <pc:sldLayoutMkLst>
            <pc:docMk/>
            <pc:sldMasterMk cId="489890521" sldId="2147483717"/>
            <pc:sldLayoutMk cId="965604870" sldId="2147483744"/>
          </pc:sldLayoutMkLst>
          <pc:spChg chg="del">
            <ac:chgData name="Mandy Lin - Freedom Systems" userId="24f92fdd-367a-40f1-ad9b-8db5b9467043" providerId="ADAL" clId="{5BF1F43A-1D68-4CA2-A42C-4398AE189845}" dt="2021-10-03T08:32:31.684" v="3317" actId="478"/>
            <ac:spMkLst>
              <pc:docMk/>
              <pc:sldMasterMk cId="489890521" sldId="2147483717"/>
              <pc:sldLayoutMk cId="965604870" sldId="2147483744"/>
              <ac:spMk id="2" creationId="{F49DE550-5602-439F-841F-3A2BDFD0034F}"/>
            </ac:spMkLst>
          </pc:spChg>
          <pc:spChg chg="del">
            <ac:chgData name="Mandy Lin - Freedom Systems" userId="24f92fdd-367a-40f1-ad9b-8db5b9467043" providerId="ADAL" clId="{5BF1F43A-1D68-4CA2-A42C-4398AE189845}" dt="2021-10-03T08:32:30.319" v="3316" actId="478"/>
            <ac:spMkLst>
              <pc:docMk/>
              <pc:sldMasterMk cId="489890521" sldId="2147483717"/>
              <pc:sldLayoutMk cId="965604870" sldId="2147483744"/>
              <ac:spMk id="3" creationId="{671C35E2-4E8E-43F7-ACBB-F369005DC7C3}"/>
            </ac:spMkLst>
          </pc:spChg>
        </pc:sldLayoutChg>
        <pc:sldLayoutChg chg="delSp add mod replId">
          <pc:chgData name="Mandy Lin - Freedom Systems" userId="24f92fdd-367a-40f1-ad9b-8db5b9467043" providerId="ADAL" clId="{5BF1F43A-1D68-4CA2-A42C-4398AE189845}" dt="2021-10-03T08:32:34.485" v="3318" actId="478"/>
          <pc:sldLayoutMkLst>
            <pc:docMk/>
            <pc:sldMasterMk cId="489890521" sldId="2147483717"/>
            <pc:sldLayoutMk cId="3067839989" sldId="2147483745"/>
          </pc:sldLayoutMkLst>
          <pc:spChg chg="del">
            <ac:chgData name="Mandy Lin - Freedom Systems" userId="24f92fdd-367a-40f1-ad9b-8db5b9467043" providerId="ADAL" clId="{5BF1F43A-1D68-4CA2-A42C-4398AE189845}" dt="2021-10-03T08:32:34.485" v="3318" actId="478"/>
            <ac:spMkLst>
              <pc:docMk/>
              <pc:sldMasterMk cId="489890521" sldId="2147483717"/>
              <pc:sldLayoutMk cId="3067839989" sldId="2147483745"/>
              <ac:spMk id="10" creationId="{AF9376CD-084B-45CB-B346-137125A361C4}"/>
            </ac:spMkLst>
          </pc:spChg>
        </pc:sldLayoutChg>
        <pc:sldLayoutChg chg="add del mod replId">
          <pc:chgData name="Mandy Lin - Freedom Systems" userId="24f92fdd-367a-40f1-ad9b-8db5b9467043" providerId="ADAL" clId="{5BF1F43A-1D68-4CA2-A42C-4398AE189845}" dt="2021-10-03T16:36:43.331" v="4000" actId="2696"/>
          <pc:sldLayoutMkLst>
            <pc:docMk/>
            <pc:sldMasterMk cId="489890521" sldId="2147483717"/>
            <pc:sldLayoutMk cId="3045870114" sldId="2147483746"/>
          </pc:sldLayoutMkLst>
        </pc:sldLayoutChg>
        <pc:sldLayoutChg chg="add del mod replId">
          <pc:chgData name="Mandy Lin - Freedom Systems" userId="24f92fdd-367a-40f1-ad9b-8db5b9467043" providerId="ADAL" clId="{5BF1F43A-1D68-4CA2-A42C-4398AE189845}" dt="2021-10-03T16:36:37.525" v="3999" actId="2696"/>
          <pc:sldLayoutMkLst>
            <pc:docMk/>
            <pc:sldMasterMk cId="489890521" sldId="2147483717"/>
            <pc:sldLayoutMk cId="3468415532" sldId="2147483747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08:23:35.299" v="3133" actId="2890"/>
          <pc:sldLayoutMkLst>
            <pc:docMk/>
            <pc:sldMasterMk cId="489890521" sldId="2147483717"/>
            <pc:sldLayoutMk cId="2211299943" sldId="2147483748"/>
          </pc:sldLayoutMkLst>
        </pc:sldLayoutChg>
      </pc:sldMasterChg>
      <pc:sldMasterChg chg="delSp modSp add mod addSldLayout modSldLayout">
        <pc:chgData name="Mandy Lin - Freedom Systems" userId="24f92fdd-367a-40f1-ad9b-8db5b9467043" providerId="ADAL" clId="{5BF1F43A-1D68-4CA2-A42C-4398AE189845}" dt="2021-10-03T15:30:40.094" v="3385" actId="1037"/>
        <pc:sldMasterMkLst>
          <pc:docMk/>
          <pc:sldMasterMk cId="144386675" sldId="2147483749"/>
        </pc:sldMasterMkLst>
        <pc:spChg chg="ord">
          <ac:chgData name="Mandy Lin - Freedom Systems" userId="24f92fdd-367a-40f1-ad9b-8db5b9467043" providerId="ADAL" clId="{5BF1F43A-1D68-4CA2-A42C-4398AE189845}" dt="2021-10-03T15:28:13.216" v="3373" actId="167"/>
          <ac:spMkLst>
            <pc:docMk/>
            <pc:sldMasterMk cId="144386675" sldId="2147483749"/>
            <ac:spMk id="38" creationId="{308FDADF-1EA4-4F39-A54C-AD9D2015E969}"/>
          </ac:spMkLst>
        </pc:spChg>
        <pc:picChg chg="mod ord">
          <ac:chgData name="Mandy Lin - Freedom Systems" userId="24f92fdd-367a-40f1-ad9b-8db5b9467043" providerId="ADAL" clId="{5BF1F43A-1D68-4CA2-A42C-4398AE189845}" dt="2021-10-03T15:30:15.716" v="3383" actId="1035"/>
          <ac:picMkLst>
            <pc:docMk/>
            <pc:sldMasterMk cId="144386675" sldId="2147483749"/>
            <ac:picMk id="20" creationId="{4863E9E8-FFCA-4C79-ACDE-C877E8F2BD3C}"/>
          </ac:picMkLst>
        </pc:picChg>
        <pc:picChg chg="del">
          <ac:chgData name="Mandy Lin - Freedom Systems" userId="24f92fdd-367a-40f1-ad9b-8db5b9467043" providerId="ADAL" clId="{5BF1F43A-1D68-4CA2-A42C-4398AE189845}" dt="2021-10-03T15:28:10.499" v="3372" actId="478"/>
          <ac:picMkLst>
            <pc:docMk/>
            <pc:sldMasterMk cId="144386675" sldId="2147483749"/>
            <ac:picMk id="39" creationId="{6C2002D7-6A3D-4FA5-96EA-679934D4303B}"/>
          </ac:picMkLst>
        </pc:picChg>
        <pc:picChg chg="mod">
          <ac:chgData name="Mandy Lin - Freedom Systems" userId="24f92fdd-367a-40f1-ad9b-8db5b9467043" providerId="ADAL" clId="{5BF1F43A-1D68-4CA2-A42C-4398AE189845}" dt="2021-10-03T15:30:40.094" v="3385" actId="1037"/>
          <ac:picMkLst>
            <pc:docMk/>
            <pc:sldMasterMk cId="144386675" sldId="2147483749"/>
            <ac:picMk id="40" creationId="{53DDF43E-6869-4EF7-9119-F6A7FC1162FA}"/>
          </ac:picMkLst>
        </pc:pic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1958156626" sldId="2147483750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2683617064" sldId="2147483751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1942011618" sldId="2147483752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919060345" sldId="2147483753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3918941534" sldId="2147483754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1828200816" sldId="2147483755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1440284986" sldId="2147483756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2178447792" sldId="2147483757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2305463912" sldId="2147483758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1872021591" sldId="2147483759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1758328619" sldId="2147483760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2695393867" sldId="2147483761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1662812959" sldId="2147483762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1309543153" sldId="2147483763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1447883367" sldId="2147483764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3879812769" sldId="2147483765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2480514201" sldId="2147483766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4058007053" sldId="2147483767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3527255141" sldId="2147483768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3369803189" sldId="2147483769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2517536233" sldId="2147483770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3905268187" sldId="2147483771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95866964" sldId="2147483772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89449606" sldId="2147483773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3917499924" sldId="2147483774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526986374" sldId="2147483775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1689075396" sldId="2147483776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1331126808" sldId="2147483777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3660915029" sldId="2147483778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4234426119" sldId="2147483779"/>
          </pc:sldLayoutMkLst>
        </pc:sldLayoutChg>
        <pc:sldLayoutChg chg="add mod replId">
          <pc:chgData name="Mandy Lin - Freedom Systems" userId="24f92fdd-367a-40f1-ad9b-8db5b9467043" providerId="ADAL" clId="{5BF1F43A-1D68-4CA2-A42C-4398AE189845}" dt="2021-10-03T15:27:54.141" v="3365" actId="2890"/>
          <pc:sldLayoutMkLst>
            <pc:docMk/>
            <pc:sldMasterMk cId="144386675" sldId="2147483749"/>
            <pc:sldLayoutMk cId="1431351324" sldId="2147483780"/>
          </pc:sldLayoutMkLst>
        </pc:sldLayoutChg>
      </pc:sldMasterChg>
      <pc:sldMasterChg chg="new del mod addSldLayout delSldLayout">
        <pc:chgData name="Mandy Lin - Freedom Systems" userId="24f92fdd-367a-40f1-ad9b-8db5b9467043" providerId="ADAL" clId="{5BF1F43A-1D68-4CA2-A42C-4398AE189845}" dt="2021-10-04T01:12:51.564" v="4262" actId="6938"/>
        <pc:sldMasterMkLst>
          <pc:docMk/>
          <pc:sldMasterMk cId="2989212159" sldId="2147483749"/>
        </pc:sldMasterMkLst>
        <pc:sldLayoutChg chg="new del replId">
          <pc:chgData name="Mandy Lin - Freedom Systems" userId="24f92fdd-367a-40f1-ad9b-8db5b9467043" providerId="ADAL" clId="{5BF1F43A-1D68-4CA2-A42C-4398AE189845}" dt="2021-10-04T01:12:51.564" v="4262" actId="6938"/>
          <pc:sldLayoutMkLst>
            <pc:docMk/>
            <pc:sldMasterMk cId="2989212159" sldId="2147483749"/>
            <pc:sldLayoutMk cId="2973366818" sldId="2147483750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4T01:12:51.564" v="4262" actId="6938"/>
          <pc:sldLayoutMkLst>
            <pc:docMk/>
            <pc:sldMasterMk cId="2989212159" sldId="2147483749"/>
            <pc:sldLayoutMk cId="1006290992" sldId="2147483751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4T01:12:51.564" v="4262" actId="6938"/>
          <pc:sldLayoutMkLst>
            <pc:docMk/>
            <pc:sldMasterMk cId="2989212159" sldId="2147483749"/>
            <pc:sldLayoutMk cId="1827349165" sldId="2147483752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4T01:12:51.564" v="4262" actId="6938"/>
          <pc:sldLayoutMkLst>
            <pc:docMk/>
            <pc:sldMasterMk cId="2989212159" sldId="2147483749"/>
            <pc:sldLayoutMk cId="2950939505" sldId="2147483753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4T01:12:51.564" v="4262" actId="6938"/>
          <pc:sldLayoutMkLst>
            <pc:docMk/>
            <pc:sldMasterMk cId="2989212159" sldId="2147483749"/>
            <pc:sldLayoutMk cId="1817317313" sldId="2147483754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4T01:12:51.564" v="4262" actId="6938"/>
          <pc:sldLayoutMkLst>
            <pc:docMk/>
            <pc:sldMasterMk cId="2989212159" sldId="2147483749"/>
            <pc:sldLayoutMk cId="1240500731" sldId="2147483755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4T01:12:51.564" v="4262" actId="6938"/>
          <pc:sldLayoutMkLst>
            <pc:docMk/>
            <pc:sldMasterMk cId="2989212159" sldId="2147483749"/>
            <pc:sldLayoutMk cId="1595143513" sldId="2147483756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4T01:12:51.564" v="4262" actId="6938"/>
          <pc:sldLayoutMkLst>
            <pc:docMk/>
            <pc:sldMasterMk cId="2989212159" sldId="2147483749"/>
            <pc:sldLayoutMk cId="2081942428" sldId="2147483757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4T01:12:51.564" v="4262" actId="6938"/>
          <pc:sldLayoutMkLst>
            <pc:docMk/>
            <pc:sldMasterMk cId="2989212159" sldId="2147483749"/>
            <pc:sldLayoutMk cId="590330597" sldId="2147483758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4T01:12:51.564" v="4262" actId="6938"/>
          <pc:sldLayoutMkLst>
            <pc:docMk/>
            <pc:sldMasterMk cId="2989212159" sldId="2147483749"/>
            <pc:sldLayoutMk cId="460227394" sldId="2147483759"/>
          </pc:sldLayoutMkLst>
        </pc:sldLayoutChg>
        <pc:sldLayoutChg chg="new del replId">
          <pc:chgData name="Mandy Lin - Freedom Systems" userId="24f92fdd-367a-40f1-ad9b-8db5b9467043" providerId="ADAL" clId="{5BF1F43A-1D68-4CA2-A42C-4398AE189845}" dt="2021-10-04T01:12:51.564" v="4262" actId="6938"/>
          <pc:sldLayoutMkLst>
            <pc:docMk/>
            <pc:sldMasterMk cId="2989212159" sldId="2147483749"/>
            <pc:sldLayoutMk cId="1399337852" sldId="214748376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52F23F86-832F-4DB3-8E5A-0F4D791447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141C144-3763-48BB-98F5-AD1C518A94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7A12B-0294-4FE2-9D00-8677A5574BEA}" type="datetimeFigureOut">
              <a:rPr lang="zh-TW" altLang="en-US" smtClean="0"/>
              <a:t>2021/10/25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C5ECCB9-0C68-4FAD-AA7D-44D7B9C7BD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546B346-717F-4CE2-BDD5-801A022F02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838FCA-3F03-4F8F-8A56-133A9EC9F32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B0FD3-6C43-41EA-8F91-6CBED634AE59}" type="datetimeFigureOut">
              <a:rPr lang="zh-TW" altLang="en-US" smtClean="0"/>
              <a:t>2021/10/25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CEC742-5E56-4468-A6E3-6876254F29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6124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13A0DC6-59C5-47FA-AD72-692FA792C5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E7F1F4A-42DA-4AC9-ACE1-AED18A8844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5167423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1A2905EB-98F2-48DF-8098-8F2038A11EC0}"/>
              </a:ext>
            </a:extLst>
          </p:cNvPr>
          <p:cNvCxnSpPr/>
          <p:nvPr userDrawn="1"/>
        </p:nvCxnSpPr>
        <p:spPr>
          <a:xfrm flipH="1">
            <a:off x="6096000" y="5458577"/>
            <a:ext cx="0" cy="120147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EB722B6-BB0C-4856-BA7B-C31AFC58B1A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384214" y="5782240"/>
            <a:ext cx="3663050" cy="460941"/>
          </a:xfrm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TW"/>
              <a:t>Name</a:t>
            </a:r>
            <a:r>
              <a:rPr lang="zh-TW" altLang="en-US"/>
              <a:t> </a:t>
            </a:r>
            <a:r>
              <a:rPr lang="en-US" altLang="zh-TW"/>
              <a:t>/ Job title </a:t>
            </a:r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6264726-534C-4D98-A458-87CACD928A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74919" y="5551677"/>
            <a:ext cx="2675976" cy="92655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F308760-6374-40DA-835C-61367E5860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5449" y="1312863"/>
            <a:ext cx="6591301" cy="1649412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altLang="zh-TW" dirty="0"/>
              <a:t>Click to edit title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3AD9703-1649-47D3-A557-D9F3B849EE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5448" y="2993993"/>
            <a:ext cx="6591301" cy="464636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CDF0F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Click to edit Master text style</a:t>
            </a:r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B288CE6B-2D71-4E3E-B239-581F9A7307FB}"/>
              </a:ext>
            </a:extLst>
          </p:cNvPr>
          <p:cNvGrpSpPr/>
          <p:nvPr userDrawn="1"/>
        </p:nvGrpSpPr>
        <p:grpSpPr>
          <a:xfrm>
            <a:off x="500835" y="7149806"/>
            <a:ext cx="5004613" cy="810767"/>
            <a:chOff x="500835" y="7001302"/>
            <a:chExt cx="5004613" cy="810767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36E7E276-58AC-4B1B-8A4A-7237AC1837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835" y="7001302"/>
              <a:ext cx="2341573" cy="810767"/>
            </a:xfrm>
            <a:prstGeom prst="rect">
              <a:avLst/>
            </a:prstGeom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EED3BD1-E219-4459-A818-8EC07CF271FD}"/>
                </a:ext>
              </a:extLst>
            </p:cNvPr>
            <p:cNvSpPr/>
            <p:nvPr userDrawn="1"/>
          </p:nvSpPr>
          <p:spPr>
            <a:xfrm>
              <a:off x="3343243" y="7058690"/>
              <a:ext cx="2162205" cy="648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>
                      <a:lumMod val="50000"/>
                    </a:schemeClr>
                  </a:solidFill>
                </a:rPr>
                <a:t>Place a Partner Logo Here</a:t>
              </a:r>
              <a:endParaRPr lang="zh-TW" alt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781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FB5491-9A64-402B-99EA-22BD483A07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8965" y="1451295"/>
            <a:ext cx="11451916" cy="468280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2"/>
            <a:r>
              <a:rPr lang="en-US" altLang="zh-TW" dirty="0"/>
              <a:t>Third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3"/>
            <a:r>
              <a:rPr lang="en-US" altLang="zh-TW" dirty="0"/>
              <a:t>Forth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4"/>
            <a:r>
              <a:rPr lang="en-US" altLang="zh-TW" dirty="0"/>
              <a:t>Fifth layer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8807F0-721A-4ECA-A6BD-E081FC4D9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9834" y="6404478"/>
            <a:ext cx="2743200" cy="365125"/>
          </a:xfrm>
        </p:spPr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0440B4E-8CB4-4957-AC68-92B24EF0A6E8}"/>
              </a:ext>
            </a:extLst>
          </p:cNvPr>
          <p:cNvSpPr/>
          <p:nvPr userDrawn="1"/>
        </p:nvSpPr>
        <p:spPr>
          <a:xfrm>
            <a:off x="332856" y="384174"/>
            <a:ext cx="160427" cy="541948"/>
          </a:xfrm>
          <a:prstGeom prst="roundRect">
            <a:avLst/>
          </a:prstGeom>
          <a:solidFill>
            <a:srgbClr val="288B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頁尾版面配置區 7">
            <a:extLst>
              <a:ext uri="{FF2B5EF4-FFF2-40B4-BE49-F238E27FC236}">
                <a16:creationId xmlns:a16="http://schemas.microsoft.com/office/drawing/2014/main" id="{D278FECA-1DE8-4023-BE90-E5434A77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r>
              <a:rPr lang="en-US" altLang="zh-TW"/>
              <a:t>© Freedom Systems Inc.</a:t>
            </a:r>
            <a:endParaRPr lang="zh-TW" altLang="en-US" dirty="0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D32D60E8-C365-4C08-A0A7-45A323707B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621" y="292100"/>
            <a:ext cx="11203260" cy="777874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021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FD9896-B17A-4642-B11F-E5058EABA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621" y="292100"/>
            <a:ext cx="11203260" cy="777874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8D42FA-80E5-4F8A-BA3B-C014F3035E1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431342"/>
            <a:ext cx="5181600" cy="47177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2"/>
            <a:r>
              <a:rPr lang="en-US" altLang="zh-TW" dirty="0"/>
              <a:t>Third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3"/>
            <a:r>
              <a:rPr lang="en-US" altLang="zh-TW" dirty="0"/>
              <a:t>Forth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4"/>
            <a:r>
              <a:rPr lang="en-US" altLang="zh-TW" dirty="0"/>
              <a:t>Fifth layer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9A6EAC7-8F28-4479-8DF1-825E685C95C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431342"/>
            <a:ext cx="5181600" cy="47177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2"/>
            <a:r>
              <a:rPr lang="en-US" altLang="zh-TW" dirty="0"/>
              <a:t>Third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3"/>
            <a:r>
              <a:rPr lang="en-US" altLang="zh-TW" dirty="0"/>
              <a:t>Forth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4"/>
            <a:r>
              <a:rPr lang="en-US" altLang="zh-TW" dirty="0"/>
              <a:t>Fifth layer</a:t>
            </a:r>
            <a:endParaRPr lang="zh-TW" altLang="en-US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54068CD-A3E0-45FB-88FE-4C579241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頁尾版面配置區 7">
            <a:extLst>
              <a:ext uri="{FF2B5EF4-FFF2-40B4-BE49-F238E27FC236}">
                <a16:creationId xmlns:a16="http://schemas.microsoft.com/office/drawing/2014/main" id="{8DED8695-BA8E-4FEE-AE78-02506B099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© Freedom Systems Inc.</a:t>
            </a:r>
            <a:endParaRPr lang="zh-TW" altLang="en-US" dirty="0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D6D604D-81EC-4BE9-ADB5-963951AFE48F}"/>
              </a:ext>
            </a:extLst>
          </p:cNvPr>
          <p:cNvSpPr/>
          <p:nvPr userDrawn="1"/>
        </p:nvSpPr>
        <p:spPr>
          <a:xfrm>
            <a:off x="332856" y="384174"/>
            <a:ext cx="160427" cy="541948"/>
          </a:xfrm>
          <a:prstGeom prst="roundRect">
            <a:avLst/>
          </a:prstGeom>
          <a:solidFill>
            <a:srgbClr val="288B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964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72E48C-92D7-4055-A43D-1493D20747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296152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13A8C11-1389-4AC6-B2AC-0EB92E0C53E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120063"/>
            <a:ext cx="5157787" cy="4032083"/>
          </a:xfrm>
        </p:spPr>
        <p:txBody>
          <a:bodyPr/>
          <a:lstStyle/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2"/>
            <a:r>
              <a:rPr lang="en-US" altLang="zh-TW" dirty="0"/>
              <a:t>Third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3"/>
            <a:r>
              <a:rPr lang="en-US" altLang="zh-TW" dirty="0"/>
              <a:t>Forth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4"/>
            <a:r>
              <a:rPr lang="en-US" altLang="zh-TW" dirty="0"/>
              <a:t>Fifth layer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0DA38BC-9736-4C3E-AF8B-7D966CDDFDD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296152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4802612-64CD-4D68-8F98-8B5A5915105E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120063"/>
            <a:ext cx="5183188" cy="4032083"/>
          </a:xfrm>
        </p:spPr>
        <p:txBody>
          <a:bodyPr/>
          <a:lstStyle/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2"/>
            <a:r>
              <a:rPr lang="en-US" altLang="zh-TW" dirty="0"/>
              <a:t>Third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3"/>
            <a:r>
              <a:rPr lang="en-US" altLang="zh-TW" dirty="0"/>
              <a:t>Forth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4"/>
            <a:r>
              <a:rPr lang="en-US" altLang="zh-TW" dirty="0"/>
              <a:t>Fifth layer</a:t>
            </a:r>
            <a:endParaRPr lang="zh-TW" alt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C4A066E-6580-472B-84D1-256512E7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© Freedom Systems Inc.</a:t>
            </a:r>
            <a:endParaRPr lang="zh-TW" altLang="en-US" dirty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5A7B974-08AF-44CE-8927-42C79E49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2BA9855-1D46-439F-985D-C6C5D5728CF3}"/>
              </a:ext>
            </a:extLst>
          </p:cNvPr>
          <p:cNvSpPr/>
          <p:nvPr userDrawn="1"/>
        </p:nvSpPr>
        <p:spPr>
          <a:xfrm>
            <a:off x="332856" y="384174"/>
            <a:ext cx="160427" cy="541948"/>
          </a:xfrm>
          <a:prstGeom prst="roundRect">
            <a:avLst/>
          </a:prstGeom>
          <a:solidFill>
            <a:srgbClr val="288B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A89FDF85-59AF-446D-9C18-E945168C5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621" y="292100"/>
            <a:ext cx="11203260" cy="777874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3628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9B1EF0-CC58-483E-BFE2-6244E30E9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C3E457-62FB-47E1-9F81-02A3A901B67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2"/>
            <a:r>
              <a:rPr lang="en-US" altLang="zh-TW" dirty="0"/>
              <a:t>Third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3"/>
            <a:r>
              <a:rPr lang="en-US" altLang="zh-TW" dirty="0"/>
              <a:t>Forth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4"/>
            <a:r>
              <a:rPr lang="en-US" altLang="zh-TW" dirty="0"/>
              <a:t>Fifth layer</a:t>
            </a:r>
            <a:endParaRPr lang="zh-TW" altLang="en-US" dirty="0"/>
          </a:p>
          <a:p>
            <a:pPr lvl="4"/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3BEFFF5-681B-4FC4-9CC4-DE82A9F1DBB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Edit Master text styles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A4A316-BBAF-473E-B57D-BEAD19239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© Freedom Systems Inc.</a:t>
            </a: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26EA81-F8F9-4717-81C3-8433C370A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1085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6B03441-99A4-4A1D-A35A-8C3F5A70E9A9}"/>
              </a:ext>
            </a:extLst>
          </p:cNvPr>
          <p:cNvSpPr/>
          <p:nvPr userDrawn="1"/>
        </p:nvSpPr>
        <p:spPr>
          <a:xfrm>
            <a:off x="304893" y="6157988"/>
            <a:ext cx="11732432" cy="700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8BB82B1-2109-48FB-9794-B073ABB2CEC9}"/>
              </a:ext>
            </a:extLst>
          </p:cNvPr>
          <p:cNvSpPr/>
          <p:nvPr userDrawn="1"/>
        </p:nvSpPr>
        <p:spPr>
          <a:xfrm>
            <a:off x="0" y="0"/>
            <a:ext cx="4967785" cy="6858000"/>
          </a:xfrm>
          <a:prstGeom prst="rect">
            <a:avLst/>
          </a:prstGeom>
          <a:gradFill flip="none" rotWithShape="1">
            <a:gsLst>
              <a:gs pos="0">
                <a:srgbClr val="4FA2D0">
                  <a:alpha val="81000"/>
                </a:srgbClr>
              </a:gs>
              <a:gs pos="100000">
                <a:srgbClr val="3468D0">
                  <a:alpha val="8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FC8900C-8AB0-45E4-86F4-A231426C2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9FC82EF-0507-4D67-BB36-B4DA22CCA8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CDF0F9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Edit Master text styles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6D972C7-8201-4824-9EEC-3899045B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© Freedom Systems Inc.</a:t>
            </a: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9B3B039-9561-45F4-91E3-3BA065469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0" name="圖片 9" descr="一張含有 文字 的圖片&#10;&#10;自動產生的描述">
            <a:extLst>
              <a:ext uri="{FF2B5EF4-FFF2-40B4-BE49-F238E27FC236}">
                <a16:creationId xmlns:a16="http://schemas.microsoft.com/office/drawing/2014/main" id="{8AD02DB8-1D51-4FBC-BDD5-BDC0C5794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93" y="6331788"/>
            <a:ext cx="1332838" cy="352411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5C9ECC-9289-4C4B-B8C0-D31FB48651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21939" y="585789"/>
            <a:ext cx="6515386" cy="5548312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1019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1EE04D-8E87-432E-BD76-0F9B2438A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747629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6E6254-C5A3-43DC-A89E-6EF29D685C4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62735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288BC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Click to edit Master text style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EE1880-0E02-44E2-A53A-E4D4C53B0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FB9B7B4-7928-49C7-B50D-A3646573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 anchor="b"/>
          <a:lstStyle>
            <a:lvl1pPr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altLang="zh-TW"/>
              <a:t>© Freedom Systems Inc.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4548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6123915-F892-4D89-ADA8-C7C27A033F77}"/>
              </a:ext>
            </a:extLst>
          </p:cNvPr>
          <p:cNvSpPr/>
          <p:nvPr userDrawn="1"/>
        </p:nvSpPr>
        <p:spPr>
          <a:xfrm>
            <a:off x="304893" y="6157988"/>
            <a:ext cx="11510745" cy="700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E1EE04D-8E87-432E-BD76-0F9B2438A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026401"/>
            <a:ext cx="10515600" cy="257396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6E6254-C5A3-43DC-A89E-6EF29D685C4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62735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288BC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Click to edit Master text style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EE1880-0E02-44E2-A53A-E4D4C53B0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FB9B7B4-7928-49C7-B50D-A3646573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 anchor="b"/>
          <a:lstStyle>
            <a:lvl1pPr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altLang="zh-TW"/>
              <a:t>© Freedom Systems Inc.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E98EFEF-9D19-43E9-B77F-2323E1511C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426" y="437783"/>
            <a:ext cx="1699988" cy="58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2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548313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9"/>
            <a:ext cx="6667500" cy="5548312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rgbClr val="288BC4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EB5FBAF-D5DB-4D1E-9D76-AE83D1B7417A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7" name="頁尾版面配置區 5">
            <a:extLst>
              <a:ext uri="{FF2B5EF4-FFF2-40B4-BE49-F238E27FC236}">
                <a16:creationId xmlns:a16="http://schemas.microsoft.com/office/drawing/2014/main" id="{6E420C6F-DCA4-4349-A528-7A584223F1D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© Freedom Systems Inc.</a:t>
            </a:r>
            <a:endParaRPr lang="zh-TW" altLang="en-US"/>
          </a:p>
        </p:txBody>
      </p:sp>
      <p:sp>
        <p:nvSpPr>
          <p:cNvPr id="8" name="投影片編號版面配置區 6">
            <a:extLst>
              <a:ext uri="{FF2B5EF4-FFF2-40B4-BE49-F238E27FC236}">
                <a16:creationId xmlns:a16="http://schemas.microsoft.com/office/drawing/2014/main" id="{47DF8411-D2CB-4D9A-9A17-4505D0FE922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079834" y="6404478"/>
            <a:ext cx="2743200" cy="365125"/>
          </a:xfrm>
        </p:spPr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7957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78F9FBB-C96D-46BC-AAC3-7F5BA9C0E6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202869" y="905445"/>
            <a:ext cx="5976816" cy="5367091"/>
          </a:xfrm>
          <a:prstGeom prst="rect">
            <a:avLst/>
          </a:prstGeom>
        </p:spPr>
      </p:pic>
      <p:sp>
        <p:nvSpPr>
          <p:cNvPr id="11" name="投影片編號版面配置區 5">
            <a:extLst>
              <a:ext uri="{FF2B5EF4-FFF2-40B4-BE49-F238E27FC236}">
                <a16:creationId xmlns:a16="http://schemas.microsoft.com/office/drawing/2014/main" id="{A095C07A-C171-4B6F-BB3B-394A5C15E22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079834" y="6404478"/>
            <a:ext cx="2743200" cy="365125"/>
          </a:xfrm>
        </p:spPr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頁尾版面配置區 7">
            <a:extLst>
              <a:ext uri="{FF2B5EF4-FFF2-40B4-BE49-F238E27FC236}">
                <a16:creationId xmlns:a16="http://schemas.microsoft.com/office/drawing/2014/main" id="{59FC5D81-97A0-46FB-8EE8-0665C3431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 anchor="b"/>
          <a:lstStyle>
            <a:lvl1pPr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altLang="zh-TW"/>
              <a:t>© Freedom Systems Inc.</a:t>
            </a:r>
            <a:endParaRPr lang="zh-TW" altLang="en-US" dirty="0"/>
          </a:p>
        </p:txBody>
      </p:sp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0148D7AD-9659-45AA-8410-3C6C07EB44E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17622" y="1373872"/>
            <a:ext cx="5173490" cy="4766723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Click to edit Master text style</a:t>
            </a:r>
            <a:endParaRPr lang="zh-TW" altLang="en-US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10FBB8E5-5F17-401F-93EB-8E6F7392FF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195" y="6326019"/>
            <a:ext cx="1328640" cy="460040"/>
          </a:xfrm>
          <a:prstGeom prst="rect">
            <a:avLst/>
          </a:prstGeom>
        </p:spPr>
      </p:pic>
      <p:sp>
        <p:nvSpPr>
          <p:cNvPr id="16" name="標題 1">
            <a:extLst>
              <a:ext uri="{FF2B5EF4-FFF2-40B4-BE49-F238E27FC236}">
                <a16:creationId xmlns:a16="http://schemas.microsoft.com/office/drawing/2014/main" id="{DA21E327-EE7A-4A3C-97BA-ED626C6BEA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621" y="292100"/>
            <a:ext cx="5597565" cy="777874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4BCF0200-33C2-4BB5-A714-D6668C1BB32E}"/>
              </a:ext>
            </a:extLst>
          </p:cNvPr>
          <p:cNvSpPr/>
          <p:nvPr userDrawn="1"/>
        </p:nvSpPr>
        <p:spPr>
          <a:xfrm>
            <a:off x="332856" y="384174"/>
            <a:ext cx="160427" cy="541948"/>
          </a:xfrm>
          <a:prstGeom prst="roundRect">
            <a:avLst/>
          </a:prstGeom>
          <a:solidFill>
            <a:srgbClr val="288B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624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2035C499-5026-4D6D-8422-E9EFA657351C}"/>
              </a:ext>
            </a:extLst>
          </p:cNvPr>
          <p:cNvSpPr/>
          <p:nvPr userDrawn="1"/>
        </p:nvSpPr>
        <p:spPr>
          <a:xfrm>
            <a:off x="304893" y="6157988"/>
            <a:ext cx="5133799" cy="700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0A136F2-647C-4FA1-9F87-E0E98C674C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426" y="437783"/>
            <a:ext cx="1699988" cy="5886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043" y="2998006"/>
            <a:ext cx="4174108" cy="535531"/>
          </a:xfrm>
        </p:spPr>
        <p:txBody>
          <a:bodyPr wrap="square" anchor="b" anchorCtr="0"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834887" y="3684105"/>
            <a:ext cx="3919689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8" name="圖片 7" descr="一張含有 文字 的圖片&#10;&#10;自動產生的描述">
            <a:extLst>
              <a:ext uri="{FF2B5EF4-FFF2-40B4-BE49-F238E27FC236}">
                <a16:creationId xmlns:a16="http://schemas.microsoft.com/office/drawing/2014/main" id="{5905CE6A-00FC-42D7-9607-C249B86665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11" name="投影片編號版面配置區 5">
            <a:extLst>
              <a:ext uri="{FF2B5EF4-FFF2-40B4-BE49-F238E27FC236}">
                <a16:creationId xmlns:a16="http://schemas.microsoft.com/office/drawing/2014/main" id="{23AA3359-0C3B-4BAC-8382-924394E394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079834" y="640447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37D2C11-016A-48CC-8143-55FF7B7A04F1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2" name="頁尾版面配置區 7">
            <a:extLst>
              <a:ext uri="{FF2B5EF4-FFF2-40B4-BE49-F238E27FC236}">
                <a16:creationId xmlns:a16="http://schemas.microsoft.com/office/drawing/2014/main" id="{18CACCDC-9165-47E2-A7AD-BB0D0EF3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 anchor="b"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  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93058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575B7217-9B24-459C-A160-FC3D27430858}"/>
              </a:ext>
            </a:extLst>
          </p:cNvPr>
          <p:cNvSpPr/>
          <p:nvPr userDrawn="1"/>
        </p:nvSpPr>
        <p:spPr>
          <a:xfrm>
            <a:off x="0" y="0"/>
            <a:ext cx="5233248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 descr="一張含有 文字 的圖片&#10;&#10;自動產生的描述">
            <a:extLst>
              <a:ext uri="{FF2B5EF4-FFF2-40B4-BE49-F238E27FC236}">
                <a16:creationId xmlns:a16="http://schemas.microsoft.com/office/drawing/2014/main" id="{7FB44853-DC59-45C5-8116-BE96134BD9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876" y="528926"/>
            <a:ext cx="1574695" cy="416360"/>
          </a:xfrm>
          <a:prstGeom prst="rect">
            <a:avLst/>
          </a:prstGeom>
        </p:spPr>
      </p:pic>
      <p:pic>
        <p:nvPicPr>
          <p:cNvPr id="4" name="圖片 3" descr="一張含有 文字, 桌, 室內, 電腦 的圖片&#10;&#10;自動產生的描述">
            <a:extLst>
              <a:ext uri="{FF2B5EF4-FFF2-40B4-BE49-F238E27FC236}">
                <a16:creationId xmlns:a16="http://schemas.microsoft.com/office/drawing/2014/main" id="{0FC0A10F-1D8F-4B7F-8688-89597B9248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4866" r="27594"/>
          <a:stretch/>
        </p:blipFill>
        <p:spPr>
          <a:xfrm>
            <a:off x="5233248" y="0"/>
            <a:ext cx="6958752" cy="6858000"/>
          </a:xfrm>
          <a:prstGeom prst="rect">
            <a:avLst/>
          </a:prstGeom>
        </p:spPr>
      </p:pic>
      <p:sp>
        <p:nvSpPr>
          <p:cNvPr id="11" name="投影片編號版面配置區 5">
            <a:extLst>
              <a:ext uri="{FF2B5EF4-FFF2-40B4-BE49-F238E27FC236}">
                <a16:creationId xmlns:a16="http://schemas.microsoft.com/office/drawing/2014/main" id="{23AA3359-0C3B-4BAC-8382-924394E394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079834" y="640447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37D2C11-016A-48CC-8143-55FF7B7A04F1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2" name="頁尾版面配置區 7">
            <a:extLst>
              <a:ext uri="{FF2B5EF4-FFF2-40B4-BE49-F238E27FC236}">
                <a16:creationId xmlns:a16="http://schemas.microsoft.com/office/drawing/2014/main" id="{18CACCDC-9165-47E2-A7AD-BB0D0EF3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 anchor="b"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endParaRPr lang="zh-TW" altLang="en-US" dirty="0"/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55B78CDB-FC34-4B44-9496-DD0486C800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1530626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28026909-AFC9-492F-8A3D-60C2CFC12D5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130826"/>
            <a:ext cx="3932237" cy="306958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Click to edit Master text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078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2035C499-5026-4D6D-8422-E9EFA657351C}"/>
              </a:ext>
            </a:extLst>
          </p:cNvPr>
          <p:cNvSpPr/>
          <p:nvPr userDrawn="1"/>
        </p:nvSpPr>
        <p:spPr>
          <a:xfrm>
            <a:off x="304893" y="6157988"/>
            <a:ext cx="5133799" cy="700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 descr="一張含有 文字, 桌, 室內, 電腦 的圖片&#10;&#10;自動產生的描述">
            <a:extLst>
              <a:ext uri="{FF2B5EF4-FFF2-40B4-BE49-F238E27FC236}">
                <a16:creationId xmlns:a16="http://schemas.microsoft.com/office/drawing/2014/main" id="{0FC0A10F-1D8F-4B7F-8688-89597B9248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4866" r="27594"/>
          <a:stretch/>
        </p:blipFill>
        <p:spPr>
          <a:xfrm>
            <a:off x="5233248" y="0"/>
            <a:ext cx="6958752" cy="6858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0A136F2-647C-4FA1-9F87-E0E98C674C4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426" y="437783"/>
            <a:ext cx="1699988" cy="588618"/>
          </a:xfrm>
          <a:prstGeom prst="rect">
            <a:avLst/>
          </a:prstGeom>
        </p:spPr>
      </p:pic>
      <p:sp>
        <p:nvSpPr>
          <p:cNvPr id="11" name="投影片編號版面配置區 5">
            <a:extLst>
              <a:ext uri="{FF2B5EF4-FFF2-40B4-BE49-F238E27FC236}">
                <a16:creationId xmlns:a16="http://schemas.microsoft.com/office/drawing/2014/main" id="{23AA3359-0C3B-4BAC-8382-924394E394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079834" y="640447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37D2C11-016A-48CC-8143-55FF7B7A04F1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2" name="頁尾版面配置區 7">
            <a:extLst>
              <a:ext uri="{FF2B5EF4-FFF2-40B4-BE49-F238E27FC236}">
                <a16:creationId xmlns:a16="http://schemas.microsoft.com/office/drawing/2014/main" id="{18CACCDC-9165-47E2-A7AD-BB0D0EF3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 anchor="b"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endParaRPr lang="zh-TW" altLang="en-US" dirty="0"/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55B78CDB-FC34-4B44-9496-DD0486C800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1530626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28026909-AFC9-492F-8A3D-60C2CFC12D5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130826"/>
            <a:ext cx="3932237" cy="306958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Click to edit Master text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679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室內, 數個, 工作台 的圖片&#10;&#10;自動產生的描述">
            <a:extLst>
              <a:ext uri="{FF2B5EF4-FFF2-40B4-BE49-F238E27FC236}">
                <a16:creationId xmlns:a16="http://schemas.microsoft.com/office/drawing/2014/main" id="{70CFEA38-6E03-4759-92AB-C65D9245E7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0" y="0"/>
            <a:ext cx="5669280" cy="6858000"/>
          </a:xfrm>
          <a:gradFill flip="none" rotWithShape="1">
            <a:gsLst>
              <a:gs pos="4400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11" name="投影片編號版面配置區 6">
            <a:extLst>
              <a:ext uri="{FF2B5EF4-FFF2-40B4-BE49-F238E27FC236}">
                <a16:creationId xmlns:a16="http://schemas.microsoft.com/office/drawing/2014/main" id="{0E0DCD37-C582-4A26-A40B-A46C5CBC9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9834" y="640447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37D2C11-016A-48CC-8143-55FF7B7A04F1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2" name="頁尾版面配置區 7">
            <a:extLst>
              <a:ext uri="{FF2B5EF4-FFF2-40B4-BE49-F238E27FC236}">
                <a16:creationId xmlns:a16="http://schemas.microsoft.com/office/drawing/2014/main" id="{6906EA31-1B95-440F-AB17-453D8362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TW"/>
              <a:t>© Freedom Systems Inc.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7347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BE06A63-08EF-4AC7-A49E-F013A61ECD1D}"/>
              </a:ext>
            </a:extLst>
          </p:cNvPr>
          <p:cNvSpPr/>
          <p:nvPr userDrawn="1"/>
        </p:nvSpPr>
        <p:spPr>
          <a:xfrm>
            <a:off x="0" y="2298"/>
            <a:ext cx="12192000" cy="68557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E1EE04D-8E87-432E-BD76-0F9B2438A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085850"/>
            <a:ext cx="10515600" cy="2514516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6E6254-C5A3-43DC-A89E-6EF29D685C4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62735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CDF0F9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Click to edit Master text style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EE1880-0E02-44E2-A53A-E4D4C53B0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37D2C11-016A-48CC-8143-55FF7B7A04F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FB9B7B4-7928-49C7-B50D-A3646573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 anchor="b"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TW"/>
              <a:t>© Freedom Systems Inc.</a:t>
            </a:r>
            <a:endParaRPr lang="zh-TW" altLang="en-US" dirty="0"/>
          </a:p>
        </p:txBody>
      </p:sp>
      <p:pic>
        <p:nvPicPr>
          <p:cNvPr id="11" name="圖片 10" descr="一張含有 文字 的圖片&#10;&#10;自動產生的描述">
            <a:extLst>
              <a:ext uri="{FF2B5EF4-FFF2-40B4-BE49-F238E27FC236}">
                <a16:creationId xmlns:a16="http://schemas.microsoft.com/office/drawing/2014/main" id="{86043276-BC73-452B-AD14-5A75BF7CC1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876" y="528926"/>
            <a:ext cx="1574695" cy="41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6773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34E96A3-73D4-4B84-BB26-8805A5A6DDD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6D6C91-7F10-4F13-8740-069399463B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4FA2D0">
                  <a:alpha val="81000"/>
                </a:srgbClr>
              </a:gs>
              <a:gs pos="100000">
                <a:srgbClr val="3468D0">
                  <a:alpha val="8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E1EE04D-8E87-432E-BD76-0F9B2438A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066800"/>
            <a:ext cx="10515600" cy="2533566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6E6254-C5A3-43DC-A89E-6EF29D685C4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62735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CDF0F9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Click to edit Master text style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EE1880-0E02-44E2-A53A-E4D4C53B0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37D2C11-016A-48CC-8143-55FF7B7A04F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FB9B7B4-7928-49C7-B50D-A3646573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 anchor="b"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TW"/>
              <a:t>© Freedom Systems Inc.</a:t>
            </a:r>
            <a:endParaRPr lang="zh-TW" altLang="en-US" dirty="0"/>
          </a:p>
        </p:txBody>
      </p:sp>
      <p:pic>
        <p:nvPicPr>
          <p:cNvPr id="11" name="圖片 10" descr="一張含有 文字 的圖片&#10;&#10;自動產生的描述">
            <a:extLst>
              <a:ext uri="{FF2B5EF4-FFF2-40B4-BE49-F238E27FC236}">
                <a16:creationId xmlns:a16="http://schemas.microsoft.com/office/drawing/2014/main" id="{86043276-BC73-452B-AD14-5A75BF7CC1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876" y="528926"/>
            <a:ext cx="1574695" cy="41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031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1897476"/>
            <a:ext cx="3494088" cy="4251325"/>
          </a:xfrm>
        </p:spPr>
        <p:txBody>
          <a:bodyPr/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321051"/>
            <a:ext cx="7253288" cy="4832350"/>
          </a:xfr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bIns="100584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a screenshot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 </a:t>
            </a:r>
          </a:p>
        </p:txBody>
      </p:sp>
      <p:sp>
        <p:nvSpPr>
          <p:cNvPr id="5" name="頁尾版面配置區 5">
            <a:extLst>
              <a:ext uri="{FF2B5EF4-FFF2-40B4-BE49-F238E27FC236}">
                <a16:creationId xmlns:a16="http://schemas.microsoft.com/office/drawing/2014/main" id="{EFE5C7CD-2349-47C3-BABA-04E96E815A8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© Freedom Systems Inc.</a:t>
            </a:r>
            <a:endParaRPr lang="zh-TW" altLang="en-US"/>
          </a:p>
        </p:txBody>
      </p:sp>
      <p:sp>
        <p:nvSpPr>
          <p:cNvPr id="6" name="投影片編號版面配置區 6">
            <a:extLst>
              <a:ext uri="{FF2B5EF4-FFF2-40B4-BE49-F238E27FC236}">
                <a16:creationId xmlns:a16="http://schemas.microsoft.com/office/drawing/2014/main" id="{73414432-3583-4494-BB21-EFC6F77C5AF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9079834" y="6404478"/>
            <a:ext cx="2743200" cy="365125"/>
          </a:xfrm>
        </p:spPr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3BA05E61-6055-4A0F-8115-C0D255382F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641" y="292100"/>
            <a:ext cx="11195239" cy="777874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6A04B8D-DAF8-474B-9285-0C79D59019E5}"/>
              </a:ext>
            </a:extLst>
          </p:cNvPr>
          <p:cNvSpPr/>
          <p:nvPr userDrawn="1"/>
        </p:nvSpPr>
        <p:spPr>
          <a:xfrm>
            <a:off x="332856" y="384174"/>
            <a:ext cx="160427" cy="541948"/>
          </a:xfrm>
          <a:prstGeom prst="roundRect">
            <a:avLst/>
          </a:prstGeom>
          <a:solidFill>
            <a:srgbClr val="288B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9868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128569"/>
            <a:ext cx="5367528" cy="944685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128569"/>
            <a:ext cx="5367528" cy="944685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9EF80BFB-EC96-448A-B673-006F848ED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641" y="292100"/>
            <a:ext cx="11195239" cy="777874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CED111E-F1F9-4CA3-A316-AB7A9A18A6B9}"/>
              </a:ext>
            </a:extLst>
          </p:cNvPr>
          <p:cNvSpPr/>
          <p:nvPr userDrawn="1"/>
        </p:nvSpPr>
        <p:spPr>
          <a:xfrm>
            <a:off x="332856" y="384174"/>
            <a:ext cx="160427" cy="541948"/>
          </a:xfrm>
          <a:prstGeom prst="roundRect">
            <a:avLst/>
          </a:prstGeom>
          <a:solidFill>
            <a:srgbClr val="288B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頁尾版面配置區 5">
            <a:extLst>
              <a:ext uri="{FF2B5EF4-FFF2-40B4-BE49-F238E27FC236}">
                <a16:creationId xmlns:a16="http://schemas.microsoft.com/office/drawing/2014/main" id="{B1C736FD-E821-4D39-87B0-EB1FB7BA2D5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© Freedom Systems Inc.</a:t>
            </a:r>
            <a:endParaRPr lang="zh-TW" altLang="en-US"/>
          </a:p>
        </p:txBody>
      </p:sp>
      <p:sp>
        <p:nvSpPr>
          <p:cNvPr id="15" name="投影片編號版面配置區 6">
            <a:extLst>
              <a:ext uri="{FF2B5EF4-FFF2-40B4-BE49-F238E27FC236}">
                <a16:creationId xmlns:a16="http://schemas.microsoft.com/office/drawing/2014/main" id="{D993D23C-0443-4F52-BF61-C942F720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9834" y="6404478"/>
            <a:ext cx="2743200" cy="365125"/>
          </a:xfrm>
        </p:spPr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6" name="圖片版面配置區 5">
            <a:extLst>
              <a:ext uri="{FF2B5EF4-FFF2-40B4-BE49-F238E27FC236}">
                <a16:creationId xmlns:a16="http://schemas.microsoft.com/office/drawing/2014/main" id="{C18F6919-87FB-4B9F-A68B-3E9E971DA20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82613" y="1282890"/>
            <a:ext cx="5368925" cy="368572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Drag &amp; drop your photo here </a:t>
            </a:r>
            <a:br>
              <a:rPr lang="en-US" altLang="zh-TW" dirty="0"/>
            </a:br>
            <a:r>
              <a:rPr lang="en-US" altLang="zh-TW" dirty="0"/>
              <a:t>or click or tap icon below </a:t>
            </a:r>
            <a:br>
              <a:rPr lang="en-US" altLang="zh-TW" dirty="0"/>
            </a:br>
            <a:r>
              <a:rPr lang="en-US" altLang="zh-TW" dirty="0"/>
              <a:t>to insert</a:t>
            </a:r>
          </a:p>
        </p:txBody>
      </p:sp>
      <p:sp>
        <p:nvSpPr>
          <p:cNvPr id="17" name="圖片版面配置區 5">
            <a:extLst>
              <a:ext uri="{FF2B5EF4-FFF2-40B4-BE49-F238E27FC236}">
                <a16:creationId xmlns:a16="http://schemas.microsoft.com/office/drawing/2014/main" id="{A8FB8EB0-DBE0-4BE9-859B-754B6E13317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241161" y="1282890"/>
            <a:ext cx="5368925" cy="3685721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Drag &amp; drop your photo here </a:t>
            </a:r>
            <a:br>
              <a:rPr lang="en-US" altLang="zh-TW" dirty="0"/>
            </a:br>
            <a:r>
              <a:rPr lang="en-US" altLang="zh-TW" dirty="0"/>
              <a:t>or click or tap icon below </a:t>
            </a:r>
            <a:br>
              <a:rPr lang="en-US" altLang="zh-TW" dirty="0"/>
            </a:br>
            <a:r>
              <a:rPr lang="en-US" altLang="zh-TW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627749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55995" y="4808294"/>
            <a:ext cx="3618381" cy="1284162"/>
          </a:xfr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1176"/>
              </a:spcBef>
              <a:buNone/>
              <a:defRPr lang="en-US" sz="18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ts val="1765"/>
              </a:lnSpc>
              <a:spcBef>
                <a:spcPts val="441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372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>
              <a:spcBef>
                <a:spcPts val="1200"/>
              </a:spcBef>
            </a:pPr>
            <a:r>
              <a:rPr lang="en-US" b="0" dirty="0">
                <a:solidFill>
                  <a:schemeClr val="tx2"/>
                </a:solidFill>
                <a:latin typeface="+mj-lt"/>
              </a:rPr>
              <a:t>Paragraph title</a:t>
            </a:r>
          </a:p>
          <a:p>
            <a:pPr lvl="1"/>
            <a:r>
              <a:rPr lang="en-US" dirty="0"/>
              <a:t>Body copy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8144083" y="4808294"/>
            <a:ext cx="3618381" cy="1284162"/>
          </a:xfr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1176"/>
              </a:spcBef>
              <a:buNone/>
              <a:defRPr lang="en-US" sz="18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ts val="1765"/>
              </a:lnSpc>
              <a:spcBef>
                <a:spcPts val="441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372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>
              <a:spcBef>
                <a:spcPts val="1200"/>
              </a:spcBef>
            </a:pPr>
            <a:r>
              <a:rPr lang="en-US" b="0" dirty="0">
                <a:solidFill>
                  <a:schemeClr val="tx2"/>
                </a:solidFill>
                <a:latin typeface="+mj-lt"/>
              </a:rPr>
              <a:t>Paragraph title </a:t>
            </a:r>
          </a:p>
          <a:p>
            <a:pPr lvl="1"/>
            <a:r>
              <a:rPr lang="en-US" dirty="0"/>
              <a:t>Body copy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197742EC-5845-4BB1-84A3-00C1CF8901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03151" y="4808294"/>
            <a:ext cx="3618381" cy="1284162"/>
          </a:xfr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1176"/>
              </a:spcBef>
              <a:buNone/>
              <a:defRPr lang="en-US" sz="18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ts val="1765"/>
              </a:lnSpc>
              <a:spcBef>
                <a:spcPts val="441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372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>
              <a:spcBef>
                <a:spcPts val="1200"/>
              </a:spcBef>
            </a:pPr>
            <a:r>
              <a:rPr lang="en-US" b="0" dirty="0">
                <a:solidFill>
                  <a:schemeClr val="tx2"/>
                </a:solidFill>
                <a:latin typeface="+mj-lt"/>
              </a:rPr>
              <a:t>Paragraph title</a:t>
            </a:r>
          </a:p>
          <a:p>
            <a:pPr lvl="1"/>
            <a:r>
              <a:rPr lang="en-US" dirty="0"/>
              <a:t>Body copy</a:t>
            </a:r>
          </a:p>
        </p:txBody>
      </p:sp>
      <p:sp>
        <p:nvSpPr>
          <p:cNvPr id="11" name="頁尾版面配置區 5">
            <a:extLst>
              <a:ext uri="{FF2B5EF4-FFF2-40B4-BE49-F238E27FC236}">
                <a16:creationId xmlns:a16="http://schemas.microsoft.com/office/drawing/2014/main" id="{FA59A04D-C60A-4BDD-A230-2E9E7BC5570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© Freedom Systems Inc.</a:t>
            </a:r>
            <a:endParaRPr lang="zh-TW" altLang="en-US"/>
          </a:p>
        </p:txBody>
      </p:sp>
      <p:sp>
        <p:nvSpPr>
          <p:cNvPr id="13" name="投影片編號版面配置區 6">
            <a:extLst>
              <a:ext uri="{FF2B5EF4-FFF2-40B4-BE49-F238E27FC236}">
                <a16:creationId xmlns:a16="http://schemas.microsoft.com/office/drawing/2014/main" id="{F338C3AC-D5AD-4CFC-989F-26D0F86BB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9834" y="6404478"/>
            <a:ext cx="2743200" cy="365125"/>
          </a:xfrm>
        </p:spPr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BEA3115C-1047-41EC-A390-E895A480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641" y="292100"/>
            <a:ext cx="11195239" cy="777874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5F655982-2E7F-4D82-9C6D-4B88F77F0B20}"/>
              </a:ext>
            </a:extLst>
          </p:cNvPr>
          <p:cNvSpPr/>
          <p:nvPr userDrawn="1"/>
        </p:nvSpPr>
        <p:spPr>
          <a:xfrm>
            <a:off x="332856" y="384174"/>
            <a:ext cx="160427" cy="541948"/>
          </a:xfrm>
          <a:prstGeom prst="roundRect">
            <a:avLst/>
          </a:prstGeom>
          <a:solidFill>
            <a:srgbClr val="288B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圖片版面配置區 5">
            <a:extLst>
              <a:ext uri="{FF2B5EF4-FFF2-40B4-BE49-F238E27FC236}">
                <a16:creationId xmlns:a16="http://schemas.microsoft.com/office/drawing/2014/main" id="{E7B83DEA-3E43-4BCE-81DD-4CFEBD5073F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303151" y="1467891"/>
            <a:ext cx="3618381" cy="3118671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Drag &amp; drop your photo here </a:t>
            </a:r>
            <a:br>
              <a:rPr lang="en-US" altLang="zh-TW" dirty="0"/>
            </a:br>
            <a:r>
              <a:rPr lang="en-US" altLang="zh-TW" dirty="0"/>
              <a:t>or click or tap icon below </a:t>
            </a:r>
            <a:br>
              <a:rPr lang="en-US" altLang="zh-TW" dirty="0"/>
            </a:br>
            <a:r>
              <a:rPr lang="en-US" altLang="zh-TW" dirty="0"/>
              <a:t>to insert</a:t>
            </a:r>
          </a:p>
        </p:txBody>
      </p:sp>
      <p:sp>
        <p:nvSpPr>
          <p:cNvPr id="16" name="圖片版面配置區 5">
            <a:extLst>
              <a:ext uri="{FF2B5EF4-FFF2-40B4-BE49-F238E27FC236}">
                <a16:creationId xmlns:a16="http://schemas.microsoft.com/office/drawing/2014/main" id="{501599C9-3DA4-4647-8F1F-B54332F19F1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53400" y="1467890"/>
            <a:ext cx="3618381" cy="3118671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Drag &amp; drop your photo here </a:t>
            </a:r>
            <a:br>
              <a:rPr lang="en-US" altLang="zh-TW" dirty="0"/>
            </a:br>
            <a:r>
              <a:rPr lang="en-US" altLang="zh-TW" dirty="0"/>
              <a:t>or click or tap icon below </a:t>
            </a:r>
            <a:br>
              <a:rPr lang="en-US" altLang="zh-TW" dirty="0"/>
            </a:br>
            <a:r>
              <a:rPr lang="en-US" altLang="zh-TW" dirty="0"/>
              <a:t>to insert</a:t>
            </a:r>
          </a:p>
        </p:txBody>
      </p:sp>
      <p:sp>
        <p:nvSpPr>
          <p:cNvPr id="18" name="圖片版面配置區 5">
            <a:extLst>
              <a:ext uri="{FF2B5EF4-FFF2-40B4-BE49-F238E27FC236}">
                <a16:creationId xmlns:a16="http://schemas.microsoft.com/office/drawing/2014/main" id="{75CF7FFB-D6D6-4234-87FF-BAD11D858DE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55995" y="1467890"/>
            <a:ext cx="3624606" cy="311867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Drag &amp; drop your photo here </a:t>
            </a:r>
            <a:br>
              <a:rPr lang="en-US" altLang="zh-TW" dirty="0"/>
            </a:br>
            <a:r>
              <a:rPr lang="en-US" altLang="zh-TW" dirty="0"/>
              <a:t>or click or tap icon below </a:t>
            </a:r>
            <a:br>
              <a:rPr lang="en-US" altLang="zh-TW" dirty="0"/>
            </a:br>
            <a:r>
              <a:rPr lang="en-US" altLang="zh-TW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548429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DCD3570B-B429-4239-AE46-4F7FEDE963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5217" y="228601"/>
            <a:ext cx="11018520" cy="357187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288BC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Click to edit Master text style</a:t>
            </a:r>
            <a:endParaRPr lang="zh-TW" altLang="en-US" dirty="0"/>
          </a:p>
        </p:txBody>
      </p:sp>
      <p:sp>
        <p:nvSpPr>
          <p:cNvPr id="6" name="投影片編號版面配置區 6">
            <a:extLst>
              <a:ext uri="{FF2B5EF4-FFF2-40B4-BE49-F238E27FC236}">
                <a16:creationId xmlns:a16="http://schemas.microsoft.com/office/drawing/2014/main" id="{F2C87E3D-4E19-42E5-B7BC-4DF41EE29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9834" y="640447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37D2C11-016A-48CC-8143-55FF7B7A04F1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頁尾版面配置區 7">
            <a:extLst>
              <a:ext uri="{FF2B5EF4-FFF2-40B4-BE49-F238E27FC236}">
                <a16:creationId xmlns:a16="http://schemas.microsoft.com/office/drawing/2014/main" id="{DAAC2428-0555-4D4B-8C83-FDF2C6A0B46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TW"/>
              <a:t>© Freedom Systems Inc.</a:t>
            </a:r>
            <a:endParaRPr lang="zh-TW" altLang="en-US" dirty="0"/>
          </a:p>
        </p:txBody>
      </p:sp>
      <p:sp>
        <p:nvSpPr>
          <p:cNvPr id="8" name="圖片版面配置區 5">
            <a:extLst>
              <a:ext uri="{FF2B5EF4-FFF2-40B4-BE49-F238E27FC236}">
                <a16:creationId xmlns:a16="http://schemas.microsoft.com/office/drawing/2014/main" id="{D0EA6F4A-384A-4AC2-A60A-9587B80E455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1951630"/>
            <a:ext cx="12192000" cy="490637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Drag &amp; drop your photo here </a:t>
            </a:r>
            <a:br>
              <a:rPr lang="en-US" altLang="zh-TW" dirty="0"/>
            </a:br>
            <a:r>
              <a:rPr lang="en-US" altLang="zh-TW" dirty="0"/>
              <a:t>or click or tap icon below </a:t>
            </a:r>
            <a:br>
              <a:rPr lang="en-US" altLang="zh-TW" dirty="0"/>
            </a:br>
            <a:r>
              <a:rPr lang="en-US" altLang="zh-TW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937861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DF1F32-FC4E-4F80-933F-5731F2EC9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641" y="292100"/>
            <a:ext cx="11195239" cy="777874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58204B0-752B-47D7-B328-476119D49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© Freedom Systems Inc.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B11DCC6-A790-4E81-B2B4-716819D45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5260402-1BD3-4D69-9613-51BBEF9F4BB5}"/>
              </a:ext>
            </a:extLst>
          </p:cNvPr>
          <p:cNvSpPr/>
          <p:nvPr userDrawn="1"/>
        </p:nvSpPr>
        <p:spPr>
          <a:xfrm>
            <a:off x="332856" y="384174"/>
            <a:ext cx="160427" cy="541948"/>
          </a:xfrm>
          <a:prstGeom prst="roundRect">
            <a:avLst/>
          </a:prstGeom>
          <a:solidFill>
            <a:srgbClr val="288B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8B6D4242-3AEB-4D3A-A65B-41B4607497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3911" y="353516"/>
            <a:ext cx="11087895" cy="6497884"/>
          </a:xfrm>
          <a:prstGeom prst="rect">
            <a:avLst/>
          </a:prstGeom>
        </p:spPr>
      </p:pic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0F515335-699E-4192-A4D4-D99C2F3413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31933" y="1482235"/>
            <a:ext cx="7832726" cy="4412717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58704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78670F5-D904-4DAD-8FD1-F0C74BA1E043}"/>
              </a:ext>
            </a:extLst>
          </p:cNvPr>
          <p:cNvSpPr/>
          <p:nvPr userDrawn="1"/>
        </p:nvSpPr>
        <p:spPr>
          <a:xfrm>
            <a:off x="-17252" y="-29174"/>
            <a:ext cx="12209252" cy="63663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23B41A2-CB71-4EE6-8273-AF15123216AB}"/>
              </a:ext>
            </a:extLst>
          </p:cNvPr>
          <p:cNvSpPr/>
          <p:nvPr userDrawn="1"/>
        </p:nvSpPr>
        <p:spPr>
          <a:xfrm>
            <a:off x="24978" y="-30205"/>
            <a:ext cx="12192000" cy="63509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2F51F789-4872-42ED-A7CA-B13B93E0BAE8}"/>
              </a:ext>
            </a:extLst>
          </p:cNvPr>
          <p:cNvSpPr/>
          <p:nvPr userDrawn="1"/>
        </p:nvSpPr>
        <p:spPr>
          <a:xfrm>
            <a:off x="493005" y="-46641"/>
            <a:ext cx="7552660" cy="6351932"/>
          </a:xfrm>
          <a:custGeom>
            <a:avLst/>
            <a:gdLst/>
            <a:ahLst/>
            <a:cxnLst/>
            <a:rect l="0" t="0" r="0" b="0"/>
            <a:pathLst>
              <a:path w="211075" h="206683" extrusionOk="0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7F7F7F">
              <a:alpha val="30196"/>
            </a:srgbClr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967E0203-8EB4-43C1-A200-C3DE27F9E94E}"/>
              </a:ext>
            </a:extLst>
          </p:cNvPr>
          <p:cNvSpPr/>
          <p:nvPr userDrawn="1"/>
        </p:nvSpPr>
        <p:spPr>
          <a:xfrm>
            <a:off x="-17252" y="-53162"/>
            <a:ext cx="7843019" cy="6395182"/>
          </a:xfrm>
          <a:custGeom>
            <a:avLst/>
            <a:gdLst/>
            <a:ahLst/>
            <a:cxnLst/>
            <a:rect l="0" t="0" r="0" b="0"/>
            <a:pathLst>
              <a:path w="211075" h="206683" extrusionOk="0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頁尾版面配置區 5">
            <a:extLst>
              <a:ext uri="{FF2B5EF4-FFF2-40B4-BE49-F238E27FC236}">
                <a16:creationId xmlns:a16="http://schemas.microsoft.com/office/drawing/2014/main" id="{F27EED7B-4835-4F2E-8F43-F44C0A2CFB6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© Freedom Systems Inc.</a:t>
            </a:r>
            <a:endParaRPr lang="zh-TW" altLang="en-US" dirty="0"/>
          </a:p>
        </p:txBody>
      </p:sp>
      <p:sp>
        <p:nvSpPr>
          <p:cNvPr id="16" name="投影片編號版面配置區 6">
            <a:extLst>
              <a:ext uri="{FF2B5EF4-FFF2-40B4-BE49-F238E27FC236}">
                <a16:creationId xmlns:a16="http://schemas.microsoft.com/office/drawing/2014/main" id="{8861116A-4739-42A3-B4EE-6C77EC910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9834" y="6404478"/>
            <a:ext cx="2743200" cy="365125"/>
          </a:xfrm>
        </p:spPr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C354EA5-02DC-477A-8946-AC2D699520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641" y="1483322"/>
            <a:ext cx="3893196" cy="438725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765"/>
              </a:lnSpc>
              <a:spcBef>
                <a:spcPts val="1176"/>
              </a:spcBef>
              <a:buNone/>
              <a:defRPr lang="en-US" sz="20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ts val="1765"/>
              </a:lnSpc>
              <a:spcBef>
                <a:spcPts val="441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>
              <a:spcBef>
                <a:spcPts val="1200"/>
              </a:spcBef>
            </a:pPr>
            <a:r>
              <a:rPr lang="en-US" b="0" dirty="0">
                <a:solidFill>
                  <a:schemeClr val="tx2"/>
                </a:solidFill>
                <a:latin typeface="+mj-lt"/>
              </a:rPr>
              <a:t>Paragraph title</a:t>
            </a:r>
          </a:p>
          <a:p>
            <a:pPr lvl="1"/>
            <a:r>
              <a:rPr lang="en-US" dirty="0"/>
              <a:t>Body copy</a:t>
            </a:r>
          </a:p>
        </p:txBody>
      </p:sp>
      <p:sp>
        <p:nvSpPr>
          <p:cNvPr id="18" name="標題 1">
            <a:extLst>
              <a:ext uri="{FF2B5EF4-FFF2-40B4-BE49-F238E27FC236}">
                <a16:creationId xmlns:a16="http://schemas.microsoft.com/office/drawing/2014/main" id="{4AC4718A-1643-4818-B4AC-503457454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641" y="292100"/>
            <a:ext cx="11195239" cy="777874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9E6F4434-0CD9-4430-A645-07C7AB25D072}"/>
              </a:ext>
            </a:extLst>
          </p:cNvPr>
          <p:cNvSpPr/>
          <p:nvPr userDrawn="1"/>
        </p:nvSpPr>
        <p:spPr>
          <a:xfrm>
            <a:off x="332856" y="384174"/>
            <a:ext cx="160427" cy="541948"/>
          </a:xfrm>
          <a:prstGeom prst="roundRect">
            <a:avLst/>
          </a:prstGeom>
          <a:solidFill>
            <a:srgbClr val="288B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Shape 380">
            <a:extLst>
              <a:ext uri="{FF2B5EF4-FFF2-40B4-BE49-F238E27FC236}">
                <a16:creationId xmlns:a16="http://schemas.microsoft.com/office/drawing/2014/main" id="{36647796-9FC6-4DE0-850C-60C2B1E95FE5}"/>
              </a:ext>
            </a:extLst>
          </p:cNvPr>
          <p:cNvSpPr/>
          <p:nvPr userDrawn="1"/>
        </p:nvSpPr>
        <p:spPr>
          <a:xfrm>
            <a:off x="4908675" y="812724"/>
            <a:ext cx="6721226" cy="5232551"/>
          </a:xfrm>
          <a:custGeom>
            <a:avLst/>
            <a:gdLst/>
            <a:ahLst/>
            <a:cxnLst/>
            <a:rect l="0" t="0" r="0" b="0"/>
            <a:pathLst>
              <a:path w="143434" h="111665" extrusionOk="0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21" name="Shape 381">
            <a:extLst>
              <a:ext uri="{FF2B5EF4-FFF2-40B4-BE49-F238E27FC236}">
                <a16:creationId xmlns:a16="http://schemas.microsoft.com/office/drawing/2014/main" id="{4C77E845-2690-49BE-9788-E369C6F8CA2F}"/>
              </a:ext>
            </a:extLst>
          </p:cNvPr>
          <p:cNvSpPr/>
          <p:nvPr userDrawn="1"/>
        </p:nvSpPr>
        <p:spPr>
          <a:xfrm>
            <a:off x="5183188" y="1092338"/>
            <a:ext cx="6205463" cy="3950063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ct val="0"/>
              </a:spcBef>
              <a:buNone/>
            </a:pPr>
            <a:r>
              <a:rPr lang="en" sz="1000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Place your screenshot here</a:t>
            </a:r>
          </a:p>
        </p:txBody>
      </p:sp>
    </p:spTree>
    <p:extLst>
      <p:ext uri="{BB962C8B-B14F-4D97-AF65-F5344CB8AC3E}">
        <p14:creationId xmlns:p14="http://schemas.microsoft.com/office/powerpoint/2010/main" val="1852170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123B41A2-CB71-4EE6-8273-AF15123216AB}"/>
              </a:ext>
            </a:extLst>
          </p:cNvPr>
          <p:cNvSpPr/>
          <p:nvPr userDrawn="1"/>
        </p:nvSpPr>
        <p:spPr>
          <a:xfrm>
            <a:off x="299525" y="-22502"/>
            <a:ext cx="11917453" cy="6396896"/>
          </a:xfrm>
          <a:prstGeom prst="rect">
            <a:avLst/>
          </a:prstGeom>
          <a:solidFill>
            <a:srgbClr val="1BA9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967E0203-8EB4-43C1-A200-C3DE27F9E94E}"/>
              </a:ext>
            </a:extLst>
          </p:cNvPr>
          <p:cNvSpPr/>
          <p:nvPr userDrawn="1"/>
        </p:nvSpPr>
        <p:spPr>
          <a:xfrm>
            <a:off x="9166" y="-30203"/>
            <a:ext cx="7843019" cy="6404598"/>
          </a:xfrm>
          <a:custGeom>
            <a:avLst/>
            <a:gdLst/>
            <a:ahLst/>
            <a:cxnLst/>
            <a:rect l="0" t="0" r="0" b="0"/>
            <a:pathLst>
              <a:path w="211075" h="206683" extrusionOk="0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591E9A35-6976-4457-BFEC-F0EB7C29D471}"/>
              </a:ext>
            </a:extLst>
          </p:cNvPr>
          <p:cNvSpPr/>
          <p:nvPr userDrawn="1"/>
        </p:nvSpPr>
        <p:spPr>
          <a:xfrm>
            <a:off x="616302" y="-22502"/>
            <a:ext cx="7552660" cy="6396896"/>
          </a:xfrm>
          <a:custGeom>
            <a:avLst/>
            <a:gdLst/>
            <a:ahLst/>
            <a:cxnLst/>
            <a:rect l="0" t="0" r="0" b="0"/>
            <a:pathLst>
              <a:path w="211075" h="206683" extrusionOk="0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7F7F7F">
              <a:alpha val="30196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2F51F789-4872-42ED-A7CA-B13B93E0BAE8}"/>
              </a:ext>
            </a:extLst>
          </p:cNvPr>
          <p:cNvSpPr/>
          <p:nvPr userDrawn="1"/>
        </p:nvSpPr>
        <p:spPr>
          <a:xfrm>
            <a:off x="299525" y="-30203"/>
            <a:ext cx="7552660" cy="6422931"/>
          </a:xfrm>
          <a:custGeom>
            <a:avLst/>
            <a:gdLst/>
            <a:ahLst/>
            <a:cxnLst/>
            <a:rect l="0" t="0" r="0" b="0"/>
            <a:pathLst>
              <a:path w="211075" h="206683" extrusionOk="0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Shape 266">
            <a:extLst>
              <a:ext uri="{FF2B5EF4-FFF2-40B4-BE49-F238E27FC236}">
                <a16:creationId xmlns:a16="http://schemas.microsoft.com/office/drawing/2014/main" id="{0CC0145E-786A-44D0-B67B-6F06BF9B60D3}"/>
              </a:ext>
            </a:extLst>
          </p:cNvPr>
          <p:cNvSpPr/>
          <p:nvPr userDrawn="1"/>
        </p:nvSpPr>
        <p:spPr>
          <a:xfrm>
            <a:off x="8337873" y="317213"/>
            <a:ext cx="2766775" cy="5551775"/>
          </a:xfrm>
          <a:custGeom>
            <a:avLst/>
            <a:gdLst/>
            <a:ahLst/>
            <a:cxnLst/>
            <a:rect l="0" t="0" r="0" b="0"/>
            <a:pathLst>
              <a:path w="30818" h="61841" extrusionOk="0">
                <a:moveTo>
                  <a:pt x="5160" y="2580"/>
                </a:moveTo>
                <a:lnTo>
                  <a:pt x="5295" y="2648"/>
                </a:lnTo>
                <a:lnTo>
                  <a:pt x="5363" y="2784"/>
                </a:lnTo>
                <a:lnTo>
                  <a:pt x="5363" y="2920"/>
                </a:lnTo>
                <a:lnTo>
                  <a:pt x="5363" y="3055"/>
                </a:lnTo>
                <a:lnTo>
                  <a:pt x="5295" y="3191"/>
                </a:lnTo>
                <a:lnTo>
                  <a:pt x="5160" y="3259"/>
                </a:lnTo>
                <a:lnTo>
                  <a:pt x="4888" y="3259"/>
                </a:lnTo>
                <a:lnTo>
                  <a:pt x="4752" y="3191"/>
                </a:lnTo>
                <a:lnTo>
                  <a:pt x="4684" y="3055"/>
                </a:lnTo>
                <a:lnTo>
                  <a:pt x="4684" y="2920"/>
                </a:lnTo>
                <a:lnTo>
                  <a:pt x="4684" y="2784"/>
                </a:lnTo>
                <a:lnTo>
                  <a:pt x="4752" y="2648"/>
                </a:lnTo>
                <a:lnTo>
                  <a:pt x="4888" y="2580"/>
                </a:lnTo>
                <a:close/>
                <a:moveTo>
                  <a:pt x="15410" y="2241"/>
                </a:moveTo>
                <a:lnTo>
                  <a:pt x="15681" y="2309"/>
                </a:lnTo>
                <a:lnTo>
                  <a:pt x="15885" y="2444"/>
                </a:lnTo>
                <a:lnTo>
                  <a:pt x="16021" y="2648"/>
                </a:lnTo>
                <a:lnTo>
                  <a:pt x="16088" y="2920"/>
                </a:lnTo>
                <a:lnTo>
                  <a:pt x="16021" y="3191"/>
                </a:lnTo>
                <a:lnTo>
                  <a:pt x="15885" y="3395"/>
                </a:lnTo>
                <a:lnTo>
                  <a:pt x="15681" y="3531"/>
                </a:lnTo>
                <a:lnTo>
                  <a:pt x="15410" y="3598"/>
                </a:lnTo>
                <a:lnTo>
                  <a:pt x="15138" y="3531"/>
                </a:lnTo>
                <a:lnTo>
                  <a:pt x="14934" y="3395"/>
                </a:lnTo>
                <a:lnTo>
                  <a:pt x="14799" y="3191"/>
                </a:lnTo>
                <a:lnTo>
                  <a:pt x="14731" y="2920"/>
                </a:lnTo>
                <a:lnTo>
                  <a:pt x="14799" y="2648"/>
                </a:lnTo>
                <a:lnTo>
                  <a:pt x="14934" y="2444"/>
                </a:lnTo>
                <a:lnTo>
                  <a:pt x="15138" y="2309"/>
                </a:lnTo>
                <a:lnTo>
                  <a:pt x="15410" y="2241"/>
                </a:lnTo>
                <a:close/>
                <a:moveTo>
                  <a:pt x="29393" y="5228"/>
                </a:moveTo>
                <a:lnTo>
                  <a:pt x="29461" y="5296"/>
                </a:lnTo>
                <a:lnTo>
                  <a:pt x="29461" y="54849"/>
                </a:lnTo>
                <a:lnTo>
                  <a:pt x="1426" y="54849"/>
                </a:lnTo>
                <a:lnTo>
                  <a:pt x="1426" y="5296"/>
                </a:lnTo>
                <a:lnTo>
                  <a:pt x="1494" y="5228"/>
                </a:lnTo>
                <a:close/>
                <a:moveTo>
                  <a:pt x="15410" y="544"/>
                </a:moveTo>
                <a:lnTo>
                  <a:pt x="19143" y="612"/>
                </a:lnTo>
                <a:lnTo>
                  <a:pt x="23012" y="747"/>
                </a:lnTo>
                <a:lnTo>
                  <a:pt x="26339" y="951"/>
                </a:lnTo>
                <a:lnTo>
                  <a:pt x="27560" y="1087"/>
                </a:lnTo>
                <a:lnTo>
                  <a:pt x="27560" y="1087"/>
                </a:lnTo>
                <a:lnTo>
                  <a:pt x="26339" y="1019"/>
                </a:lnTo>
                <a:lnTo>
                  <a:pt x="23012" y="815"/>
                </a:lnTo>
                <a:lnTo>
                  <a:pt x="19143" y="680"/>
                </a:lnTo>
                <a:lnTo>
                  <a:pt x="15410" y="612"/>
                </a:lnTo>
                <a:lnTo>
                  <a:pt x="11676" y="680"/>
                </a:lnTo>
                <a:lnTo>
                  <a:pt x="7807" y="815"/>
                </a:lnTo>
                <a:lnTo>
                  <a:pt x="4481" y="1019"/>
                </a:lnTo>
                <a:lnTo>
                  <a:pt x="3259" y="1087"/>
                </a:lnTo>
                <a:lnTo>
                  <a:pt x="2444" y="1223"/>
                </a:lnTo>
                <a:lnTo>
                  <a:pt x="1969" y="1358"/>
                </a:lnTo>
                <a:lnTo>
                  <a:pt x="1630" y="1494"/>
                </a:lnTo>
                <a:lnTo>
                  <a:pt x="1290" y="1698"/>
                </a:lnTo>
                <a:lnTo>
                  <a:pt x="1019" y="1901"/>
                </a:lnTo>
                <a:lnTo>
                  <a:pt x="815" y="2173"/>
                </a:lnTo>
                <a:lnTo>
                  <a:pt x="679" y="2444"/>
                </a:lnTo>
                <a:lnTo>
                  <a:pt x="544" y="2852"/>
                </a:lnTo>
                <a:lnTo>
                  <a:pt x="544" y="3259"/>
                </a:lnTo>
                <a:lnTo>
                  <a:pt x="544" y="58311"/>
                </a:lnTo>
                <a:lnTo>
                  <a:pt x="544" y="58718"/>
                </a:lnTo>
                <a:lnTo>
                  <a:pt x="476" y="58311"/>
                </a:lnTo>
                <a:lnTo>
                  <a:pt x="476" y="3259"/>
                </a:lnTo>
                <a:lnTo>
                  <a:pt x="544" y="2784"/>
                </a:lnTo>
                <a:lnTo>
                  <a:pt x="612" y="2444"/>
                </a:lnTo>
                <a:lnTo>
                  <a:pt x="747" y="2105"/>
                </a:lnTo>
                <a:lnTo>
                  <a:pt x="951" y="1834"/>
                </a:lnTo>
                <a:lnTo>
                  <a:pt x="1222" y="1630"/>
                </a:lnTo>
                <a:lnTo>
                  <a:pt x="1562" y="1426"/>
                </a:lnTo>
                <a:lnTo>
                  <a:pt x="1969" y="1290"/>
                </a:lnTo>
                <a:lnTo>
                  <a:pt x="2444" y="1155"/>
                </a:lnTo>
                <a:lnTo>
                  <a:pt x="3259" y="1087"/>
                </a:lnTo>
                <a:lnTo>
                  <a:pt x="4481" y="951"/>
                </a:lnTo>
                <a:lnTo>
                  <a:pt x="7807" y="747"/>
                </a:lnTo>
                <a:lnTo>
                  <a:pt x="11676" y="612"/>
                </a:lnTo>
                <a:lnTo>
                  <a:pt x="15410" y="544"/>
                </a:lnTo>
                <a:close/>
                <a:moveTo>
                  <a:pt x="27560" y="1087"/>
                </a:moveTo>
                <a:lnTo>
                  <a:pt x="28375" y="1155"/>
                </a:lnTo>
                <a:lnTo>
                  <a:pt x="28850" y="1290"/>
                </a:lnTo>
                <a:lnTo>
                  <a:pt x="29257" y="1426"/>
                </a:lnTo>
                <a:lnTo>
                  <a:pt x="29597" y="1630"/>
                </a:lnTo>
                <a:lnTo>
                  <a:pt x="29868" y="1834"/>
                </a:lnTo>
                <a:lnTo>
                  <a:pt x="30072" y="2105"/>
                </a:lnTo>
                <a:lnTo>
                  <a:pt x="30208" y="2444"/>
                </a:lnTo>
                <a:lnTo>
                  <a:pt x="30276" y="2784"/>
                </a:lnTo>
                <a:lnTo>
                  <a:pt x="30344" y="3259"/>
                </a:lnTo>
                <a:lnTo>
                  <a:pt x="30344" y="58311"/>
                </a:lnTo>
                <a:lnTo>
                  <a:pt x="30276" y="58718"/>
                </a:lnTo>
                <a:lnTo>
                  <a:pt x="30208" y="59125"/>
                </a:lnTo>
                <a:lnTo>
                  <a:pt x="30072" y="59465"/>
                </a:lnTo>
                <a:lnTo>
                  <a:pt x="29868" y="59736"/>
                </a:lnTo>
                <a:lnTo>
                  <a:pt x="29597" y="60008"/>
                </a:lnTo>
                <a:lnTo>
                  <a:pt x="29257" y="60144"/>
                </a:lnTo>
                <a:lnTo>
                  <a:pt x="28850" y="60347"/>
                </a:lnTo>
                <a:lnTo>
                  <a:pt x="28375" y="60415"/>
                </a:lnTo>
                <a:lnTo>
                  <a:pt x="26746" y="60687"/>
                </a:lnTo>
                <a:lnTo>
                  <a:pt x="23895" y="60958"/>
                </a:lnTo>
                <a:lnTo>
                  <a:pt x="22130" y="61094"/>
                </a:lnTo>
                <a:lnTo>
                  <a:pt x="20093" y="61230"/>
                </a:lnTo>
                <a:lnTo>
                  <a:pt x="17853" y="61298"/>
                </a:lnTo>
                <a:lnTo>
                  <a:pt x="12966" y="61298"/>
                </a:lnTo>
                <a:lnTo>
                  <a:pt x="10726" y="61230"/>
                </a:lnTo>
                <a:lnTo>
                  <a:pt x="8689" y="61094"/>
                </a:lnTo>
                <a:lnTo>
                  <a:pt x="6924" y="60958"/>
                </a:lnTo>
                <a:lnTo>
                  <a:pt x="4073" y="60687"/>
                </a:lnTo>
                <a:lnTo>
                  <a:pt x="2444" y="60415"/>
                </a:lnTo>
                <a:lnTo>
                  <a:pt x="1969" y="60347"/>
                </a:lnTo>
                <a:lnTo>
                  <a:pt x="1562" y="60144"/>
                </a:lnTo>
                <a:lnTo>
                  <a:pt x="1290" y="60008"/>
                </a:lnTo>
                <a:lnTo>
                  <a:pt x="951" y="59736"/>
                </a:lnTo>
                <a:lnTo>
                  <a:pt x="747" y="59465"/>
                </a:lnTo>
                <a:lnTo>
                  <a:pt x="612" y="59125"/>
                </a:lnTo>
                <a:lnTo>
                  <a:pt x="544" y="58718"/>
                </a:lnTo>
                <a:lnTo>
                  <a:pt x="544" y="58718"/>
                </a:lnTo>
                <a:lnTo>
                  <a:pt x="679" y="59125"/>
                </a:lnTo>
                <a:lnTo>
                  <a:pt x="815" y="59397"/>
                </a:lnTo>
                <a:lnTo>
                  <a:pt x="1019" y="59669"/>
                </a:lnTo>
                <a:lnTo>
                  <a:pt x="1290" y="59940"/>
                </a:lnTo>
                <a:lnTo>
                  <a:pt x="1630" y="60144"/>
                </a:lnTo>
                <a:lnTo>
                  <a:pt x="2037" y="60279"/>
                </a:lnTo>
                <a:lnTo>
                  <a:pt x="2444" y="60415"/>
                </a:lnTo>
                <a:lnTo>
                  <a:pt x="4073" y="60619"/>
                </a:lnTo>
                <a:lnTo>
                  <a:pt x="6924" y="60890"/>
                </a:lnTo>
                <a:lnTo>
                  <a:pt x="8689" y="61026"/>
                </a:lnTo>
                <a:lnTo>
                  <a:pt x="10726" y="61162"/>
                </a:lnTo>
                <a:lnTo>
                  <a:pt x="12966" y="61230"/>
                </a:lnTo>
                <a:lnTo>
                  <a:pt x="17853" y="61230"/>
                </a:lnTo>
                <a:lnTo>
                  <a:pt x="20093" y="61162"/>
                </a:lnTo>
                <a:lnTo>
                  <a:pt x="22130" y="61026"/>
                </a:lnTo>
                <a:lnTo>
                  <a:pt x="23895" y="60890"/>
                </a:lnTo>
                <a:lnTo>
                  <a:pt x="26746" y="60619"/>
                </a:lnTo>
                <a:lnTo>
                  <a:pt x="28375" y="60415"/>
                </a:lnTo>
                <a:lnTo>
                  <a:pt x="28850" y="60279"/>
                </a:lnTo>
                <a:lnTo>
                  <a:pt x="29190" y="60144"/>
                </a:lnTo>
                <a:lnTo>
                  <a:pt x="29529" y="59940"/>
                </a:lnTo>
                <a:lnTo>
                  <a:pt x="29800" y="59669"/>
                </a:lnTo>
                <a:lnTo>
                  <a:pt x="30004" y="59397"/>
                </a:lnTo>
                <a:lnTo>
                  <a:pt x="30140" y="59125"/>
                </a:lnTo>
                <a:lnTo>
                  <a:pt x="30276" y="58718"/>
                </a:lnTo>
                <a:lnTo>
                  <a:pt x="30276" y="58311"/>
                </a:lnTo>
                <a:lnTo>
                  <a:pt x="30276" y="3259"/>
                </a:lnTo>
                <a:lnTo>
                  <a:pt x="30276" y="2852"/>
                </a:lnTo>
                <a:lnTo>
                  <a:pt x="30140" y="2444"/>
                </a:lnTo>
                <a:lnTo>
                  <a:pt x="30004" y="2173"/>
                </a:lnTo>
                <a:lnTo>
                  <a:pt x="29800" y="1901"/>
                </a:lnTo>
                <a:lnTo>
                  <a:pt x="29529" y="1698"/>
                </a:lnTo>
                <a:lnTo>
                  <a:pt x="29190" y="1494"/>
                </a:lnTo>
                <a:lnTo>
                  <a:pt x="28850" y="1358"/>
                </a:lnTo>
                <a:lnTo>
                  <a:pt x="28375" y="1223"/>
                </a:lnTo>
                <a:lnTo>
                  <a:pt x="27560" y="1087"/>
                </a:lnTo>
                <a:close/>
                <a:moveTo>
                  <a:pt x="15410" y="1"/>
                </a:moveTo>
                <a:lnTo>
                  <a:pt x="11608" y="69"/>
                </a:lnTo>
                <a:lnTo>
                  <a:pt x="7739" y="204"/>
                </a:lnTo>
                <a:lnTo>
                  <a:pt x="4413" y="408"/>
                </a:lnTo>
                <a:lnTo>
                  <a:pt x="3191" y="544"/>
                </a:lnTo>
                <a:lnTo>
                  <a:pt x="2309" y="680"/>
                </a:lnTo>
                <a:lnTo>
                  <a:pt x="1765" y="815"/>
                </a:lnTo>
                <a:lnTo>
                  <a:pt x="1290" y="1019"/>
                </a:lnTo>
                <a:lnTo>
                  <a:pt x="883" y="1223"/>
                </a:lnTo>
                <a:lnTo>
                  <a:pt x="544" y="1494"/>
                </a:lnTo>
                <a:lnTo>
                  <a:pt x="340" y="1901"/>
                </a:lnTo>
                <a:lnTo>
                  <a:pt x="136" y="2241"/>
                </a:lnTo>
                <a:lnTo>
                  <a:pt x="1" y="2716"/>
                </a:lnTo>
                <a:lnTo>
                  <a:pt x="1" y="3259"/>
                </a:lnTo>
                <a:lnTo>
                  <a:pt x="1" y="58311"/>
                </a:lnTo>
                <a:lnTo>
                  <a:pt x="1" y="58854"/>
                </a:lnTo>
                <a:lnTo>
                  <a:pt x="136" y="59261"/>
                </a:lnTo>
                <a:lnTo>
                  <a:pt x="340" y="59736"/>
                </a:lnTo>
                <a:lnTo>
                  <a:pt x="612" y="60076"/>
                </a:lnTo>
                <a:lnTo>
                  <a:pt x="951" y="60347"/>
                </a:lnTo>
                <a:lnTo>
                  <a:pt x="1358" y="60619"/>
                </a:lnTo>
                <a:lnTo>
                  <a:pt x="1833" y="60823"/>
                </a:lnTo>
                <a:lnTo>
                  <a:pt x="2309" y="60958"/>
                </a:lnTo>
                <a:lnTo>
                  <a:pt x="4006" y="61162"/>
                </a:lnTo>
                <a:lnTo>
                  <a:pt x="6857" y="61501"/>
                </a:lnTo>
                <a:lnTo>
                  <a:pt x="8689" y="61637"/>
                </a:lnTo>
                <a:lnTo>
                  <a:pt x="10726" y="61705"/>
                </a:lnTo>
                <a:lnTo>
                  <a:pt x="12966" y="61773"/>
                </a:lnTo>
                <a:lnTo>
                  <a:pt x="15410" y="61841"/>
                </a:lnTo>
                <a:lnTo>
                  <a:pt x="17853" y="61773"/>
                </a:lnTo>
                <a:lnTo>
                  <a:pt x="20093" y="61705"/>
                </a:lnTo>
                <a:lnTo>
                  <a:pt x="22130" y="61637"/>
                </a:lnTo>
                <a:lnTo>
                  <a:pt x="23963" y="61501"/>
                </a:lnTo>
                <a:lnTo>
                  <a:pt x="26814" y="61162"/>
                </a:lnTo>
                <a:lnTo>
                  <a:pt x="28511" y="60958"/>
                </a:lnTo>
                <a:lnTo>
                  <a:pt x="28986" y="60823"/>
                </a:lnTo>
                <a:lnTo>
                  <a:pt x="29461" y="60619"/>
                </a:lnTo>
                <a:lnTo>
                  <a:pt x="29868" y="60347"/>
                </a:lnTo>
                <a:lnTo>
                  <a:pt x="30208" y="60076"/>
                </a:lnTo>
                <a:lnTo>
                  <a:pt x="30479" y="59736"/>
                </a:lnTo>
                <a:lnTo>
                  <a:pt x="30683" y="59261"/>
                </a:lnTo>
                <a:lnTo>
                  <a:pt x="30819" y="58854"/>
                </a:lnTo>
                <a:lnTo>
                  <a:pt x="30819" y="58311"/>
                </a:lnTo>
                <a:lnTo>
                  <a:pt x="30819" y="3259"/>
                </a:lnTo>
                <a:lnTo>
                  <a:pt x="30819" y="2716"/>
                </a:lnTo>
                <a:lnTo>
                  <a:pt x="30683" y="2241"/>
                </a:lnTo>
                <a:lnTo>
                  <a:pt x="30547" y="1901"/>
                </a:lnTo>
                <a:lnTo>
                  <a:pt x="30276" y="1494"/>
                </a:lnTo>
                <a:lnTo>
                  <a:pt x="29936" y="1223"/>
                </a:lnTo>
                <a:lnTo>
                  <a:pt x="29529" y="1019"/>
                </a:lnTo>
                <a:lnTo>
                  <a:pt x="29054" y="815"/>
                </a:lnTo>
                <a:lnTo>
                  <a:pt x="28511" y="680"/>
                </a:lnTo>
                <a:lnTo>
                  <a:pt x="27628" y="544"/>
                </a:lnTo>
                <a:lnTo>
                  <a:pt x="26406" y="408"/>
                </a:lnTo>
                <a:lnTo>
                  <a:pt x="23080" y="204"/>
                </a:lnTo>
                <a:lnTo>
                  <a:pt x="19211" y="69"/>
                </a:lnTo>
                <a:lnTo>
                  <a:pt x="15410" y="1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22" name="Shape 268">
            <a:extLst>
              <a:ext uri="{FF2B5EF4-FFF2-40B4-BE49-F238E27FC236}">
                <a16:creationId xmlns:a16="http://schemas.microsoft.com/office/drawing/2014/main" id="{B7BCBE22-4395-49CF-8C62-AA22A996E00B}"/>
              </a:ext>
            </a:extLst>
          </p:cNvPr>
          <p:cNvSpPr/>
          <p:nvPr userDrawn="1"/>
        </p:nvSpPr>
        <p:spPr>
          <a:xfrm>
            <a:off x="8456761" y="782788"/>
            <a:ext cx="2528999" cy="44748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>
              <a:spcBef>
                <a:spcPct val="0"/>
              </a:spcBef>
              <a:buNone/>
            </a:pPr>
            <a:r>
              <a:rPr lang="en" sz="1000">
                <a:solidFill>
                  <a:srgbClr val="999999"/>
                </a:solidFill>
              </a:rPr>
              <a:t>Place your screenshot here</a:t>
            </a:r>
          </a:p>
        </p:txBody>
      </p:sp>
      <p:sp>
        <p:nvSpPr>
          <p:cNvPr id="13" name="頁尾版面配置區 5">
            <a:extLst>
              <a:ext uri="{FF2B5EF4-FFF2-40B4-BE49-F238E27FC236}">
                <a16:creationId xmlns:a16="http://schemas.microsoft.com/office/drawing/2014/main" id="{EBA232D6-D27E-464E-8C5F-A66A70334C1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© Freedom Systems Inc.</a:t>
            </a:r>
            <a:endParaRPr lang="zh-TW" altLang="en-US" dirty="0"/>
          </a:p>
        </p:txBody>
      </p:sp>
      <p:sp>
        <p:nvSpPr>
          <p:cNvPr id="15" name="投影片編號版面配置區 6">
            <a:extLst>
              <a:ext uri="{FF2B5EF4-FFF2-40B4-BE49-F238E27FC236}">
                <a16:creationId xmlns:a16="http://schemas.microsoft.com/office/drawing/2014/main" id="{F69155DD-3274-460C-98F6-64FADF89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9834" y="6404478"/>
            <a:ext cx="2743200" cy="365125"/>
          </a:xfrm>
        </p:spPr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D9F6C45-ED65-44AB-BE02-ABB08687D2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641" y="1483322"/>
            <a:ext cx="3893196" cy="438725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765"/>
              </a:lnSpc>
              <a:spcBef>
                <a:spcPts val="1176"/>
              </a:spcBef>
              <a:buNone/>
              <a:defRPr lang="en-US" sz="20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ts val="1765"/>
              </a:lnSpc>
              <a:spcBef>
                <a:spcPts val="441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>
              <a:spcBef>
                <a:spcPts val="1200"/>
              </a:spcBef>
            </a:pPr>
            <a:r>
              <a:rPr lang="en-US" b="0" dirty="0">
                <a:solidFill>
                  <a:schemeClr val="tx2"/>
                </a:solidFill>
                <a:latin typeface="+mj-lt"/>
              </a:rPr>
              <a:t>Paragraph title</a:t>
            </a:r>
          </a:p>
          <a:p>
            <a:pPr lvl="1"/>
            <a:r>
              <a:rPr lang="en-US" dirty="0"/>
              <a:t>Body copy</a:t>
            </a:r>
          </a:p>
        </p:txBody>
      </p:sp>
      <p:sp>
        <p:nvSpPr>
          <p:cNvPr id="17" name="標題 1">
            <a:extLst>
              <a:ext uri="{FF2B5EF4-FFF2-40B4-BE49-F238E27FC236}">
                <a16:creationId xmlns:a16="http://schemas.microsoft.com/office/drawing/2014/main" id="{F98943F3-816B-4987-B079-8D4ABE02C5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641" y="292100"/>
            <a:ext cx="11195239" cy="777874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8007CE3B-34A8-4149-B2FF-E818B7C36932}"/>
              </a:ext>
            </a:extLst>
          </p:cNvPr>
          <p:cNvSpPr/>
          <p:nvPr userDrawn="1"/>
        </p:nvSpPr>
        <p:spPr>
          <a:xfrm>
            <a:off x="332856" y="384174"/>
            <a:ext cx="160427" cy="541948"/>
          </a:xfrm>
          <a:prstGeom prst="roundRect">
            <a:avLst/>
          </a:prstGeom>
          <a:solidFill>
            <a:srgbClr val="288B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03409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71C35E2-4E8E-43F7-ACBB-F369005D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© Freedom Systems Inc.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2377DC-CC4B-47F7-A6CC-145B1051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26CD365A-FF53-4C2B-A251-A7E337C98033}"/>
              </a:ext>
            </a:extLst>
          </p:cNvPr>
          <p:cNvGrpSpPr/>
          <p:nvPr userDrawn="1"/>
        </p:nvGrpSpPr>
        <p:grpSpPr>
          <a:xfrm>
            <a:off x="0" y="533399"/>
            <a:ext cx="12192000" cy="928210"/>
            <a:chOff x="93576" y="533399"/>
            <a:chExt cx="12009936" cy="928210"/>
          </a:xfrm>
        </p:grpSpPr>
        <p:sp>
          <p:nvSpPr>
            <p:cNvPr id="6" name="Shape 23">
              <a:extLst>
                <a:ext uri="{FF2B5EF4-FFF2-40B4-BE49-F238E27FC236}">
                  <a16:creationId xmlns:a16="http://schemas.microsoft.com/office/drawing/2014/main" id="{5CAE79D3-7408-4DB0-8020-B58B429BE50B}"/>
                </a:ext>
              </a:extLst>
            </p:cNvPr>
            <p:cNvSpPr txBox="1"/>
            <p:nvPr/>
          </p:nvSpPr>
          <p:spPr>
            <a:xfrm>
              <a:off x="5310881" y="533399"/>
              <a:ext cx="1125701" cy="92821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algn="r">
                <a:spcBef>
                  <a:spcPct val="0"/>
                </a:spcBef>
                <a:buNone/>
              </a:pPr>
              <a:r>
                <a:rPr lang="en" sz="7200" b="1">
                  <a:solidFill>
                    <a:srgbClr val="97ABBC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“</a:t>
              </a:r>
            </a:p>
          </p:txBody>
        </p:sp>
        <p:sp>
          <p:nvSpPr>
            <p:cNvPr id="7" name="Shape 24">
              <a:extLst>
                <a:ext uri="{FF2B5EF4-FFF2-40B4-BE49-F238E27FC236}">
                  <a16:creationId xmlns:a16="http://schemas.microsoft.com/office/drawing/2014/main" id="{071C0A20-B338-4BA6-932D-B0849872B7DA}"/>
                </a:ext>
              </a:extLst>
            </p:cNvPr>
            <p:cNvSpPr/>
            <p:nvPr/>
          </p:nvSpPr>
          <p:spPr>
            <a:xfrm>
              <a:off x="7123016" y="1347310"/>
              <a:ext cx="2490248" cy="114299"/>
            </a:xfrm>
            <a:prstGeom prst="rect">
              <a:avLst/>
            </a:prstGeom>
            <a:solidFill>
              <a:srgbClr val="266B8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8" name="Shape 25">
              <a:extLst>
                <a:ext uri="{FF2B5EF4-FFF2-40B4-BE49-F238E27FC236}">
                  <a16:creationId xmlns:a16="http://schemas.microsoft.com/office/drawing/2014/main" id="{60D09CFE-0528-4D87-8750-B39AD3D87ABF}"/>
                </a:ext>
              </a:extLst>
            </p:cNvPr>
            <p:cNvSpPr/>
            <p:nvPr/>
          </p:nvSpPr>
          <p:spPr>
            <a:xfrm>
              <a:off x="9613264" y="1347310"/>
              <a:ext cx="2490248" cy="114299"/>
            </a:xfrm>
            <a:prstGeom prst="rect">
              <a:avLst/>
            </a:prstGeom>
            <a:solidFill>
              <a:srgbClr val="97ABBC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9" name="Shape 26">
              <a:extLst>
                <a:ext uri="{FF2B5EF4-FFF2-40B4-BE49-F238E27FC236}">
                  <a16:creationId xmlns:a16="http://schemas.microsoft.com/office/drawing/2014/main" id="{E8F4ACF4-17F1-4A02-9CF5-128265B0C52F}"/>
                </a:ext>
              </a:extLst>
            </p:cNvPr>
            <p:cNvSpPr/>
            <p:nvPr/>
          </p:nvSpPr>
          <p:spPr>
            <a:xfrm>
              <a:off x="93576" y="1347310"/>
              <a:ext cx="2490248" cy="114299"/>
            </a:xfrm>
            <a:prstGeom prst="rect">
              <a:avLst/>
            </a:prstGeom>
            <a:solidFill>
              <a:srgbClr val="7ECE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0" name="Shape 27">
              <a:extLst>
                <a:ext uri="{FF2B5EF4-FFF2-40B4-BE49-F238E27FC236}">
                  <a16:creationId xmlns:a16="http://schemas.microsoft.com/office/drawing/2014/main" id="{BEA17E59-E1DC-4EC1-BF8A-78B5A6D8A8E1}"/>
                </a:ext>
              </a:extLst>
            </p:cNvPr>
            <p:cNvSpPr/>
            <p:nvPr/>
          </p:nvSpPr>
          <p:spPr>
            <a:xfrm>
              <a:off x="2583824" y="1347310"/>
              <a:ext cx="2490248" cy="114299"/>
            </a:xfrm>
            <a:prstGeom prst="rect">
              <a:avLst/>
            </a:prstGeom>
            <a:solidFill>
              <a:srgbClr val="2185C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11" name="標題 1">
            <a:extLst>
              <a:ext uri="{FF2B5EF4-FFF2-40B4-BE49-F238E27FC236}">
                <a16:creationId xmlns:a16="http://schemas.microsoft.com/office/drawing/2014/main" id="{433D8032-9864-4FDF-BBD6-951850A33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3040063"/>
            <a:ext cx="12192000" cy="77787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95198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2377DC-CC4B-47F7-A6CC-145B1051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9DE550-5602-439F-841F-3A2BDFD0034F}"/>
              </a:ext>
            </a:extLst>
          </p:cNvPr>
          <p:cNvSpPr/>
          <p:nvPr userDrawn="1"/>
        </p:nvSpPr>
        <p:spPr>
          <a:xfrm>
            <a:off x="216568" y="6404478"/>
            <a:ext cx="1925053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71C35E2-4E8E-43F7-ACBB-F369005D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966" y="6404478"/>
            <a:ext cx="4114800" cy="365125"/>
          </a:xfrm>
          <a:prstGeom prst="rect">
            <a:avLst/>
          </a:prstGeom>
        </p:spPr>
        <p:txBody>
          <a:bodyPr anchor="ctr"/>
          <a:lstStyle>
            <a:lvl1pPr algn="l">
              <a:defRPr/>
            </a:lvl1pPr>
          </a:lstStyle>
          <a:p>
            <a:r>
              <a:rPr lang="en-US" altLang="zh-TW"/>
              <a:t>© Freedom Systems Inc.</a:t>
            </a:r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597ED06-6883-4BFF-A0B6-4E08561CF8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100" y="286898"/>
            <a:ext cx="1699988" cy="58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5131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AF9376CD-084B-45CB-B346-137125A36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© Freedom Systems Inc.</a:t>
            </a:r>
            <a:endParaRPr lang="zh-TW" altLang="en-US"/>
          </a:p>
        </p:txBody>
      </p:sp>
      <p:sp>
        <p:nvSpPr>
          <p:cNvPr id="11" name="投影片編號版面配置區 3">
            <a:extLst>
              <a:ext uri="{FF2B5EF4-FFF2-40B4-BE49-F238E27FC236}">
                <a16:creationId xmlns:a16="http://schemas.microsoft.com/office/drawing/2014/main" id="{D8F6CD5E-6289-452E-A272-6F9836274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9834" y="6404478"/>
            <a:ext cx="2743200" cy="365125"/>
          </a:xfrm>
        </p:spPr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832941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wiith photo_white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>
            <a:extLst>
              <a:ext uri="{FF2B5EF4-FFF2-40B4-BE49-F238E27FC236}">
                <a16:creationId xmlns:a16="http://schemas.microsoft.com/office/drawing/2014/main" id="{FD233DC9-E58A-4BC3-B6C5-0E0F38519D7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048" y="0"/>
            <a:ext cx="12188952" cy="3771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09E0A014-89D0-45AF-B8C6-BFABEDAEDC71}"/>
              </a:ext>
            </a:extLst>
          </p:cNvPr>
          <p:cNvSpPr/>
          <p:nvPr userDrawn="1"/>
        </p:nvSpPr>
        <p:spPr>
          <a:xfrm>
            <a:off x="0" y="1"/>
            <a:ext cx="12192001" cy="377150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40000"/>
                </a:srgbClr>
              </a:gs>
              <a:gs pos="100000">
                <a:srgbClr val="000000">
                  <a:alpha val="2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E77291-AEF6-46F8-BAFA-CCF96E7353BD}"/>
              </a:ext>
            </a:extLst>
          </p:cNvPr>
          <p:cNvSpPr/>
          <p:nvPr userDrawn="1"/>
        </p:nvSpPr>
        <p:spPr>
          <a:xfrm>
            <a:off x="-1" y="3771508"/>
            <a:ext cx="12192001" cy="30864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636" y="4247656"/>
            <a:ext cx="5083629" cy="99719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600" spc="-50" baseline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5499023"/>
            <a:ext cx="5084064" cy="24442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765" spc="0" baseline="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1B23D4B3-C45D-44FE-9D08-068C8D8594F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473" y="335348"/>
            <a:ext cx="1322471" cy="34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6108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B63BC65-2C6F-4FA3-9746-94DCBABF65D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BECB0B-7B8B-4055-BB7A-38C713A235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4FA2D0">
                  <a:alpha val="81000"/>
                </a:srgbClr>
              </a:gs>
              <a:gs pos="100000">
                <a:srgbClr val="3468D0">
                  <a:alpha val="8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DBCDDD8-88AD-4E4B-96AD-60A4C50CFCEF}"/>
              </a:ext>
            </a:extLst>
          </p:cNvPr>
          <p:cNvSpPr/>
          <p:nvPr userDrawn="1"/>
        </p:nvSpPr>
        <p:spPr>
          <a:xfrm>
            <a:off x="1747438" y="1923494"/>
            <a:ext cx="9083040" cy="2788920"/>
          </a:xfrm>
          <a:prstGeom prst="roundRect">
            <a:avLst>
              <a:gd name="adj" fmla="val 10929"/>
            </a:avLst>
          </a:prstGeom>
          <a:solidFill>
            <a:srgbClr val="F2F2F2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A1A55D2-BE31-40B0-95FA-7278007B27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388" y="2655173"/>
            <a:ext cx="9102090" cy="1325563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3600">
                <a:solidFill>
                  <a:schemeClr val="bg1">
                    <a:lumMod val="95000"/>
                  </a:schemeClr>
                </a:solidFill>
                <a:effectLst>
                  <a:outerShdw blurRad="63500" dist="63500" dir="2700000" algn="tl" rotWithShape="0">
                    <a:prstClr val="black">
                      <a:alpha val="10000"/>
                    </a:prstClr>
                  </a:outerShdw>
                </a:effectLst>
              </a:defRPr>
            </a:lvl1pPr>
          </a:lstStyle>
          <a:p>
            <a:r>
              <a:rPr lang="zh-TW" altLang="en-US" dirty="0"/>
              <a:t>讓自由系統陪伴您成長，共同打造</a:t>
            </a:r>
            <a:r>
              <a:rPr lang="en-US" altLang="zh-TW" dirty="0"/>
              <a:t>IT</a:t>
            </a:r>
            <a:r>
              <a:rPr lang="zh-TW" altLang="en-US" dirty="0"/>
              <a:t>績效</a:t>
            </a:r>
            <a:br>
              <a:rPr lang="en-US" altLang="zh-TW" dirty="0"/>
            </a:br>
            <a:r>
              <a:rPr lang="en-US" altLang="zh-TW" dirty="0"/>
              <a:t>IT is not an issue, call us!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2A223F3-07A1-4DA4-AE17-39EBDB0745CB}"/>
              </a:ext>
            </a:extLst>
          </p:cNvPr>
          <p:cNvSpPr txBox="1"/>
          <p:nvPr userDrawn="1"/>
        </p:nvSpPr>
        <p:spPr>
          <a:xfrm>
            <a:off x="3668380" y="5992194"/>
            <a:ext cx="29694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>
                <a:solidFill>
                  <a:schemeClr val="bg1"/>
                </a:solidFill>
              </a:rPr>
              <a:t>自由系統股份有限公司 </a:t>
            </a:r>
            <a:r>
              <a:rPr lang="en-US" altLang="zh-TW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©</a:t>
            </a:r>
            <a:endParaRPr lang="en-US" altLang="zh-TW" sz="1400" dirty="0">
              <a:solidFill>
                <a:schemeClr val="bg1"/>
              </a:solidFill>
            </a:endParaRPr>
          </a:p>
        </p:txBody>
      </p:sp>
      <p:pic>
        <p:nvPicPr>
          <p:cNvPr id="8" name="圖片 7" descr="一張含有 文字 的圖片&#10;&#10;自動產生的描述">
            <a:extLst>
              <a:ext uri="{FF2B5EF4-FFF2-40B4-BE49-F238E27FC236}">
                <a16:creationId xmlns:a16="http://schemas.microsoft.com/office/drawing/2014/main" id="{7991CEDD-0FEE-4C59-9970-B2E02037D6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2429" y="5270443"/>
            <a:ext cx="1991015" cy="526438"/>
          </a:xfrm>
          <a:prstGeom prst="rect">
            <a:avLst/>
          </a:prstGeom>
        </p:spPr>
      </p:pic>
      <p:sp>
        <p:nvSpPr>
          <p:cNvPr id="9" name="橢圓 8">
            <a:extLst>
              <a:ext uri="{FF2B5EF4-FFF2-40B4-BE49-F238E27FC236}">
                <a16:creationId xmlns:a16="http://schemas.microsoft.com/office/drawing/2014/main" id="{2B3C216E-606A-4A59-813E-306CA2AAB1FA}"/>
              </a:ext>
            </a:extLst>
          </p:cNvPr>
          <p:cNvSpPr/>
          <p:nvPr userDrawn="1"/>
        </p:nvSpPr>
        <p:spPr>
          <a:xfrm>
            <a:off x="10163123" y="2019047"/>
            <a:ext cx="294967" cy="29496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ADADE632-7AE5-4BEB-97A8-BDDC9D78E519}"/>
              </a:ext>
            </a:extLst>
          </p:cNvPr>
          <p:cNvSpPr/>
          <p:nvPr userDrawn="1"/>
        </p:nvSpPr>
        <p:spPr>
          <a:xfrm>
            <a:off x="10297343" y="2366606"/>
            <a:ext cx="235974" cy="235974"/>
          </a:xfrm>
          <a:prstGeom prst="ellipse">
            <a:avLst/>
          </a:prstGeom>
          <a:solidFill>
            <a:srgbClr val="1E4F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18425363-25B6-4913-8F63-1074E9109A6F}"/>
              </a:ext>
            </a:extLst>
          </p:cNvPr>
          <p:cNvSpPr/>
          <p:nvPr userDrawn="1"/>
        </p:nvSpPr>
        <p:spPr>
          <a:xfrm>
            <a:off x="10533317" y="2192111"/>
            <a:ext cx="175979" cy="175979"/>
          </a:xfrm>
          <a:prstGeom prst="ellipse">
            <a:avLst/>
          </a:prstGeom>
          <a:solidFill>
            <a:srgbClr val="CDF0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85524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FB5491-9A64-402B-99EA-22BD483A07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8965" y="1226663"/>
            <a:ext cx="11451916" cy="49074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2"/>
            <a:r>
              <a:rPr lang="en-US" altLang="zh-TW" dirty="0"/>
              <a:t>Third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3"/>
            <a:r>
              <a:rPr lang="en-US" altLang="zh-TW" dirty="0"/>
              <a:t>Forth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4"/>
            <a:r>
              <a:rPr lang="en-US" altLang="zh-TW" dirty="0"/>
              <a:t>Fifth layer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8807F0-721A-4ECA-A6BD-E081FC4D9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9834" y="6404478"/>
            <a:ext cx="2743200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37D2C11-016A-48CC-8143-55FF7B7A04F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0440B4E-8CB4-4957-AC68-92B24EF0A6E8}"/>
              </a:ext>
            </a:extLst>
          </p:cNvPr>
          <p:cNvSpPr/>
          <p:nvPr userDrawn="1"/>
        </p:nvSpPr>
        <p:spPr>
          <a:xfrm>
            <a:off x="332856" y="384174"/>
            <a:ext cx="160427" cy="541948"/>
          </a:xfrm>
          <a:prstGeom prst="roundRect">
            <a:avLst/>
          </a:prstGeom>
          <a:solidFill>
            <a:srgbClr val="288B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D32D60E8-C365-4C08-A0A7-45A323707B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621" y="292100"/>
            <a:ext cx="11203260" cy="777874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456006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FD9896-B17A-4642-B11F-E5058EABA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621" y="292100"/>
            <a:ext cx="11203260" cy="777874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8D42FA-80E5-4F8A-BA3B-C014F3035E1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448120"/>
            <a:ext cx="5181600" cy="4684232"/>
          </a:xfrm>
        </p:spPr>
        <p:txBody>
          <a:bodyPr/>
          <a:lstStyle/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2"/>
            <a:r>
              <a:rPr lang="en-US" altLang="zh-TW" dirty="0"/>
              <a:t>Third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3"/>
            <a:r>
              <a:rPr lang="en-US" altLang="zh-TW" dirty="0"/>
              <a:t>Forth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4"/>
            <a:r>
              <a:rPr lang="en-US" altLang="zh-TW" dirty="0"/>
              <a:t>Fifth layer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9A6EAC7-8F28-4479-8DF1-825E685C95C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448120"/>
            <a:ext cx="5181600" cy="4684232"/>
          </a:xfrm>
        </p:spPr>
        <p:txBody>
          <a:bodyPr/>
          <a:lstStyle/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2"/>
            <a:r>
              <a:rPr lang="en-US" altLang="zh-TW" dirty="0"/>
              <a:t>Third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3"/>
            <a:r>
              <a:rPr lang="en-US" altLang="zh-TW" dirty="0"/>
              <a:t>Forth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4"/>
            <a:r>
              <a:rPr lang="en-US" altLang="zh-TW" dirty="0"/>
              <a:t>Fifth layer</a:t>
            </a:r>
            <a:endParaRPr lang="zh-TW" altLang="en-US" dirty="0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D6D604D-81EC-4BE9-ADB5-963951AFE48F}"/>
              </a:ext>
            </a:extLst>
          </p:cNvPr>
          <p:cNvSpPr/>
          <p:nvPr userDrawn="1"/>
        </p:nvSpPr>
        <p:spPr>
          <a:xfrm>
            <a:off x="332856" y="384174"/>
            <a:ext cx="160427" cy="541948"/>
          </a:xfrm>
          <a:prstGeom prst="roundRect">
            <a:avLst/>
          </a:prstGeom>
          <a:solidFill>
            <a:srgbClr val="288B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346CB2F6-2BBE-4F72-8907-B48CEC5A8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9834" y="6404478"/>
            <a:ext cx="2743200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37D2C11-016A-48CC-8143-55FF7B7A04F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405913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9B1EF0-CC58-483E-BFE2-6244E30E9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C3E457-62FB-47E1-9F81-02A3A901B67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2"/>
            <a:r>
              <a:rPr lang="en-US" altLang="zh-TW" dirty="0"/>
              <a:t>Third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3"/>
            <a:r>
              <a:rPr lang="en-US" altLang="zh-TW" dirty="0"/>
              <a:t>Forth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4"/>
            <a:r>
              <a:rPr lang="en-US" altLang="zh-TW" dirty="0"/>
              <a:t>Fifth layer</a:t>
            </a:r>
            <a:endParaRPr lang="zh-TW" altLang="en-US" dirty="0"/>
          </a:p>
          <a:p>
            <a:pPr lvl="4"/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3BEFFF5-681B-4FC4-9CC4-DE82A9F1DBB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Edit Master text styles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05D5E46C-566A-41D1-82EF-F363FB27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9834" y="6404478"/>
            <a:ext cx="2743200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37D2C11-016A-48CC-8143-55FF7B7A04F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788123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1EE04D-8E87-432E-BD76-0F9B2438A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026401"/>
            <a:ext cx="10515600" cy="257396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6E6254-C5A3-43DC-A89E-6EF29D685C4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62735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288BC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Click to edit Master text style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EE1880-0E02-44E2-A53A-E4D4C53B0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9834" y="6404478"/>
            <a:ext cx="2743200" cy="365125"/>
          </a:xfrm>
          <a:prstGeom prst="rect">
            <a:avLst/>
          </a:prstGeom>
        </p:spPr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E98EFEF-9D19-43E9-B77F-2323E1511C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426" y="437783"/>
            <a:ext cx="1699988" cy="58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945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rgbClr val="288BC4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EB5FBAF-D5DB-4D1E-9D76-AE83D1B7417A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8" name="投影片編號版面配置區 6">
            <a:extLst>
              <a:ext uri="{FF2B5EF4-FFF2-40B4-BE49-F238E27FC236}">
                <a16:creationId xmlns:a16="http://schemas.microsoft.com/office/drawing/2014/main" id="{47DF8411-D2CB-4D9A-9A17-4505D0FE922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079834" y="6404478"/>
            <a:ext cx="2743200" cy="365125"/>
          </a:xfrm>
          <a:prstGeom prst="rect">
            <a:avLst/>
          </a:prstGeom>
        </p:spPr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6963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00A136F2-647C-4FA1-9F87-E0E98C674C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426" y="437783"/>
            <a:ext cx="1699988" cy="5886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043" y="2841307"/>
            <a:ext cx="4174108" cy="590931"/>
          </a:xfrm>
        </p:spPr>
        <p:txBody>
          <a:bodyPr wrap="square" anchor="b" anchorCtr="0">
            <a:spAutoFit/>
          </a:bodyPr>
          <a:lstStyle>
            <a:lvl1pPr>
              <a:defRPr sz="3600"/>
            </a:lvl1pPr>
          </a:lstStyle>
          <a:p>
            <a:r>
              <a:rPr lang="en-US" dirty="0"/>
              <a:t>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834887" y="3582806"/>
            <a:ext cx="3919689" cy="3323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400" spc="0" baseline="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78F9FBB-C96D-46BC-AAC3-7F5BA9C0E6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5860111" y="607450"/>
            <a:ext cx="6284181" cy="56431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64F93F8-3A71-4278-A6DE-2A80017D26E6}"/>
              </a:ext>
            </a:extLst>
          </p:cNvPr>
          <p:cNvSpPr/>
          <p:nvPr userDrawn="1"/>
        </p:nvSpPr>
        <p:spPr>
          <a:xfrm>
            <a:off x="5987331" y="-5899"/>
            <a:ext cx="6204669" cy="614149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12000"/>
                </a:schemeClr>
              </a:gs>
              <a:gs pos="100000">
                <a:srgbClr val="CDF0F9">
                  <a:alpha val="40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投影片編號版面配置區 5">
            <a:extLst>
              <a:ext uri="{FF2B5EF4-FFF2-40B4-BE49-F238E27FC236}">
                <a16:creationId xmlns:a16="http://schemas.microsoft.com/office/drawing/2014/main" id="{A095C07A-C171-4B6F-BB3B-394A5C15E22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079834" y="6404478"/>
            <a:ext cx="2743200" cy="365125"/>
          </a:xfrm>
          <a:prstGeom prst="rect">
            <a:avLst/>
          </a:prstGeom>
        </p:spPr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279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1897476"/>
            <a:ext cx="3494088" cy="4251325"/>
          </a:xfrm>
        </p:spPr>
        <p:txBody>
          <a:bodyPr/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321051"/>
            <a:ext cx="7253288" cy="4832350"/>
          </a:xfr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bIns="100584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a screenshot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 </a:t>
            </a:r>
          </a:p>
        </p:txBody>
      </p:sp>
      <p:sp>
        <p:nvSpPr>
          <p:cNvPr id="6" name="投影片編號版面配置區 6">
            <a:extLst>
              <a:ext uri="{FF2B5EF4-FFF2-40B4-BE49-F238E27FC236}">
                <a16:creationId xmlns:a16="http://schemas.microsoft.com/office/drawing/2014/main" id="{73414432-3583-4494-BB21-EFC6F77C5AF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9079834" y="6404478"/>
            <a:ext cx="2743200" cy="365125"/>
          </a:xfrm>
          <a:prstGeom prst="rect">
            <a:avLst/>
          </a:prstGeom>
        </p:spPr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3BA05E61-6055-4A0F-8115-C0D255382F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641" y="292100"/>
            <a:ext cx="11195239" cy="777874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6A04B8D-DAF8-474B-9285-0C79D59019E5}"/>
              </a:ext>
            </a:extLst>
          </p:cNvPr>
          <p:cNvSpPr/>
          <p:nvPr userDrawn="1"/>
        </p:nvSpPr>
        <p:spPr>
          <a:xfrm>
            <a:off x="332856" y="384174"/>
            <a:ext cx="160427" cy="541948"/>
          </a:xfrm>
          <a:prstGeom prst="roundRect">
            <a:avLst/>
          </a:prstGeom>
          <a:solidFill>
            <a:srgbClr val="288B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8491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055513"/>
            <a:ext cx="5367528" cy="1058683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3447" y="5055513"/>
            <a:ext cx="5367528" cy="1058683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9EF80BFB-EC96-448A-B673-006F848ED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641" y="292100"/>
            <a:ext cx="11195239" cy="777874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CED111E-F1F9-4CA3-A316-AB7A9A18A6B9}"/>
              </a:ext>
            </a:extLst>
          </p:cNvPr>
          <p:cNvSpPr/>
          <p:nvPr userDrawn="1"/>
        </p:nvSpPr>
        <p:spPr>
          <a:xfrm>
            <a:off x="332856" y="384174"/>
            <a:ext cx="160427" cy="541948"/>
          </a:xfrm>
          <a:prstGeom prst="roundRect">
            <a:avLst/>
          </a:prstGeom>
          <a:solidFill>
            <a:srgbClr val="288B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投影片編號版面配置區 6">
            <a:extLst>
              <a:ext uri="{FF2B5EF4-FFF2-40B4-BE49-F238E27FC236}">
                <a16:creationId xmlns:a16="http://schemas.microsoft.com/office/drawing/2014/main" id="{D993D23C-0443-4F52-BF61-C942F720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9834" y="6404478"/>
            <a:ext cx="2743200" cy="365125"/>
          </a:xfrm>
          <a:prstGeom prst="rect">
            <a:avLst/>
          </a:prstGeom>
        </p:spPr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圖片版面配置區 5">
            <a:extLst>
              <a:ext uri="{FF2B5EF4-FFF2-40B4-BE49-F238E27FC236}">
                <a16:creationId xmlns:a16="http://schemas.microsoft.com/office/drawing/2014/main" id="{5C91DC22-89C8-4289-B857-D4DABC4CAFB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82613" y="1282890"/>
            <a:ext cx="5368925" cy="368572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Drag &amp; drop your photo here </a:t>
            </a:r>
            <a:br>
              <a:rPr lang="en-US" altLang="zh-TW" dirty="0"/>
            </a:br>
            <a:r>
              <a:rPr lang="en-US" altLang="zh-TW" dirty="0"/>
              <a:t>or click or tap icon below </a:t>
            </a:r>
            <a:br>
              <a:rPr lang="en-US" altLang="zh-TW" dirty="0"/>
            </a:br>
            <a:r>
              <a:rPr lang="en-US" altLang="zh-TW" dirty="0"/>
              <a:t>to insert</a:t>
            </a:r>
          </a:p>
        </p:txBody>
      </p:sp>
      <p:sp>
        <p:nvSpPr>
          <p:cNvPr id="16" name="圖片版面配置區 5">
            <a:extLst>
              <a:ext uri="{FF2B5EF4-FFF2-40B4-BE49-F238E27FC236}">
                <a16:creationId xmlns:a16="http://schemas.microsoft.com/office/drawing/2014/main" id="{5733560E-B285-4E82-AD5D-36762E7F634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241161" y="1282890"/>
            <a:ext cx="5368925" cy="3685721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Drag &amp; drop your photo here </a:t>
            </a:r>
            <a:br>
              <a:rPr lang="en-US" altLang="zh-TW" dirty="0"/>
            </a:br>
            <a:r>
              <a:rPr lang="en-US" altLang="zh-TW" dirty="0"/>
              <a:t>or click or tap icon below </a:t>
            </a:r>
            <a:br>
              <a:rPr lang="en-US" altLang="zh-TW" dirty="0"/>
            </a:br>
            <a:r>
              <a:rPr lang="en-US" altLang="zh-TW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01083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55995" y="4808294"/>
            <a:ext cx="3618381" cy="1284162"/>
          </a:xfr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1176"/>
              </a:spcBef>
              <a:buNone/>
              <a:defRPr lang="en-US" sz="16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ts val="1765"/>
              </a:lnSpc>
              <a:spcBef>
                <a:spcPts val="441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372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>
              <a:spcBef>
                <a:spcPts val="1200"/>
              </a:spcBef>
            </a:pPr>
            <a:r>
              <a:rPr lang="en-US" b="0" dirty="0">
                <a:solidFill>
                  <a:schemeClr val="tx2"/>
                </a:solidFill>
                <a:latin typeface="+mj-lt"/>
              </a:rPr>
              <a:t>Paragraph title</a:t>
            </a:r>
          </a:p>
          <a:p>
            <a:pPr lvl="1"/>
            <a:r>
              <a:rPr lang="en-US" dirty="0"/>
              <a:t>Body copy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8144083" y="4808294"/>
            <a:ext cx="3618381" cy="1284162"/>
          </a:xfr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1176"/>
              </a:spcBef>
              <a:buNone/>
              <a:defRPr lang="en-US" sz="16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ts val="1765"/>
              </a:lnSpc>
              <a:spcBef>
                <a:spcPts val="441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372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>
              <a:spcBef>
                <a:spcPts val="1200"/>
              </a:spcBef>
            </a:pPr>
            <a:r>
              <a:rPr lang="en-US" b="0" dirty="0">
                <a:solidFill>
                  <a:schemeClr val="tx2"/>
                </a:solidFill>
                <a:latin typeface="+mj-lt"/>
              </a:rPr>
              <a:t>Paragraph title </a:t>
            </a:r>
          </a:p>
          <a:p>
            <a:pPr lvl="1"/>
            <a:r>
              <a:rPr lang="en-US" dirty="0"/>
              <a:t>Body copy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197742EC-5845-4BB1-84A3-00C1CF8901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03151" y="4808294"/>
            <a:ext cx="3618381" cy="1284162"/>
          </a:xfr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1176"/>
              </a:spcBef>
              <a:buNone/>
              <a:defRPr lang="en-US" sz="16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ts val="1765"/>
              </a:lnSpc>
              <a:spcBef>
                <a:spcPts val="441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372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>
              <a:spcBef>
                <a:spcPts val="1200"/>
              </a:spcBef>
            </a:pPr>
            <a:r>
              <a:rPr lang="en-US" b="0" dirty="0">
                <a:solidFill>
                  <a:schemeClr val="tx2"/>
                </a:solidFill>
                <a:latin typeface="+mj-lt"/>
              </a:rPr>
              <a:t>Paragraph title</a:t>
            </a:r>
          </a:p>
          <a:p>
            <a:pPr lvl="1"/>
            <a:r>
              <a:rPr lang="en-US" dirty="0"/>
              <a:t>Body copy</a:t>
            </a:r>
          </a:p>
        </p:txBody>
      </p:sp>
      <p:sp>
        <p:nvSpPr>
          <p:cNvPr id="13" name="投影片編號版面配置區 6">
            <a:extLst>
              <a:ext uri="{FF2B5EF4-FFF2-40B4-BE49-F238E27FC236}">
                <a16:creationId xmlns:a16="http://schemas.microsoft.com/office/drawing/2014/main" id="{F338C3AC-D5AD-4CFC-989F-26D0F86BB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9834" y="6404478"/>
            <a:ext cx="2743200" cy="365125"/>
          </a:xfrm>
          <a:prstGeom prst="rect">
            <a:avLst/>
          </a:prstGeom>
        </p:spPr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BEA3115C-1047-41EC-A390-E895A480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641" y="292100"/>
            <a:ext cx="11195239" cy="777874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5F655982-2E7F-4D82-9C6D-4B88F77F0B20}"/>
              </a:ext>
            </a:extLst>
          </p:cNvPr>
          <p:cNvSpPr/>
          <p:nvPr userDrawn="1"/>
        </p:nvSpPr>
        <p:spPr>
          <a:xfrm>
            <a:off x="332856" y="384174"/>
            <a:ext cx="160427" cy="541948"/>
          </a:xfrm>
          <a:prstGeom prst="roundRect">
            <a:avLst/>
          </a:prstGeom>
          <a:solidFill>
            <a:srgbClr val="288B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圖片版面配置區 5">
            <a:extLst>
              <a:ext uri="{FF2B5EF4-FFF2-40B4-BE49-F238E27FC236}">
                <a16:creationId xmlns:a16="http://schemas.microsoft.com/office/drawing/2014/main" id="{2144E3F9-93CC-43D8-AEF4-31274C07BA9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303151" y="1467891"/>
            <a:ext cx="3618381" cy="3118671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Drag &amp; drop your photo here </a:t>
            </a:r>
            <a:br>
              <a:rPr lang="en-US" altLang="zh-TW" dirty="0"/>
            </a:br>
            <a:r>
              <a:rPr lang="en-US" altLang="zh-TW" dirty="0"/>
              <a:t>or click or tap icon below </a:t>
            </a:r>
            <a:br>
              <a:rPr lang="en-US" altLang="zh-TW" dirty="0"/>
            </a:br>
            <a:r>
              <a:rPr lang="en-US" altLang="zh-TW" dirty="0"/>
              <a:t>to insert</a:t>
            </a:r>
          </a:p>
        </p:txBody>
      </p:sp>
      <p:sp>
        <p:nvSpPr>
          <p:cNvPr id="12" name="圖片版面配置區 5">
            <a:extLst>
              <a:ext uri="{FF2B5EF4-FFF2-40B4-BE49-F238E27FC236}">
                <a16:creationId xmlns:a16="http://schemas.microsoft.com/office/drawing/2014/main" id="{329B4E25-22FC-4603-B3BC-0250C1124A41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53400" y="1467890"/>
            <a:ext cx="3618381" cy="3118671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Drag &amp; drop your photo here </a:t>
            </a:r>
            <a:br>
              <a:rPr lang="en-US" altLang="zh-TW" dirty="0"/>
            </a:br>
            <a:r>
              <a:rPr lang="en-US" altLang="zh-TW" dirty="0"/>
              <a:t>or click or tap icon below </a:t>
            </a:r>
            <a:br>
              <a:rPr lang="en-US" altLang="zh-TW" dirty="0"/>
            </a:br>
            <a:r>
              <a:rPr lang="en-US" altLang="zh-TW" dirty="0"/>
              <a:t>to insert</a:t>
            </a:r>
          </a:p>
        </p:txBody>
      </p:sp>
      <p:sp>
        <p:nvSpPr>
          <p:cNvPr id="16" name="圖片版面配置區 5">
            <a:extLst>
              <a:ext uri="{FF2B5EF4-FFF2-40B4-BE49-F238E27FC236}">
                <a16:creationId xmlns:a16="http://schemas.microsoft.com/office/drawing/2014/main" id="{50020A93-BE16-41ED-9F05-2F54E988E95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55995" y="1467890"/>
            <a:ext cx="3624606" cy="311867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Drag &amp; drop your photo here </a:t>
            </a:r>
            <a:br>
              <a:rPr lang="en-US" altLang="zh-TW" dirty="0"/>
            </a:br>
            <a:r>
              <a:rPr lang="en-US" altLang="zh-TW" dirty="0"/>
              <a:t>or click or tap icon below </a:t>
            </a:r>
            <a:br>
              <a:rPr lang="en-US" altLang="zh-TW" dirty="0"/>
            </a:br>
            <a:r>
              <a:rPr lang="en-US" altLang="zh-TW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5020459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3">
            <a:extLst>
              <a:ext uri="{FF2B5EF4-FFF2-40B4-BE49-F238E27FC236}">
                <a16:creationId xmlns:a16="http://schemas.microsoft.com/office/drawing/2014/main" id="{D8F6CD5E-6289-452E-A272-6F9836274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9834" y="6404478"/>
            <a:ext cx="2743200" cy="365125"/>
          </a:xfrm>
          <a:prstGeom prst="rect">
            <a:avLst/>
          </a:prstGeom>
        </p:spPr>
        <p:txBody>
          <a:bodyPr/>
          <a:lstStyle/>
          <a:p>
            <a:fld id="{C37D2C11-016A-48CC-8143-55FF7B7A04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7839989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B63BC65-2C6F-4FA3-9746-94DCBABF65D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BECB0B-7B8B-4055-BB7A-38C713A235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4FA2D0">
                  <a:alpha val="81000"/>
                </a:srgbClr>
              </a:gs>
              <a:gs pos="100000">
                <a:srgbClr val="3468D0">
                  <a:alpha val="8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DBCDDD8-88AD-4E4B-96AD-60A4C50CFCEF}"/>
              </a:ext>
            </a:extLst>
          </p:cNvPr>
          <p:cNvSpPr/>
          <p:nvPr userDrawn="1"/>
        </p:nvSpPr>
        <p:spPr>
          <a:xfrm>
            <a:off x="1747438" y="1923494"/>
            <a:ext cx="9083040" cy="2788920"/>
          </a:xfrm>
          <a:prstGeom prst="roundRect">
            <a:avLst>
              <a:gd name="adj" fmla="val 10929"/>
            </a:avLst>
          </a:prstGeom>
          <a:solidFill>
            <a:srgbClr val="F2F2F2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A1A55D2-BE31-40B0-95FA-7278007B27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388" y="2655173"/>
            <a:ext cx="9102090" cy="1325563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3600">
                <a:solidFill>
                  <a:schemeClr val="bg1">
                    <a:lumMod val="95000"/>
                  </a:schemeClr>
                </a:solidFill>
                <a:effectLst>
                  <a:outerShdw blurRad="63500" dist="63500" dir="2700000" algn="tl" rotWithShape="0">
                    <a:prstClr val="black">
                      <a:alpha val="10000"/>
                    </a:prstClr>
                  </a:outerShdw>
                </a:effectLst>
              </a:defRPr>
            </a:lvl1pPr>
          </a:lstStyle>
          <a:p>
            <a:r>
              <a:rPr lang="zh-TW" altLang="en-US" dirty="0"/>
              <a:t>讓自由系統陪伴您成長，共同打造</a:t>
            </a:r>
            <a:r>
              <a:rPr lang="en-US" altLang="zh-TW" dirty="0"/>
              <a:t>IT</a:t>
            </a:r>
            <a:r>
              <a:rPr lang="zh-TW" altLang="en-US" dirty="0"/>
              <a:t>績效</a:t>
            </a:r>
            <a:br>
              <a:rPr lang="en-US" altLang="zh-TW" dirty="0"/>
            </a:br>
            <a:r>
              <a:rPr lang="en-US" altLang="zh-TW" dirty="0"/>
              <a:t>IT is not an issue, call us!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2A223F3-07A1-4DA4-AE17-39EBDB0745CB}"/>
              </a:ext>
            </a:extLst>
          </p:cNvPr>
          <p:cNvSpPr txBox="1"/>
          <p:nvPr userDrawn="1"/>
        </p:nvSpPr>
        <p:spPr>
          <a:xfrm>
            <a:off x="3668380" y="5992194"/>
            <a:ext cx="29694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>
                <a:solidFill>
                  <a:schemeClr val="bg1"/>
                </a:solidFill>
              </a:rPr>
              <a:t>自由系統股份有限公司 </a:t>
            </a:r>
            <a:r>
              <a:rPr lang="en-US" altLang="zh-TW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©</a:t>
            </a:r>
            <a:endParaRPr lang="en-US" altLang="zh-TW" sz="1400" dirty="0">
              <a:solidFill>
                <a:schemeClr val="bg1"/>
              </a:solidFill>
            </a:endParaRPr>
          </a:p>
        </p:txBody>
      </p:sp>
      <p:pic>
        <p:nvPicPr>
          <p:cNvPr id="8" name="圖片 7" descr="一張含有 文字 的圖片&#10;&#10;自動產生的描述">
            <a:extLst>
              <a:ext uri="{FF2B5EF4-FFF2-40B4-BE49-F238E27FC236}">
                <a16:creationId xmlns:a16="http://schemas.microsoft.com/office/drawing/2014/main" id="{7991CEDD-0FEE-4C59-9970-B2E02037D6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2429" y="5270443"/>
            <a:ext cx="1991015" cy="526438"/>
          </a:xfrm>
          <a:prstGeom prst="rect">
            <a:avLst/>
          </a:prstGeom>
        </p:spPr>
      </p:pic>
      <p:sp>
        <p:nvSpPr>
          <p:cNvPr id="9" name="橢圓 8">
            <a:extLst>
              <a:ext uri="{FF2B5EF4-FFF2-40B4-BE49-F238E27FC236}">
                <a16:creationId xmlns:a16="http://schemas.microsoft.com/office/drawing/2014/main" id="{2B3C216E-606A-4A59-813E-306CA2AAB1FA}"/>
              </a:ext>
            </a:extLst>
          </p:cNvPr>
          <p:cNvSpPr/>
          <p:nvPr userDrawn="1"/>
        </p:nvSpPr>
        <p:spPr>
          <a:xfrm>
            <a:off x="10163123" y="2019047"/>
            <a:ext cx="294967" cy="29496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ADADE632-7AE5-4BEB-97A8-BDDC9D78E519}"/>
              </a:ext>
            </a:extLst>
          </p:cNvPr>
          <p:cNvSpPr/>
          <p:nvPr userDrawn="1"/>
        </p:nvSpPr>
        <p:spPr>
          <a:xfrm>
            <a:off x="10297343" y="2366606"/>
            <a:ext cx="235974" cy="235974"/>
          </a:xfrm>
          <a:prstGeom prst="ellipse">
            <a:avLst/>
          </a:prstGeom>
          <a:solidFill>
            <a:srgbClr val="1E4F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18425363-25B6-4913-8F63-1074E9109A6F}"/>
              </a:ext>
            </a:extLst>
          </p:cNvPr>
          <p:cNvSpPr/>
          <p:nvPr userDrawn="1"/>
        </p:nvSpPr>
        <p:spPr>
          <a:xfrm>
            <a:off x="10533317" y="2192111"/>
            <a:ext cx="175979" cy="175979"/>
          </a:xfrm>
          <a:prstGeom prst="ellipse">
            <a:avLst/>
          </a:prstGeom>
          <a:solidFill>
            <a:srgbClr val="CDF0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129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image" Target="../media/image14.png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image" Target="../media/image15.png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3D26B54-61EE-4FA7-8B72-997F2129E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965" y="1226663"/>
            <a:ext cx="11451916" cy="4950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2"/>
            <a:r>
              <a:rPr lang="en-US" altLang="zh-TW" dirty="0"/>
              <a:t>Third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3"/>
            <a:r>
              <a:rPr lang="en-US" altLang="zh-TW" dirty="0"/>
              <a:t>Forth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4"/>
            <a:r>
              <a:rPr lang="en-US" altLang="zh-TW" dirty="0"/>
              <a:t>Fifth layer</a:t>
            </a:r>
            <a:endParaRPr lang="zh-TW" altLang="en-US" dirty="0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0AEB49D-4EC2-428F-86DA-60EF00FCB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965" y="292100"/>
            <a:ext cx="11451916" cy="777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36BE53-FA0D-4382-8DDE-8FC806D77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9834" y="64044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D2C11-016A-48CC-8143-55FF7B7A04F1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222598E8-B1E2-47E6-A28C-23B78D6076E4}"/>
              </a:ext>
            </a:extLst>
          </p:cNvPr>
          <p:cNvPicPr>
            <a:picLocks noChangeAspect="1"/>
          </p:cNvPicPr>
          <p:nvPr userDrawn="1"/>
        </p:nvPicPr>
        <p:blipFill>
          <a:blip r:embed="rId3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195" y="6326019"/>
            <a:ext cx="1328640" cy="460040"/>
          </a:xfrm>
          <a:prstGeom prst="rect">
            <a:avLst/>
          </a:prstGeom>
        </p:spPr>
      </p:pic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B273F0E9-EABE-4159-BEB5-487B31746397}"/>
              </a:ext>
            </a:extLst>
          </p:cNvPr>
          <p:cNvCxnSpPr>
            <a:cxnSpLocks/>
          </p:cNvCxnSpPr>
          <p:nvPr userDrawn="1"/>
        </p:nvCxnSpPr>
        <p:spPr>
          <a:xfrm>
            <a:off x="356934" y="6296750"/>
            <a:ext cx="1146394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7" name="群組 6">
            <a:extLst>
              <a:ext uri="{FF2B5EF4-FFF2-40B4-BE49-F238E27FC236}">
                <a16:creationId xmlns:a16="http://schemas.microsoft.com/office/drawing/2014/main" id="{6D8EBBAB-8353-469C-A4D3-8C6F212C6E0C}"/>
              </a:ext>
            </a:extLst>
          </p:cNvPr>
          <p:cNvGrpSpPr/>
          <p:nvPr userDrawn="1"/>
        </p:nvGrpSpPr>
        <p:grpSpPr>
          <a:xfrm>
            <a:off x="12332590" y="0"/>
            <a:ext cx="2107324" cy="6859032"/>
            <a:chOff x="12332590" y="0"/>
            <a:chExt cx="2107324" cy="6859032"/>
          </a:xfrm>
        </p:grpSpPr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43817E2F-C3B9-42C1-93DE-1626B384C434}"/>
                </a:ext>
              </a:extLst>
            </p:cNvPr>
            <p:cNvGrpSpPr/>
            <p:nvPr userDrawn="1"/>
          </p:nvGrpSpPr>
          <p:grpSpPr>
            <a:xfrm>
              <a:off x="12332590" y="0"/>
              <a:ext cx="1623366" cy="6859032"/>
              <a:chOff x="12332590" y="0"/>
              <a:chExt cx="1623366" cy="6859032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925AA2C-3197-4DBC-ABB7-32973642FE33}"/>
                  </a:ext>
                </a:extLst>
              </p:cNvPr>
              <p:cNvSpPr/>
              <p:nvPr userDrawn="1"/>
            </p:nvSpPr>
            <p:spPr>
              <a:xfrm rot="5400000">
                <a:off x="12983703" y="4571540"/>
                <a:ext cx="1141026" cy="80348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800" b="1" dirty="0"/>
                  <a:t>Primary Black</a:t>
                </a:r>
              </a:p>
              <a:p>
                <a:pPr algn="l"/>
                <a:r>
                  <a:rPr lang="en-US" altLang="zh-TW" sz="800" dirty="0"/>
                  <a:t>R0 G0</a:t>
                </a:r>
                <a:r>
                  <a:rPr lang="zh-TW" altLang="en-US" sz="800" dirty="0"/>
                  <a:t> </a:t>
                </a:r>
                <a:r>
                  <a:rPr lang="en-US" altLang="zh-TW" sz="800" dirty="0"/>
                  <a:t>B0</a:t>
                </a:r>
              </a:p>
              <a:p>
                <a:pPr algn="l"/>
                <a:r>
                  <a:rPr lang="en-US" altLang="zh-TW" sz="800" dirty="0"/>
                  <a:t>C0 M0 Y0 K100</a:t>
                </a:r>
              </a:p>
              <a:p>
                <a:pPr algn="l"/>
                <a:r>
                  <a:rPr lang="en-US" altLang="zh-TW" sz="800" dirty="0"/>
                  <a:t>Hex #000000</a:t>
                </a:r>
                <a:endParaRPr lang="zh-TW" altLang="en-US" sz="800" dirty="0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BC1B3E3-059D-486F-B3BF-5185E4D4983F}"/>
                  </a:ext>
                </a:extLst>
              </p:cNvPr>
              <p:cNvSpPr/>
              <p:nvPr userDrawn="1"/>
            </p:nvSpPr>
            <p:spPr>
              <a:xfrm rot="5400000">
                <a:off x="12172902" y="4559818"/>
                <a:ext cx="1141026" cy="8162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800" b="1" dirty="0">
                    <a:solidFill>
                      <a:schemeClr val="tx1"/>
                    </a:solidFill>
                  </a:rPr>
                  <a:t>Primary White </a:t>
                </a:r>
              </a:p>
              <a:p>
                <a:pPr algn="l"/>
                <a:r>
                  <a:rPr lang="en-US" altLang="zh-TW" sz="800" dirty="0">
                    <a:solidFill>
                      <a:schemeClr val="tx1"/>
                    </a:solidFill>
                  </a:rPr>
                  <a:t>R225 G225</a:t>
                </a:r>
                <a:r>
                  <a:rPr lang="zh-TW" altLang="en-US" sz="8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sz="800" dirty="0">
                    <a:solidFill>
                      <a:schemeClr val="tx1"/>
                    </a:solidFill>
                  </a:rPr>
                  <a:t>B225</a:t>
                </a:r>
              </a:p>
              <a:p>
                <a:pPr algn="l"/>
                <a:r>
                  <a:rPr lang="en-US" altLang="zh-TW" sz="800" dirty="0">
                    <a:solidFill>
                      <a:schemeClr val="tx1"/>
                    </a:solidFill>
                  </a:rPr>
                  <a:t>C0 M0 Y0 K0</a:t>
                </a:r>
              </a:p>
              <a:p>
                <a:pPr algn="l"/>
                <a:r>
                  <a:rPr lang="en-US" altLang="zh-TW" sz="800" dirty="0">
                    <a:solidFill>
                      <a:schemeClr val="tx1"/>
                    </a:solidFill>
                  </a:rPr>
                  <a:t>Hex #FFFFFF</a:t>
                </a:r>
                <a:endParaRPr lang="zh-TW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4079F15-BEBC-45D9-B254-7BA45EE7ADCE}"/>
                  </a:ext>
                </a:extLst>
              </p:cNvPr>
              <p:cNvSpPr/>
              <p:nvPr userDrawn="1"/>
            </p:nvSpPr>
            <p:spPr>
              <a:xfrm rot="5400000">
                <a:off x="12024396" y="310294"/>
                <a:ext cx="1431551" cy="810964"/>
              </a:xfrm>
              <a:prstGeom prst="rect">
                <a:avLst/>
              </a:prstGeom>
              <a:solidFill>
                <a:srgbClr val="1E6C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800" b="1" dirty="0"/>
                  <a:t>Dark Blue 1</a:t>
                </a:r>
              </a:p>
              <a:p>
                <a:pPr algn="l"/>
                <a:r>
                  <a:rPr lang="en-US" altLang="zh-TW" sz="800" dirty="0"/>
                  <a:t>R40 G105</a:t>
                </a:r>
                <a:r>
                  <a:rPr lang="zh-TW" altLang="en-US" sz="800" dirty="0"/>
                  <a:t> </a:t>
                </a:r>
                <a:r>
                  <a:rPr lang="en-US" altLang="zh-TW" sz="800" dirty="0"/>
                  <a:t>B135</a:t>
                </a:r>
              </a:p>
              <a:p>
                <a:pPr algn="l"/>
                <a:r>
                  <a:rPr lang="en-US" altLang="zh-TW" sz="800" dirty="0"/>
                  <a:t>C85 M55 Y40 K0</a:t>
                </a:r>
              </a:p>
              <a:p>
                <a:pPr algn="l"/>
                <a:r>
                  <a:rPr lang="en-US" altLang="zh-TW" sz="800" dirty="0"/>
                  <a:t>Hex #1E6C8B</a:t>
                </a:r>
                <a:endParaRPr lang="zh-TW" altLang="en-US" sz="800" dirty="0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72FED1B-49FB-40AD-ACEC-8F608E909DBD}"/>
                  </a:ext>
                </a:extLst>
              </p:cNvPr>
              <p:cNvSpPr/>
              <p:nvPr userDrawn="1"/>
            </p:nvSpPr>
            <p:spPr>
              <a:xfrm rot="5400000">
                <a:off x="11968927" y="1797310"/>
                <a:ext cx="1542485" cy="810964"/>
              </a:xfrm>
              <a:prstGeom prst="rect">
                <a:avLst/>
              </a:prstGeom>
              <a:solidFill>
                <a:srgbClr val="288B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800" b="1" dirty="0"/>
                  <a:t>Middle Blue 2</a:t>
                </a:r>
              </a:p>
              <a:p>
                <a:pPr algn="l"/>
                <a:r>
                  <a:rPr lang="en-US" altLang="zh-TW" sz="800" dirty="0"/>
                  <a:t>R35 G140</a:t>
                </a:r>
                <a:r>
                  <a:rPr lang="zh-TW" altLang="en-US" sz="800" dirty="0"/>
                  <a:t> </a:t>
                </a:r>
                <a:r>
                  <a:rPr lang="en-US" altLang="zh-TW" sz="800" dirty="0"/>
                  <a:t>B195</a:t>
                </a:r>
              </a:p>
              <a:p>
                <a:pPr algn="l"/>
                <a:r>
                  <a:rPr lang="en-US" altLang="zh-TW" sz="800" dirty="0"/>
                  <a:t>C80 M35 Y15 K0</a:t>
                </a:r>
              </a:p>
              <a:p>
                <a:pPr algn="l"/>
                <a:r>
                  <a:rPr lang="en-US" altLang="zh-TW" sz="800" dirty="0"/>
                  <a:t>Hex #288BC4</a:t>
                </a:r>
                <a:endParaRPr lang="zh-TW" altLang="en-US" sz="800" dirty="0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7F82C49-B3E8-4FC4-9F9B-0CB703DD8047}"/>
                  </a:ext>
                </a:extLst>
              </p:cNvPr>
              <p:cNvSpPr/>
              <p:nvPr userDrawn="1"/>
            </p:nvSpPr>
            <p:spPr>
              <a:xfrm rot="5400000">
                <a:off x="12023142" y="3282767"/>
                <a:ext cx="1431547" cy="808454"/>
              </a:xfrm>
              <a:prstGeom prst="rect">
                <a:avLst/>
              </a:prstGeom>
              <a:solidFill>
                <a:srgbClr val="13AA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800" b="1" dirty="0"/>
                  <a:t>Light Blue 3</a:t>
                </a:r>
              </a:p>
              <a:p>
                <a:pPr algn="l"/>
                <a:r>
                  <a:rPr lang="en-US" altLang="zh-TW" sz="800" dirty="0"/>
                  <a:t>R25 G170</a:t>
                </a:r>
                <a:r>
                  <a:rPr lang="zh-TW" altLang="en-US" sz="800" dirty="0"/>
                  <a:t> </a:t>
                </a:r>
                <a:r>
                  <a:rPr lang="en-US" altLang="zh-TW" sz="800" dirty="0"/>
                  <a:t>B205</a:t>
                </a:r>
              </a:p>
              <a:p>
                <a:pPr algn="l"/>
                <a:r>
                  <a:rPr lang="en-US" altLang="zh-TW" sz="800" dirty="0"/>
                  <a:t>C75 M18 Y20 K0</a:t>
                </a:r>
              </a:p>
              <a:p>
                <a:pPr algn="l"/>
                <a:r>
                  <a:rPr lang="en-US" altLang="zh-TW" sz="800" dirty="0"/>
                  <a:t>Hex #13AACE</a:t>
                </a:r>
                <a:endParaRPr lang="zh-TW" altLang="en-US" sz="800" dirty="0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4493F87-1D95-4D2E-9548-CE1464498C5B}"/>
                  </a:ext>
                </a:extLst>
              </p:cNvPr>
              <p:cNvSpPr/>
              <p:nvPr userDrawn="1"/>
            </p:nvSpPr>
            <p:spPr>
              <a:xfrm rot="5400000">
                <a:off x="13026237" y="5929312"/>
                <a:ext cx="1320682" cy="538756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800" b="1" dirty="0"/>
                  <a:t>Dark Grey 1</a:t>
                </a:r>
              </a:p>
              <a:p>
                <a:pPr algn="l"/>
                <a:r>
                  <a:rPr lang="en-US" altLang="zh-TW" sz="800" dirty="0"/>
                  <a:t>R115 G115</a:t>
                </a:r>
                <a:r>
                  <a:rPr lang="zh-TW" altLang="en-US" sz="800" dirty="0"/>
                  <a:t> </a:t>
                </a:r>
                <a:r>
                  <a:rPr lang="en-US" altLang="zh-TW" sz="800" dirty="0"/>
                  <a:t>B115</a:t>
                </a:r>
              </a:p>
              <a:p>
                <a:pPr algn="l"/>
                <a:r>
                  <a:rPr lang="en-US" altLang="zh-TW" sz="800" dirty="0"/>
                  <a:t>C0 M0 Y0 K70</a:t>
                </a:r>
              </a:p>
              <a:p>
                <a:pPr algn="l"/>
                <a:r>
                  <a:rPr lang="en-US" altLang="zh-TW" sz="800" dirty="0"/>
                  <a:t>Hex #737373</a:t>
                </a:r>
                <a:endParaRPr lang="zh-TW" altLang="en-US" sz="800" dirty="0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43EBAC5-9639-43A3-AA65-6A366190FA70}"/>
                  </a:ext>
                </a:extLst>
              </p:cNvPr>
              <p:cNvSpPr/>
              <p:nvPr userDrawn="1"/>
            </p:nvSpPr>
            <p:spPr>
              <a:xfrm rot="5400000">
                <a:off x="12488374" y="5926649"/>
                <a:ext cx="1320682" cy="544083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en-US" altLang="zh-TW" sz="800" b="1" dirty="0"/>
                  <a:t>Middle Grey 2</a:t>
                </a:r>
              </a:p>
              <a:p>
                <a:pPr algn="l"/>
                <a:r>
                  <a:rPr lang="en-US" altLang="zh-TW" sz="800" dirty="0"/>
                  <a:t>R150 G150</a:t>
                </a:r>
                <a:r>
                  <a:rPr lang="zh-TW" altLang="en-US" sz="800" dirty="0"/>
                  <a:t> </a:t>
                </a:r>
                <a:r>
                  <a:rPr lang="en-US" altLang="zh-TW" sz="800" dirty="0"/>
                  <a:t>B150</a:t>
                </a:r>
              </a:p>
              <a:p>
                <a:pPr algn="l"/>
                <a:r>
                  <a:rPr lang="en-US" altLang="zh-TW" sz="800" dirty="0"/>
                  <a:t>C0 M0 Y0 K55</a:t>
                </a:r>
              </a:p>
              <a:p>
                <a:pPr algn="l"/>
                <a:r>
                  <a:rPr lang="en-US" altLang="zh-TW" sz="800" dirty="0"/>
                  <a:t>Hex #969696</a:t>
                </a:r>
                <a:endParaRPr lang="zh-TW" altLang="en-US" sz="800" dirty="0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4FB2C71-B456-428D-8D7A-5A8DFD0D6902}"/>
                  </a:ext>
                </a:extLst>
              </p:cNvPr>
              <p:cNvSpPr/>
              <p:nvPr userDrawn="1"/>
            </p:nvSpPr>
            <p:spPr>
              <a:xfrm rot="5400000">
                <a:off x="11944291" y="5926648"/>
                <a:ext cx="1320682" cy="544084"/>
              </a:xfrm>
              <a:prstGeom prst="rect">
                <a:avLst/>
              </a:prstGeom>
              <a:solidFill>
                <a:srgbClr val="BEBE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800" b="1" dirty="0"/>
                  <a:t>Light Grey 3</a:t>
                </a:r>
              </a:p>
              <a:p>
                <a:pPr algn="l"/>
                <a:r>
                  <a:rPr lang="en-US" altLang="zh-TW" sz="800" dirty="0"/>
                  <a:t>R190 G190</a:t>
                </a:r>
                <a:r>
                  <a:rPr lang="zh-TW" altLang="en-US" sz="800" dirty="0"/>
                  <a:t> </a:t>
                </a:r>
                <a:r>
                  <a:rPr lang="en-US" altLang="zh-TW" sz="800" dirty="0"/>
                  <a:t>B190</a:t>
                </a:r>
              </a:p>
              <a:p>
                <a:pPr algn="l"/>
                <a:r>
                  <a:rPr lang="en-US" altLang="zh-TW" sz="800" dirty="0"/>
                  <a:t>C0 M0 Y0 K35</a:t>
                </a:r>
              </a:p>
              <a:p>
                <a:pPr algn="l"/>
                <a:r>
                  <a:rPr lang="en-US" altLang="zh-TW" sz="800" dirty="0"/>
                  <a:t>Hex #bebebe</a:t>
                </a:r>
                <a:endParaRPr lang="zh-TW" altLang="en-US" sz="800" dirty="0"/>
              </a:p>
            </p:txBody>
          </p:sp>
        </p:grpSp>
        <p:grpSp>
          <p:nvGrpSpPr>
            <p:cNvPr id="42" name="群組 41">
              <a:extLst>
                <a:ext uri="{FF2B5EF4-FFF2-40B4-BE49-F238E27FC236}">
                  <a16:creationId xmlns:a16="http://schemas.microsoft.com/office/drawing/2014/main" id="{687CB130-5BF4-408E-BC74-88BB51FF1DE2}"/>
                </a:ext>
              </a:extLst>
            </p:cNvPr>
            <p:cNvGrpSpPr/>
            <p:nvPr userDrawn="1"/>
          </p:nvGrpSpPr>
          <p:grpSpPr>
            <a:xfrm>
              <a:off x="13142095" y="0"/>
              <a:ext cx="1297819" cy="4402767"/>
              <a:chOff x="14722722" y="4178"/>
              <a:chExt cx="1297819" cy="4402767"/>
            </a:xfrm>
          </p:grpSpPr>
          <p:sp>
            <p:nvSpPr>
              <p:cNvPr id="21" name="矩形: 剪去單一角落 20">
                <a:extLst>
                  <a:ext uri="{FF2B5EF4-FFF2-40B4-BE49-F238E27FC236}">
                    <a16:creationId xmlns:a16="http://schemas.microsoft.com/office/drawing/2014/main" id="{EE3F80B4-B0A4-46D3-B36C-6D741A0A54C4}"/>
                  </a:ext>
                </a:extLst>
              </p:cNvPr>
              <p:cNvSpPr/>
              <p:nvPr userDrawn="1"/>
            </p:nvSpPr>
            <p:spPr>
              <a:xfrm rot="5400000">
                <a:off x="14142878" y="587774"/>
                <a:ext cx="1431551" cy="264359"/>
              </a:xfrm>
              <a:prstGeom prst="snip1Rect">
                <a:avLst/>
              </a:prstGeom>
              <a:solidFill>
                <a:srgbClr val="1435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700" b="1" dirty="0"/>
                  <a:t>D Blue 1-1</a:t>
                </a:r>
                <a:endParaRPr lang="en-US" altLang="zh-TW" sz="700" dirty="0"/>
              </a:p>
              <a:p>
                <a:pPr algn="l"/>
                <a:r>
                  <a:rPr lang="en-US" altLang="zh-TW" sz="700" dirty="0"/>
                  <a:t>Hex #143543</a:t>
                </a:r>
                <a:endParaRPr lang="zh-TW" altLang="en-US" sz="700" dirty="0"/>
              </a:p>
            </p:txBody>
          </p:sp>
          <p:sp>
            <p:nvSpPr>
              <p:cNvPr id="22" name="矩形: 剪去單一角落 21">
                <a:extLst>
                  <a:ext uri="{FF2B5EF4-FFF2-40B4-BE49-F238E27FC236}">
                    <a16:creationId xmlns:a16="http://schemas.microsoft.com/office/drawing/2014/main" id="{2C2377D7-235F-44C1-8E77-202457E86D41}"/>
                  </a:ext>
                </a:extLst>
              </p:cNvPr>
              <p:cNvSpPr/>
              <p:nvPr userDrawn="1"/>
            </p:nvSpPr>
            <p:spPr>
              <a:xfrm rot="5400000">
                <a:off x="14394916" y="587774"/>
                <a:ext cx="1431551" cy="264359"/>
              </a:xfrm>
              <a:prstGeom prst="snip1Rect">
                <a:avLst/>
              </a:prstGeom>
              <a:solidFill>
                <a:srgbClr val="1E4F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700" b="1" dirty="0"/>
                  <a:t>D Blue 1-2</a:t>
                </a:r>
              </a:p>
              <a:p>
                <a:pPr algn="l"/>
                <a:r>
                  <a:rPr lang="en-US" altLang="zh-TW" sz="700" dirty="0"/>
                  <a:t>Hex #1E4F65</a:t>
                </a:r>
                <a:endParaRPr lang="zh-TW" altLang="en-US" sz="700" dirty="0"/>
              </a:p>
            </p:txBody>
          </p:sp>
          <p:sp>
            <p:nvSpPr>
              <p:cNvPr id="23" name="矩形: 剪去單一角落 22">
                <a:extLst>
                  <a:ext uri="{FF2B5EF4-FFF2-40B4-BE49-F238E27FC236}">
                    <a16:creationId xmlns:a16="http://schemas.microsoft.com/office/drawing/2014/main" id="{3F4EB577-B49F-406B-9442-E01E202D5387}"/>
                  </a:ext>
                </a:extLst>
              </p:cNvPr>
              <p:cNvSpPr/>
              <p:nvPr userDrawn="1"/>
            </p:nvSpPr>
            <p:spPr>
              <a:xfrm rot="5400000">
                <a:off x="14651650" y="587774"/>
                <a:ext cx="1431551" cy="264359"/>
              </a:xfrm>
              <a:prstGeom prst="snip1Rect">
                <a:avLst/>
              </a:prstGeom>
              <a:solidFill>
                <a:srgbClr val="64A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zh-TW" sz="700" b="1" dirty="0"/>
                  <a:t>D Blue 1-3</a:t>
                </a:r>
              </a:p>
              <a:p>
                <a:pPr algn="l"/>
                <a:r>
                  <a:rPr lang="en-US" altLang="zh-TW" sz="700" dirty="0"/>
                  <a:t>Hex #64AFD1</a:t>
                </a:r>
                <a:endParaRPr lang="zh-TW" altLang="en-US" sz="700" dirty="0"/>
              </a:p>
            </p:txBody>
          </p:sp>
          <p:sp>
            <p:nvSpPr>
              <p:cNvPr id="24" name="矩形: 剪去單一角落 23">
                <a:extLst>
                  <a:ext uri="{FF2B5EF4-FFF2-40B4-BE49-F238E27FC236}">
                    <a16:creationId xmlns:a16="http://schemas.microsoft.com/office/drawing/2014/main" id="{FD1A10F4-FF84-4D27-A925-618ACF8D7C71}"/>
                  </a:ext>
                </a:extLst>
              </p:cNvPr>
              <p:cNvSpPr/>
              <p:nvPr userDrawn="1"/>
            </p:nvSpPr>
            <p:spPr>
              <a:xfrm rot="5400000">
                <a:off x="14136533" y="3561583"/>
                <a:ext cx="1431551" cy="259174"/>
              </a:xfrm>
              <a:prstGeom prst="snip1Rect">
                <a:avLst/>
              </a:prstGeom>
              <a:solidFill>
                <a:srgbClr val="0D55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700" b="1" dirty="0"/>
                  <a:t>L Blue 1-1</a:t>
                </a:r>
              </a:p>
              <a:p>
                <a:pPr algn="l"/>
                <a:r>
                  <a:rPr lang="en-US" altLang="zh-TW" sz="700" dirty="0"/>
                  <a:t>Hex #0D5567</a:t>
                </a:r>
                <a:endParaRPr lang="zh-TW" altLang="en-US" sz="700" dirty="0"/>
              </a:p>
            </p:txBody>
          </p:sp>
          <p:sp>
            <p:nvSpPr>
              <p:cNvPr id="25" name="矩形: 剪去單一角落 24">
                <a:extLst>
                  <a:ext uri="{FF2B5EF4-FFF2-40B4-BE49-F238E27FC236}">
                    <a16:creationId xmlns:a16="http://schemas.microsoft.com/office/drawing/2014/main" id="{9685E833-CF67-4529-B16C-832BEF755EE0}"/>
                  </a:ext>
                </a:extLst>
              </p:cNvPr>
              <p:cNvSpPr/>
              <p:nvPr userDrawn="1"/>
            </p:nvSpPr>
            <p:spPr>
              <a:xfrm rot="5400000">
                <a:off x="14393807" y="3552408"/>
                <a:ext cx="1434757" cy="274316"/>
              </a:xfrm>
              <a:prstGeom prst="snip1Rect">
                <a:avLst/>
              </a:prstGeom>
              <a:solidFill>
                <a:srgbClr val="137F9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700" b="1" dirty="0"/>
                  <a:t>L Blue 1-2</a:t>
                </a:r>
              </a:p>
              <a:p>
                <a:pPr algn="l"/>
                <a:r>
                  <a:rPr lang="en-US" altLang="zh-TW" sz="700" dirty="0"/>
                  <a:t>Hex #137F9A</a:t>
                </a:r>
                <a:endParaRPr lang="zh-TW" altLang="en-US" sz="700" dirty="0"/>
              </a:p>
            </p:txBody>
          </p:sp>
          <p:sp>
            <p:nvSpPr>
              <p:cNvPr id="26" name="矩形: 剪去單一角落 25">
                <a:extLst>
                  <a:ext uri="{FF2B5EF4-FFF2-40B4-BE49-F238E27FC236}">
                    <a16:creationId xmlns:a16="http://schemas.microsoft.com/office/drawing/2014/main" id="{15422967-22DD-4EF3-BBFF-4DAE424E2F9A}"/>
                  </a:ext>
                </a:extLst>
              </p:cNvPr>
              <p:cNvSpPr/>
              <p:nvPr userDrawn="1"/>
            </p:nvSpPr>
            <p:spPr>
              <a:xfrm rot="5400000">
                <a:off x="14662631" y="3557386"/>
                <a:ext cx="1434757" cy="264359"/>
              </a:xfrm>
              <a:prstGeom prst="snip1Rect">
                <a:avLst/>
              </a:prstGeom>
              <a:solidFill>
                <a:srgbClr val="69D3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700" b="1" dirty="0"/>
                  <a:t>L Blue 1-3</a:t>
                </a:r>
              </a:p>
              <a:p>
                <a:pPr algn="l"/>
                <a:r>
                  <a:rPr lang="en-US" altLang="zh-TW" sz="700" dirty="0"/>
                  <a:t>Hex #69D3ED</a:t>
                </a:r>
                <a:endParaRPr lang="zh-TW" altLang="en-US" sz="700" dirty="0"/>
              </a:p>
            </p:txBody>
          </p:sp>
          <p:sp>
            <p:nvSpPr>
              <p:cNvPr id="27" name="矩形: 剪去單一角落 26">
                <a:extLst>
                  <a:ext uri="{FF2B5EF4-FFF2-40B4-BE49-F238E27FC236}">
                    <a16:creationId xmlns:a16="http://schemas.microsoft.com/office/drawing/2014/main" id="{E105EA6E-24D5-4223-BBB2-515BE4315F27}"/>
                  </a:ext>
                </a:extLst>
              </p:cNvPr>
              <p:cNvSpPr/>
              <p:nvPr userDrawn="1"/>
            </p:nvSpPr>
            <p:spPr>
              <a:xfrm rot="5400000">
                <a:off x="14910212" y="587774"/>
                <a:ext cx="1431551" cy="264359"/>
              </a:xfrm>
              <a:prstGeom prst="snip1Rect">
                <a:avLst/>
              </a:prstGeom>
              <a:solidFill>
                <a:srgbClr val="98C9E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zh-TW" sz="700" b="1" dirty="0">
                    <a:solidFill>
                      <a:schemeClr val="tx1"/>
                    </a:solidFill>
                  </a:rPr>
                  <a:t>D Blue 1-4</a:t>
                </a:r>
              </a:p>
              <a:p>
                <a:pPr algn="l"/>
                <a:r>
                  <a:rPr lang="en-US" altLang="zh-TW" sz="700" dirty="0">
                    <a:solidFill>
                      <a:schemeClr val="tx1"/>
                    </a:solidFill>
                  </a:rPr>
                  <a:t>Hex #98C9E0</a:t>
                </a:r>
                <a:endParaRPr lang="zh-TW" alt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矩形: 剪去單一角落 27">
                <a:extLst>
                  <a:ext uri="{FF2B5EF4-FFF2-40B4-BE49-F238E27FC236}">
                    <a16:creationId xmlns:a16="http://schemas.microsoft.com/office/drawing/2014/main" id="{824B7848-472A-4BE8-B8CF-EAD95ACA91C3}"/>
                  </a:ext>
                </a:extLst>
              </p:cNvPr>
              <p:cNvSpPr/>
              <p:nvPr userDrawn="1"/>
            </p:nvSpPr>
            <p:spPr>
              <a:xfrm rot="5400000">
                <a:off x="15172586" y="587774"/>
                <a:ext cx="1431551" cy="264359"/>
              </a:xfrm>
              <a:prstGeom prst="snip1Rect">
                <a:avLst/>
              </a:prstGeom>
              <a:solidFill>
                <a:srgbClr val="CBE4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700" b="1" dirty="0">
                    <a:solidFill>
                      <a:schemeClr val="tx1"/>
                    </a:solidFill>
                  </a:rPr>
                  <a:t>D Blue 1-5</a:t>
                </a:r>
              </a:p>
              <a:p>
                <a:pPr algn="l"/>
                <a:r>
                  <a:rPr lang="en-US" altLang="zh-TW" sz="700" dirty="0">
                    <a:solidFill>
                      <a:schemeClr val="tx1"/>
                    </a:solidFill>
                  </a:rPr>
                  <a:t>Hex #CBE4F0</a:t>
                </a:r>
                <a:endParaRPr lang="zh-TW" alt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矩形: 剪去單一角落 28">
                <a:extLst>
                  <a:ext uri="{FF2B5EF4-FFF2-40B4-BE49-F238E27FC236}">
                    <a16:creationId xmlns:a16="http://schemas.microsoft.com/office/drawing/2014/main" id="{C685BEF7-F369-4D5C-B19D-0B9373972B13}"/>
                  </a:ext>
                </a:extLst>
              </p:cNvPr>
              <p:cNvSpPr/>
              <p:nvPr userDrawn="1"/>
            </p:nvSpPr>
            <p:spPr>
              <a:xfrm rot="5400000">
                <a:off x="14920125" y="3557386"/>
                <a:ext cx="1434757" cy="264359"/>
              </a:xfrm>
              <a:prstGeom prst="snip1Rect">
                <a:avLst/>
              </a:prstGeom>
              <a:solidFill>
                <a:srgbClr val="9BE2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zh-TW" sz="700" b="1" dirty="0">
                    <a:solidFill>
                      <a:schemeClr val="tx1"/>
                    </a:solidFill>
                  </a:rPr>
                  <a:t>L Blue 1-4</a:t>
                </a:r>
              </a:p>
              <a:p>
                <a:pPr algn="l"/>
                <a:r>
                  <a:rPr lang="en-US" altLang="zh-TW" sz="700" dirty="0">
                    <a:solidFill>
                      <a:schemeClr val="tx1"/>
                    </a:solidFill>
                  </a:rPr>
                  <a:t>Hex #9BE2F3</a:t>
                </a:r>
                <a:endParaRPr lang="zh-TW" alt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矩形: 剪去單一角落 29">
                <a:extLst>
                  <a:ext uri="{FF2B5EF4-FFF2-40B4-BE49-F238E27FC236}">
                    <a16:creationId xmlns:a16="http://schemas.microsoft.com/office/drawing/2014/main" id="{3D222BA3-6072-43E5-B534-D0DB0531E495}"/>
                  </a:ext>
                </a:extLst>
              </p:cNvPr>
              <p:cNvSpPr/>
              <p:nvPr userDrawn="1"/>
            </p:nvSpPr>
            <p:spPr>
              <a:xfrm rot="5400000">
                <a:off x="15163404" y="3557386"/>
                <a:ext cx="1434757" cy="264359"/>
              </a:xfrm>
              <a:prstGeom prst="snip1Rect">
                <a:avLst/>
              </a:prstGeom>
              <a:solidFill>
                <a:srgbClr val="CDF0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zh-TW" sz="700" b="1" dirty="0">
                    <a:solidFill>
                      <a:schemeClr val="tx1"/>
                    </a:solidFill>
                  </a:rPr>
                  <a:t>L Blue 1-5</a:t>
                </a:r>
              </a:p>
              <a:p>
                <a:pPr algn="l"/>
                <a:r>
                  <a:rPr lang="en-US" altLang="zh-TW" sz="700" dirty="0">
                    <a:solidFill>
                      <a:schemeClr val="tx1"/>
                    </a:solidFill>
                  </a:rPr>
                  <a:t>Hex #CDF0F9</a:t>
                </a:r>
                <a:endParaRPr lang="zh-TW" alt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矩形: 剪去單一角落 30">
                <a:extLst>
                  <a:ext uri="{FF2B5EF4-FFF2-40B4-BE49-F238E27FC236}">
                    <a16:creationId xmlns:a16="http://schemas.microsoft.com/office/drawing/2014/main" id="{E11AFF36-C64F-410C-AB11-19D902738B12}"/>
                  </a:ext>
                </a:extLst>
              </p:cNvPr>
              <p:cNvSpPr/>
              <p:nvPr userDrawn="1"/>
            </p:nvSpPr>
            <p:spPr>
              <a:xfrm rot="5400000">
                <a:off x="14086667" y="2074790"/>
                <a:ext cx="1542485" cy="264359"/>
              </a:xfrm>
              <a:prstGeom prst="snip1Rect">
                <a:avLst/>
              </a:prstGeom>
              <a:solidFill>
                <a:srgbClr val="124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700" b="1" dirty="0"/>
                  <a:t>M Blue 1-1</a:t>
                </a:r>
              </a:p>
              <a:p>
                <a:pPr algn="l"/>
                <a:r>
                  <a:rPr lang="en-US" altLang="zh-TW" sz="700" dirty="0"/>
                  <a:t>Hex #124661</a:t>
                </a:r>
                <a:endParaRPr lang="zh-TW" altLang="en-US" sz="700" dirty="0"/>
              </a:p>
            </p:txBody>
          </p:sp>
          <p:sp>
            <p:nvSpPr>
              <p:cNvPr id="32" name="矩形: 剪去單一角落 31">
                <a:extLst>
                  <a:ext uri="{FF2B5EF4-FFF2-40B4-BE49-F238E27FC236}">
                    <a16:creationId xmlns:a16="http://schemas.microsoft.com/office/drawing/2014/main" id="{7327D8C6-7372-4B75-B7F8-BCC5D56D2F08}"/>
                  </a:ext>
                </a:extLst>
              </p:cNvPr>
              <p:cNvSpPr/>
              <p:nvPr userDrawn="1"/>
            </p:nvSpPr>
            <p:spPr>
              <a:xfrm rot="5400000">
                <a:off x="14334965" y="2074790"/>
                <a:ext cx="1542485" cy="264359"/>
              </a:xfrm>
              <a:prstGeom prst="snip1Rect">
                <a:avLst/>
              </a:prstGeom>
              <a:solidFill>
                <a:srgbClr val="1A699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700" b="1" dirty="0"/>
                  <a:t>M Blue 1-2</a:t>
                </a:r>
              </a:p>
              <a:p>
                <a:pPr algn="l"/>
                <a:r>
                  <a:rPr lang="en-US" altLang="zh-TW" sz="700" dirty="0"/>
                  <a:t>Hex #1A6992</a:t>
                </a:r>
                <a:endParaRPr lang="zh-TW" altLang="en-US" sz="700" dirty="0"/>
              </a:p>
            </p:txBody>
          </p:sp>
          <p:sp>
            <p:nvSpPr>
              <p:cNvPr id="33" name="矩形: 剪去單一角落 32">
                <a:extLst>
                  <a:ext uri="{FF2B5EF4-FFF2-40B4-BE49-F238E27FC236}">
                    <a16:creationId xmlns:a16="http://schemas.microsoft.com/office/drawing/2014/main" id="{89521074-83EA-428F-9378-64DC77701156}"/>
                  </a:ext>
                </a:extLst>
              </p:cNvPr>
              <p:cNvSpPr/>
              <p:nvPr userDrawn="1"/>
            </p:nvSpPr>
            <p:spPr>
              <a:xfrm rot="5400000">
                <a:off x="14596816" y="2071086"/>
                <a:ext cx="1542485" cy="271772"/>
              </a:xfrm>
              <a:prstGeom prst="snip1Rect">
                <a:avLst/>
              </a:prstGeom>
              <a:solidFill>
                <a:srgbClr val="71BDE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700" b="1" dirty="0"/>
                  <a:t>M Blue 1-3</a:t>
                </a:r>
              </a:p>
              <a:p>
                <a:pPr algn="l"/>
                <a:r>
                  <a:rPr lang="en-US" altLang="zh-TW" sz="700" dirty="0"/>
                  <a:t>Hex #71BDE5</a:t>
                </a:r>
                <a:endParaRPr lang="zh-TW" altLang="en-US" sz="700" dirty="0"/>
              </a:p>
            </p:txBody>
          </p:sp>
          <p:sp>
            <p:nvSpPr>
              <p:cNvPr id="34" name="矩形: 剪去單一角落 33">
                <a:extLst>
                  <a:ext uri="{FF2B5EF4-FFF2-40B4-BE49-F238E27FC236}">
                    <a16:creationId xmlns:a16="http://schemas.microsoft.com/office/drawing/2014/main" id="{518381F8-4E11-469E-937B-1A716144F251}"/>
                  </a:ext>
                </a:extLst>
              </p:cNvPr>
              <p:cNvSpPr/>
              <p:nvPr userDrawn="1"/>
            </p:nvSpPr>
            <p:spPr>
              <a:xfrm rot="5400000">
                <a:off x="14859013" y="2074790"/>
                <a:ext cx="1542485" cy="264359"/>
              </a:xfrm>
              <a:prstGeom prst="snip1Rect">
                <a:avLst/>
              </a:prstGeom>
              <a:solidFill>
                <a:srgbClr val="A0D3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zh-TW" sz="700" b="1" dirty="0">
                    <a:solidFill>
                      <a:schemeClr val="tx1"/>
                    </a:solidFill>
                  </a:rPr>
                  <a:t>M Blue 1-4</a:t>
                </a:r>
              </a:p>
              <a:p>
                <a:pPr algn="l"/>
                <a:r>
                  <a:rPr lang="en-US" altLang="zh-TW" sz="700" dirty="0">
                    <a:solidFill>
                      <a:schemeClr val="tx1"/>
                    </a:solidFill>
                  </a:rPr>
                  <a:t>Hex #A0D3EE</a:t>
                </a:r>
                <a:endParaRPr lang="zh-TW" alt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矩形: 剪去單一角落 34">
                <a:extLst>
                  <a:ext uri="{FF2B5EF4-FFF2-40B4-BE49-F238E27FC236}">
                    <a16:creationId xmlns:a16="http://schemas.microsoft.com/office/drawing/2014/main" id="{6796C8AC-1B05-4AD7-BBB8-159B492E30C9}"/>
                  </a:ext>
                </a:extLst>
              </p:cNvPr>
              <p:cNvSpPr/>
              <p:nvPr userDrawn="1"/>
            </p:nvSpPr>
            <p:spPr>
              <a:xfrm rot="5400000">
                <a:off x="15116653" y="2074790"/>
                <a:ext cx="1542485" cy="264359"/>
              </a:xfrm>
              <a:prstGeom prst="snip1Rect">
                <a:avLst/>
              </a:prstGeom>
              <a:solidFill>
                <a:srgbClr val="D0E9F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zh-TW" sz="700" b="1" dirty="0">
                    <a:solidFill>
                      <a:schemeClr val="tx1"/>
                    </a:solidFill>
                  </a:rPr>
                  <a:t>M Blue 1-5</a:t>
                </a:r>
              </a:p>
              <a:p>
                <a:pPr algn="l"/>
                <a:r>
                  <a:rPr lang="en-US" altLang="zh-TW" sz="700" dirty="0">
                    <a:solidFill>
                      <a:schemeClr val="tx1"/>
                    </a:solidFill>
                  </a:rPr>
                  <a:t>Hex #D0E9F6</a:t>
                </a:r>
                <a:endParaRPr lang="zh-TW" altLang="en-US" sz="7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7" name="頁尾版面配置區 7">
            <a:extLst>
              <a:ext uri="{FF2B5EF4-FFF2-40B4-BE49-F238E27FC236}">
                <a16:creationId xmlns:a16="http://schemas.microsoft.com/office/drawing/2014/main" id="{8ABF6E4E-C977-46D9-8181-A489A27F30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4478"/>
            <a:ext cx="4114800" cy="365125"/>
          </a:xfrm>
          <a:prstGeom prst="rect">
            <a:avLst/>
          </a:prstGeom>
        </p:spPr>
        <p:txBody>
          <a:bodyPr anchor="b"/>
          <a:lstStyle>
            <a:lvl1pPr algn="ctr">
              <a:defRPr sz="1050">
                <a:solidFill>
                  <a:schemeClr val="bg1">
                    <a:lumMod val="75000"/>
                  </a:schemeClr>
                </a:solidFill>
                <a:latin typeface="Noto Sans CJK TC Light" panose="020B0300000000000000" pitchFamily="34" charset="-120"/>
                <a:ea typeface="Noto Sans CJK TC Light" panose="020B0300000000000000" pitchFamily="34" charset="-120"/>
              </a:defRPr>
            </a:lvl1pPr>
          </a:lstStyle>
          <a:p>
            <a:r>
              <a:rPr lang="en-US" altLang="zh-TW"/>
              <a:t>© Freedom Systems Inc.</a:t>
            </a:r>
            <a:endParaRPr lang="zh-TW" altLang="en-US" dirty="0"/>
          </a:p>
        </p:txBody>
      </p:sp>
      <p:sp>
        <p:nvSpPr>
          <p:cNvPr id="36" name="TextBox 205">
            <a:extLst>
              <a:ext uri="{FF2B5EF4-FFF2-40B4-BE49-F238E27FC236}">
                <a16:creationId xmlns:a16="http://schemas.microsoft.com/office/drawing/2014/main" id="{64B7A812-8DCC-443B-B8D3-187336C79B8F}"/>
              </a:ext>
            </a:extLst>
          </p:cNvPr>
          <p:cNvSpPr txBox="1"/>
          <p:nvPr userDrawn="1"/>
        </p:nvSpPr>
        <p:spPr>
          <a:xfrm>
            <a:off x="12383989" y="-497485"/>
            <a:ext cx="1916166" cy="4154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Use an eyedropper </a:t>
            </a:r>
            <a:b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 choose one of the </a:t>
            </a:r>
            <a:b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en-US" altLang="zh-TW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FDS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corporate colors:</a:t>
            </a:r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29156460-AF16-4250-B52C-952091BB85AA}"/>
              </a:ext>
            </a:extLst>
          </p:cNvPr>
          <p:cNvGrpSpPr/>
          <p:nvPr userDrawn="1"/>
        </p:nvGrpSpPr>
        <p:grpSpPr>
          <a:xfrm rot="16200000">
            <a:off x="-3892554" y="3120205"/>
            <a:ext cx="6857999" cy="617590"/>
            <a:chOff x="438758" y="259398"/>
            <a:chExt cx="7405300" cy="617590"/>
          </a:xfrm>
        </p:grpSpPr>
        <p:sp>
          <p:nvSpPr>
            <p:cNvPr id="50" name="矩形 9">
              <a:extLst>
                <a:ext uri="{FF2B5EF4-FFF2-40B4-BE49-F238E27FC236}">
                  <a16:creationId xmlns:a16="http://schemas.microsoft.com/office/drawing/2014/main" id="{08EB1C6A-A1C9-4C3B-8F18-6BFABC9313C8}"/>
                </a:ext>
              </a:extLst>
            </p:cNvPr>
            <p:cNvSpPr/>
            <p:nvPr/>
          </p:nvSpPr>
          <p:spPr>
            <a:xfrm>
              <a:off x="438762" y="618459"/>
              <a:ext cx="1482636" cy="129417"/>
            </a:xfrm>
            <a:prstGeom prst="round1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矩形 39">
              <a:extLst>
                <a:ext uri="{FF2B5EF4-FFF2-40B4-BE49-F238E27FC236}">
                  <a16:creationId xmlns:a16="http://schemas.microsoft.com/office/drawing/2014/main" id="{04C7E184-BE38-46A0-A2D3-A983A4770EC0}"/>
                </a:ext>
              </a:extLst>
            </p:cNvPr>
            <p:cNvSpPr/>
            <p:nvPr/>
          </p:nvSpPr>
          <p:spPr>
            <a:xfrm>
              <a:off x="1921267" y="618459"/>
              <a:ext cx="1482636" cy="129417"/>
            </a:xfrm>
            <a:prstGeom prst="round1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矩形 40">
              <a:extLst>
                <a:ext uri="{FF2B5EF4-FFF2-40B4-BE49-F238E27FC236}">
                  <a16:creationId xmlns:a16="http://schemas.microsoft.com/office/drawing/2014/main" id="{EB4F122B-7BED-473A-A84B-E270039AAB4D}"/>
                </a:ext>
              </a:extLst>
            </p:cNvPr>
            <p:cNvSpPr/>
            <p:nvPr/>
          </p:nvSpPr>
          <p:spPr>
            <a:xfrm>
              <a:off x="3403912" y="618459"/>
              <a:ext cx="1482636" cy="129417"/>
            </a:xfrm>
            <a:prstGeom prst="round1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矩形 44">
              <a:extLst>
                <a:ext uri="{FF2B5EF4-FFF2-40B4-BE49-F238E27FC236}">
                  <a16:creationId xmlns:a16="http://schemas.microsoft.com/office/drawing/2014/main" id="{2641491F-9E9D-4AC8-8BAD-959393369DF3}"/>
                </a:ext>
              </a:extLst>
            </p:cNvPr>
            <p:cNvSpPr/>
            <p:nvPr/>
          </p:nvSpPr>
          <p:spPr>
            <a:xfrm>
              <a:off x="444497" y="747571"/>
              <a:ext cx="1482636" cy="129417"/>
            </a:xfrm>
            <a:prstGeom prst="round1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矩形 45">
              <a:extLst>
                <a:ext uri="{FF2B5EF4-FFF2-40B4-BE49-F238E27FC236}">
                  <a16:creationId xmlns:a16="http://schemas.microsoft.com/office/drawing/2014/main" id="{5395E0A5-5491-43C0-A2FF-E8F17C91ED67}"/>
                </a:ext>
              </a:extLst>
            </p:cNvPr>
            <p:cNvSpPr/>
            <p:nvPr/>
          </p:nvSpPr>
          <p:spPr>
            <a:xfrm>
              <a:off x="1923220" y="747571"/>
              <a:ext cx="1482636" cy="129417"/>
            </a:xfrm>
            <a:prstGeom prst="round1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矩形 46">
              <a:extLst>
                <a:ext uri="{FF2B5EF4-FFF2-40B4-BE49-F238E27FC236}">
                  <a16:creationId xmlns:a16="http://schemas.microsoft.com/office/drawing/2014/main" id="{03F82D28-0826-4955-9EB1-E7E30A0F9CA8}"/>
                </a:ext>
              </a:extLst>
            </p:cNvPr>
            <p:cNvSpPr/>
            <p:nvPr/>
          </p:nvSpPr>
          <p:spPr>
            <a:xfrm>
              <a:off x="3405376" y="747571"/>
              <a:ext cx="1482636" cy="129417"/>
            </a:xfrm>
            <a:prstGeom prst="round1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矩形 9">
              <a:extLst>
                <a:ext uri="{FF2B5EF4-FFF2-40B4-BE49-F238E27FC236}">
                  <a16:creationId xmlns:a16="http://schemas.microsoft.com/office/drawing/2014/main" id="{73BE675A-A97D-457B-A3CF-D52CA2D37EAF}"/>
                </a:ext>
              </a:extLst>
            </p:cNvPr>
            <p:cNvSpPr/>
            <p:nvPr/>
          </p:nvSpPr>
          <p:spPr>
            <a:xfrm>
              <a:off x="438762" y="260559"/>
              <a:ext cx="1482636" cy="230739"/>
            </a:xfrm>
            <a:prstGeom prst="round1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矩形 39">
              <a:extLst>
                <a:ext uri="{FF2B5EF4-FFF2-40B4-BE49-F238E27FC236}">
                  <a16:creationId xmlns:a16="http://schemas.microsoft.com/office/drawing/2014/main" id="{1BB22712-93CB-4609-9885-328719D8FB7A}"/>
                </a:ext>
              </a:extLst>
            </p:cNvPr>
            <p:cNvSpPr/>
            <p:nvPr/>
          </p:nvSpPr>
          <p:spPr>
            <a:xfrm>
              <a:off x="1921267" y="260560"/>
              <a:ext cx="1482636" cy="230739"/>
            </a:xfrm>
            <a:prstGeom prst="round1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矩形 40">
              <a:extLst>
                <a:ext uri="{FF2B5EF4-FFF2-40B4-BE49-F238E27FC236}">
                  <a16:creationId xmlns:a16="http://schemas.microsoft.com/office/drawing/2014/main" id="{A7E4F4B1-7EC8-43E3-8645-F0D97AF3DBCF}"/>
                </a:ext>
              </a:extLst>
            </p:cNvPr>
            <p:cNvSpPr/>
            <p:nvPr/>
          </p:nvSpPr>
          <p:spPr>
            <a:xfrm>
              <a:off x="3403912" y="259398"/>
              <a:ext cx="1482636" cy="230739"/>
            </a:xfrm>
            <a:prstGeom prst="round1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矩形 44">
              <a:extLst>
                <a:ext uri="{FF2B5EF4-FFF2-40B4-BE49-F238E27FC236}">
                  <a16:creationId xmlns:a16="http://schemas.microsoft.com/office/drawing/2014/main" id="{0F30FD0B-4502-48DB-A15C-25B8467425D2}"/>
                </a:ext>
              </a:extLst>
            </p:cNvPr>
            <p:cNvSpPr/>
            <p:nvPr/>
          </p:nvSpPr>
          <p:spPr>
            <a:xfrm>
              <a:off x="438758" y="489059"/>
              <a:ext cx="1482636" cy="129417"/>
            </a:xfrm>
            <a:prstGeom prst="round1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" name="矩形 45">
              <a:extLst>
                <a:ext uri="{FF2B5EF4-FFF2-40B4-BE49-F238E27FC236}">
                  <a16:creationId xmlns:a16="http://schemas.microsoft.com/office/drawing/2014/main" id="{0991A800-B2D0-47C7-B11E-8C55347636DE}"/>
                </a:ext>
              </a:extLst>
            </p:cNvPr>
            <p:cNvSpPr/>
            <p:nvPr/>
          </p:nvSpPr>
          <p:spPr>
            <a:xfrm>
              <a:off x="1923220" y="489059"/>
              <a:ext cx="1482636" cy="129417"/>
            </a:xfrm>
            <a:prstGeom prst="round1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" name="矩形 46">
              <a:extLst>
                <a:ext uri="{FF2B5EF4-FFF2-40B4-BE49-F238E27FC236}">
                  <a16:creationId xmlns:a16="http://schemas.microsoft.com/office/drawing/2014/main" id="{E6BF7DA5-3734-4CF6-BCE2-0BD45E976087}"/>
                </a:ext>
              </a:extLst>
            </p:cNvPr>
            <p:cNvSpPr/>
            <p:nvPr/>
          </p:nvSpPr>
          <p:spPr>
            <a:xfrm>
              <a:off x="3405376" y="489060"/>
              <a:ext cx="1482636" cy="129417"/>
            </a:xfrm>
            <a:prstGeom prst="round1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矩形 40">
              <a:extLst>
                <a:ext uri="{FF2B5EF4-FFF2-40B4-BE49-F238E27FC236}">
                  <a16:creationId xmlns:a16="http://schemas.microsoft.com/office/drawing/2014/main" id="{81D64DB0-649D-4825-9E26-0C45F4738604}"/>
                </a:ext>
              </a:extLst>
            </p:cNvPr>
            <p:cNvSpPr/>
            <p:nvPr/>
          </p:nvSpPr>
          <p:spPr>
            <a:xfrm>
              <a:off x="4891973" y="618459"/>
              <a:ext cx="1482636" cy="129417"/>
            </a:xfrm>
            <a:prstGeom prst="round1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" name="矩形 46">
              <a:extLst>
                <a:ext uri="{FF2B5EF4-FFF2-40B4-BE49-F238E27FC236}">
                  <a16:creationId xmlns:a16="http://schemas.microsoft.com/office/drawing/2014/main" id="{550994D1-7EA4-4914-BF42-420BC86172EE}"/>
                </a:ext>
              </a:extLst>
            </p:cNvPr>
            <p:cNvSpPr/>
            <p:nvPr/>
          </p:nvSpPr>
          <p:spPr>
            <a:xfrm>
              <a:off x="4886068" y="747571"/>
              <a:ext cx="1482636" cy="129417"/>
            </a:xfrm>
            <a:prstGeom prst="round1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" name="矩形 40">
              <a:extLst>
                <a:ext uri="{FF2B5EF4-FFF2-40B4-BE49-F238E27FC236}">
                  <a16:creationId xmlns:a16="http://schemas.microsoft.com/office/drawing/2014/main" id="{F720374C-E99D-4B58-9850-CF15B998948B}"/>
                </a:ext>
              </a:extLst>
            </p:cNvPr>
            <p:cNvSpPr/>
            <p:nvPr/>
          </p:nvSpPr>
          <p:spPr>
            <a:xfrm>
              <a:off x="4884605" y="259398"/>
              <a:ext cx="1482636" cy="230739"/>
            </a:xfrm>
            <a:prstGeom prst="round1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矩形 46">
              <a:extLst>
                <a:ext uri="{FF2B5EF4-FFF2-40B4-BE49-F238E27FC236}">
                  <a16:creationId xmlns:a16="http://schemas.microsoft.com/office/drawing/2014/main" id="{75DD9ACE-A631-4C28-A805-5E2A774A18CD}"/>
                </a:ext>
              </a:extLst>
            </p:cNvPr>
            <p:cNvSpPr/>
            <p:nvPr/>
          </p:nvSpPr>
          <p:spPr>
            <a:xfrm>
              <a:off x="4886068" y="489060"/>
              <a:ext cx="1482636" cy="129417"/>
            </a:xfrm>
            <a:prstGeom prst="round1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" name="矩形 40">
              <a:extLst>
                <a:ext uri="{FF2B5EF4-FFF2-40B4-BE49-F238E27FC236}">
                  <a16:creationId xmlns:a16="http://schemas.microsoft.com/office/drawing/2014/main" id="{E305869B-510A-44D5-9147-588A1DD18174}"/>
                </a:ext>
              </a:extLst>
            </p:cNvPr>
            <p:cNvSpPr/>
            <p:nvPr/>
          </p:nvSpPr>
          <p:spPr>
            <a:xfrm>
              <a:off x="6359958" y="618459"/>
              <a:ext cx="1482636" cy="129417"/>
            </a:xfrm>
            <a:prstGeom prst="round1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" name="矩形 46">
              <a:extLst>
                <a:ext uri="{FF2B5EF4-FFF2-40B4-BE49-F238E27FC236}">
                  <a16:creationId xmlns:a16="http://schemas.microsoft.com/office/drawing/2014/main" id="{66FFD64B-03C1-4D41-BF8E-3EBDB46899A3}"/>
                </a:ext>
              </a:extLst>
            </p:cNvPr>
            <p:cNvSpPr/>
            <p:nvPr/>
          </p:nvSpPr>
          <p:spPr>
            <a:xfrm>
              <a:off x="6361422" y="747571"/>
              <a:ext cx="1482636" cy="129417"/>
            </a:xfrm>
            <a:prstGeom prst="round1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矩形 40">
              <a:extLst>
                <a:ext uri="{FF2B5EF4-FFF2-40B4-BE49-F238E27FC236}">
                  <a16:creationId xmlns:a16="http://schemas.microsoft.com/office/drawing/2014/main" id="{FD204ED2-AEB7-479B-B8ED-1CCF108A08C7}"/>
                </a:ext>
              </a:extLst>
            </p:cNvPr>
            <p:cNvSpPr/>
            <p:nvPr/>
          </p:nvSpPr>
          <p:spPr>
            <a:xfrm>
              <a:off x="6359958" y="260788"/>
              <a:ext cx="1482636" cy="230739"/>
            </a:xfrm>
            <a:prstGeom prst="round1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" name="矩形 46">
              <a:extLst>
                <a:ext uri="{FF2B5EF4-FFF2-40B4-BE49-F238E27FC236}">
                  <a16:creationId xmlns:a16="http://schemas.microsoft.com/office/drawing/2014/main" id="{8BFBD0DA-E361-4639-BDAF-6A2D13B0BD6E}"/>
                </a:ext>
              </a:extLst>
            </p:cNvPr>
            <p:cNvSpPr/>
            <p:nvPr/>
          </p:nvSpPr>
          <p:spPr>
            <a:xfrm>
              <a:off x="6361422" y="489060"/>
              <a:ext cx="1482636" cy="129417"/>
            </a:xfrm>
            <a:prstGeom prst="round1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b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AA</a:t>
              </a:r>
              <a:endParaRPr lang="zh-TW" altLang="en-US" sz="9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1573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5" r:id="rId3"/>
    <p:sldLayoutId id="2147483676" r:id="rId4"/>
    <p:sldLayoutId id="2147483679" r:id="rId5"/>
    <p:sldLayoutId id="2147483680" r:id="rId6"/>
    <p:sldLayoutId id="2147483674" r:id="rId7"/>
    <p:sldLayoutId id="2147483701" r:id="rId8"/>
    <p:sldLayoutId id="2147483696" r:id="rId9"/>
    <p:sldLayoutId id="2147483704" r:id="rId10"/>
    <p:sldLayoutId id="2147483703" r:id="rId11"/>
    <p:sldLayoutId id="2147483708" r:id="rId12"/>
    <p:sldLayoutId id="2147483707" r:id="rId13"/>
    <p:sldLayoutId id="2147483706" r:id="rId14"/>
    <p:sldLayoutId id="2147483709" r:id="rId15"/>
    <p:sldLayoutId id="2147483710" r:id="rId16"/>
    <p:sldLayoutId id="2147483700" r:id="rId17"/>
    <p:sldLayoutId id="2147483699" r:id="rId18"/>
    <p:sldLayoutId id="2147483698" r:id="rId19"/>
    <p:sldLayoutId id="2147483702" r:id="rId20"/>
    <p:sldLayoutId id="2147483677" r:id="rId21"/>
    <p:sldLayoutId id="2147483712" r:id="rId22"/>
    <p:sldLayoutId id="2147483713" r:id="rId23"/>
    <p:sldLayoutId id="2147483678" r:id="rId24"/>
    <p:sldLayoutId id="2147483697" r:id="rId25"/>
    <p:sldLayoutId id="2147483714" r:id="rId26"/>
    <p:sldLayoutId id="2147483711" r:id="rId27"/>
    <p:sldLayoutId id="2147483695" r:id="rId2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9B3CB6BE-A64B-4635-8831-8AE11431259F}"/>
              </a:ext>
            </a:extLst>
          </p:cNvPr>
          <p:cNvSpPr/>
          <p:nvPr userDrawn="1"/>
        </p:nvSpPr>
        <p:spPr>
          <a:xfrm>
            <a:off x="4319516" y="6954837"/>
            <a:ext cx="3800902" cy="4831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08FDADF-1EA4-4F39-A54C-AD9D2015E969}"/>
              </a:ext>
            </a:extLst>
          </p:cNvPr>
          <p:cNvSpPr/>
          <p:nvPr userDrawn="1"/>
        </p:nvSpPr>
        <p:spPr>
          <a:xfrm>
            <a:off x="0" y="6274612"/>
            <a:ext cx="12192000" cy="582576"/>
          </a:xfrm>
          <a:prstGeom prst="rect">
            <a:avLst/>
          </a:prstGeom>
          <a:gradFill>
            <a:gsLst>
              <a:gs pos="0">
                <a:srgbClr val="1E6C8B"/>
              </a:gs>
              <a:gs pos="91000">
                <a:srgbClr val="258AC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9" name="圖片 38" descr="一張含有 文字, 美工圖案 的圖片&#10;&#10;自動產生的描述">
            <a:extLst>
              <a:ext uri="{FF2B5EF4-FFF2-40B4-BE49-F238E27FC236}">
                <a16:creationId xmlns:a16="http://schemas.microsoft.com/office/drawing/2014/main" id="{6C2002D7-6A3D-4FA5-96EA-679934D4303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76383" y="6397793"/>
            <a:ext cx="718053" cy="321321"/>
          </a:xfrm>
          <a:prstGeom prst="rect">
            <a:avLst/>
          </a:prstGeom>
        </p:spPr>
      </p:pic>
      <p:pic>
        <p:nvPicPr>
          <p:cNvPr id="40" name="圖片 39" descr="一張含有 文字 的圖片&#10;&#10;自動產生的描述">
            <a:extLst>
              <a:ext uri="{FF2B5EF4-FFF2-40B4-BE49-F238E27FC236}">
                <a16:creationId xmlns:a16="http://schemas.microsoft.com/office/drawing/2014/main" id="{53DDF43E-6869-4EF7-9119-F6A7FC1162FA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5266" y="6395762"/>
            <a:ext cx="1215251" cy="321321"/>
          </a:xfrm>
          <a:prstGeom prst="rect">
            <a:avLst/>
          </a:prstGeom>
        </p:spPr>
      </p:pic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3D26B54-61EE-4FA7-8B72-997F2129E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965" y="1226663"/>
            <a:ext cx="11451916" cy="4907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2"/>
            <a:r>
              <a:rPr lang="en-US" altLang="zh-TW" dirty="0"/>
              <a:t>Third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3"/>
            <a:r>
              <a:rPr lang="en-US" altLang="zh-TW" dirty="0"/>
              <a:t>Forth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  <a:p>
            <a:pPr lvl="4"/>
            <a:r>
              <a:rPr lang="en-US" altLang="zh-TW" dirty="0"/>
              <a:t>Fifth layer</a:t>
            </a:r>
            <a:endParaRPr lang="zh-TW" altLang="en-US" dirty="0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0AEB49D-4EC2-428F-86DA-60EF00FCB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965" y="292100"/>
            <a:ext cx="11451916" cy="777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6D8EBBAB-8353-469C-A4D3-8C6F212C6E0C}"/>
              </a:ext>
            </a:extLst>
          </p:cNvPr>
          <p:cNvGrpSpPr/>
          <p:nvPr userDrawn="1"/>
        </p:nvGrpSpPr>
        <p:grpSpPr>
          <a:xfrm>
            <a:off x="12334688" y="0"/>
            <a:ext cx="2105226" cy="6865856"/>
            <a:chOff x="12334688" y="0"/>
            <a:chExt cx="2105226" cy="6865856"/>
          </a:xfrm>
        </p:grpSpPr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43817E2F-C3B9-42C1-93DE-1626B384C434}"/>
                </a:ext>
              </a:extLst>
            </p:cNvPr>
            <p:cNvGrpSpPr/>
            <p:nvPr userDrawn="1"/>
          </p:nvGrpSpPr>
          <p:grpSpPr>
            <a:xfrm>
              <a:off x="12334688" y="0"/>
              <a:ext cx="1630793" cy="6865856"/>
              <a:chOff x="12334688" y="0"/>
              <a:chExt cx="1630793" cy="6865856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925AA2C-3197-4DBC-ABB7-32973642FE33}"/>
                  </a:ext>
                </a:extLst>
              </p:cNvPr>
              <p:cNvSpPr/>
              <p:nvPr userDrawn="1"/>
            </p:nvSpPr>
            <p:spPr>
              <a:xfrm rot="5400000">
                <a:off x="12983275" y="4565144"/>
                <a:ext cx="1141026" cy="81627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800" b="1" dirty="0"/>
                  <a:t>Primary Black</a:t>
                </a:r>
              </a:p>
              <a:p>
                <a:pPr algn="l"/>
                <a:r>
                  <a:rPr lang="en-US" altLang="zh-TW" sz="800" dirty="0"/>
                  <a:t>R0 G0</a:t>
                </a:r>
                <a:r>
                  <a:rPr lang="zh-TW" altLang="en-US" sz="800" dirty="0"/>
                  <a:t> </a:t>
                </a:r>
                <a:r>
                  <a:rPr lang="en-US" altLang="zh-TW" sz="800" dirty="0"/>
                  <a:t>B0</a:t>
                </a:r>
              </a:p>
              <a:p>
                <a:pPr algn="l"/>
                <a:r>
                  <a:rPr lang="en-US" altLang="zh-TW" sz="800" dirty="0"/>
                  <a:t>C0 M0 Y0 K100</a:t>
                </a:r>
              </a:p>
              <a:p>
                <a:pPr algn="l"/>
                <a:r>
                  <a:rPr lang="en-US" altLang="zh-TW" sz="800" dirty="0"/>
                  <a:t>Hex #000000</a:t>
                </a:r>
                <a:endParaRPr lang="zh-TW" altLang="en-US" sz="800" dirty="0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BC1B3E3-059D-486F-B3BF-5185E4D4983F}"/>
                  </a:ext>
                </a:extLst>
              </p:cNvPr>
              <p:cNvSpPr/>
              <p:nvPr userDrawn="1"/>
            </p:nvSpPr>
            <p:spPr>
              <a:xfrm rot="5400000">
                <a:off x="12172902" y="4559818"/>
                <a:ext cx="1141026" cy="8162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800" b="1" dirty="0">
                    <a:solidFill>
                      <a:schemeClr val="tx1"/>
                    </a:solidFill>
                  </a:rPr>
                  <a:t>Primary White </a:t>
                </a:r>
              </a:p>
              <a:p>
                <a:pPr algn="l"/>
                <a:r>
                  <a:rPr lang="en-US" altLang="zh-TW" sz="800" dirty="0">
                    <a:solidFill>
                      <a:schemeClr val="tx1"/>
                    </a:solidFill>
                  </a:rPr>
                  <a:t>R225 G225</a:t>
                </a:r>
                <a:r>
                  <a:rPr lang="zh-TW" altLang="en-US" sz="8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sz="800" dirty="0">
                    <a:solidFill>
                      <a:schemeClr val="tx1"/>
                    </a:solidFill>
                  </a:rPr>
                  <a:t>B225</a:t>
                </a:r>
              </a:p>
              <a:p>
                <a:pPr algn="l"/>
                <a:r>
                  <a:rPr lang="en-US" altLang="zh-TW" sz="800" dirty="0">
                    <a:solidFill>
                      <a:schemeClr val="tx1"/>
                    </a:solidFill>
                  </a:rPr>
                  <a:t>C0 M0 Y0 K0</a:t>
                </a:r>
              </a:p>
              <a:p>
                <a:pPr algn="l"/>
                <a:r>
                  <a:rPr lang="en-US" altLang="zh-TW" sz="800" dirty="0">
                    <a:solidFill>
                      <a:schemeClr val="tx1"/>
                    </a:solidFill>
                  </a:rPr>
                  <a:t>Hex #FFFFFF</a:t>
                </a:r>
                <a:endParaRPr lang="zh-TW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4079F15-BEBC-45D9-B254-7BA45EE7ADCE}"/>
                  </a:ext>
                </a:extLst>
              </p:cNvPr>
              <p:cNvSpPr/>
              <p:nvPr userDrawn="1"/>
            </p:nvSpPr>
            <p:spPr>
              <a:xfrm rot="5400000">
                <a:off x="12024396" y="310294"/>
                <a:ext cx="1431551" cy="810964"/>
              </a:xfrm>
              <a:prstGeom prst="rect">
                <a:avLst/>
              </a:prstGeom>
              <a:solidFill>
                <a:srgbClr val="1E6C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800" b="1" dirty="0"/>
                  <a:t>Dark Blue 1</a:t>
                </a:r>
              </a:p>
              <a:p>
                <a:pPr algn="l"/>
                <a:r>
                  <a:rPr lang="en-US" altLang="zh-TW" sz="800" dirty="0"/>
                  <a:t>R40 G105</a:t>
                </a:r>
                <a:r>
                  <a:rPr lang="zh-TW" altLang="en-US" sz="800" dirty="0"/>
                  <a:t> </a:t>
                </a:r>
                <a:r>
                  <a:rPr lang="en-US" altLang="zh-TW" sz="800" dirty="0"/>
                  <a:t>B135</a:t>
                </a:r>
              </a:p>
              <a:p>
                <a:pPr algn="l"/>
                <a:r>
                  <a:rPr lang="en-US" altLang="zh-TW" sz="800" dirty="0"/>
                  <a:t>C85 M55 Y40 K0</a:t>
                </a:r>
              </a:p>
              <a:p>
                <a:pPr algn="l"/>
                <a:r>
                  <a:rPr lang="en-US" altLang="zh-TW" sz="800" dirty="0"/>
                  <a:t>Hex #1E6C8B</a:t>
                </a:r>
                <a:endParaRPr lang="zh-TW" altLang="en-US" sz="800" dirty="0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72FED1B-49FB-40AD-ACEC-8F608E909DBD}"/>
                  </a:ext>
                </a:extLst>
              </p:cNvPr>
              <p:cNvSpPr/>
              <p:nvPr userDrawn="1"/>
            </p:nvSpPr>
            <p:spPr>
              <a:xfrm rot="5400000">
                <a:off x="11968927" y="1797310"/>
                <a:ext cx="1542485" cy="810964"/>
              </a:xfrm>
              <a:prstGeom prst="rect">
                <a:avLst/>
              </a:prstGeom>
              <a:solidFill>
                <a:srgbClr val="288B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800" b="1" dirty="0"/>
                  <a:t>Middle Blue 2</a:t>
                </a:r>
              </a:p>
              <a:p>
                <a:pPr algn="l"/>
                <a:r>
                  <a:rPr lang="en-US" altLang="zh-TW" sz="800" dirty="0"/>
                  <a:t>R35 G140</a:t>
                </a:r>
                <a:r>
                  <a:rPr lang="zh-TW" altLang="en-US" sz="800" dirty="0"/>
                  <a:t> </a:t>
                </a:r>
                <a:r>
                  <a:rPr lang="en-US" altLang="zh-TW" sz="800" dirty="0"/>
                  <a:t>B195</a:t>
                </a:r>
              </a:p>
              <a:p>
                <a:pPr algn="l"/>
                <a:r>
                  <a:rPr lang="en-US" altLang="zh-TW" sz="800" dirty="0"/>
                  <a:t>C80 M35 Y15 K0</a:t>
                </a:r>
              </a:p>
              <a:p>
                <a:pPr algn="l"/>
                <a:r>
                  <a:rPr lang="en-US" altLang="zh-TW" sz="800" dirty="0"/>
                  <a:t>Hex #288BC4</a:t>
                </a:r>
                <a:endParaRPr lang="zh-TW" altLang="en-US" sz="800" dirty="0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7F82C49-B3E8-4FC4-9F9B-0CB703DD8047}"/>
                  </a:ext>
                </a:extLst>
              </p:cNvPr>
              <p:cNvSpPr/>
              <p:nvPr userDrawn="1"/>
            </p:nvSpPr>
            <p:spPr>
              <a:xfrm rot="5400000">
                <a:off x="12023142" y="3282767"/>
                <a:ext cx="1431547" cy="808454"/>
              </a:xfrm>
              <a:prstGeom prst="rect">
                <a:avLst/>
              </a:prstGeom>
              <a:solidFill>
                <a:srgbClr val="13AA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800" b="1" dirty="0"/>
                  <a:t>Light Blue 3</a:t>
                </a:r>
              </a:p>
              <a:p>
                <a:pPr algn="l"/>
                <a:r>
                  <a:rPr lang="en-US" altLang="zh-TW" sz="800" dirty="0"/>
                  <a:t>R25 G170</a:t>
                </a:r>
                <a:r>
                  <a:rPr lang="zh-TW" altLang="en-US" sz="800" dirty="0"/>
                  <a:t> </a:t>
                </a:r>
                <a:r>
                  <a:rPr lang="en-US" altLang="zh-TW" sz="800" dirty="0"/>
                  <a:t>B205</a:t>
                </a:r>
              </a:p>
              <a:p>
                <a:pPr algn="l"/>
                <a:r>
                  <a:rPr lang="en-US" altLang="zh-TW" sz="800" dirty="0"/>
                  <a:t>C75 M18 Y20 K0</a:t>
                </a:r>
              </a:p>
              <a:p>
                <a:pPr algn="l"/>
                <a:r>
                  <a:rPr lang="en-US" altLang="zh-TW" sz="800" dirty="0"/>
                  <a:t>Hex #13AACE</a:t>
                </a:r>
                <a:endParaRPr lang="zh-TW" altLang="en-US" sz="800" dirty="0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4493F87-1D95-4D2E-9548-CE1464498C5B}"/>
                  </a:ext>
                </a:extLst>
              </p:cNvPr>
              <p:cNvSpPr/>
              <p:nvPr userDrawn="1"/>
            </p:nvSpPr>
            <p:spPr>
              <a:xfrm rot="5400000">
                <a:off x="13035762" y="5936136"/>
                <a:ext cx="1320682" cy="538756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800" b="1" dirty="0"/>
                  <a:t>Dark Grey 1</a:t>
                </a:r>
              </a:p>
              <a:p>
                <a:pPr algn="l"/>
                <a:r>
                  <a:rPr lang="en-US" altLang="zh-TW" sz="800" dirty="0"/>
                  <a:t>R115 G115</a:t>
                </a:r>
                <a:r>
                  <a:rPr lang="zh-TW" altLang="en-US" sz="800" dirty="0"/>
                  <a:t> </a:t>
                </a:r>
                <a:r>
                  <a:rPr lang="en-US" altLang="zh-TW" sz="800" dirty="0"/>
                  <a:t>B115</a:t>
                </a:r>
              </a:p>
              <a:p>
                <a:pPr algn="l"/>
                <a:r>
                  <a:rPr lang="en-US" altLang="zh-TW" sz="800" dirty="0"/>
                  <a:t>C0 M0 Y0 K70</a:t>
                </a:r>
              </a:p>
              <a:p>
                <a:pPr algn="l"/>
                <a:r>
                  <a:rPr lang="en-US" altLang="zh-TW" sz="800" dirty="0"/>
                  <a:t>Hex #737373</a:t>
                </a:r>
                <a:endParaRPr lang="zh-TW" altLang="en-US" sz="800" dirty="0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43EBAC5-9639-43A3-AA65-6A366190FA70}"/>
                  </a:ext>
                </a:extLst>
              </p:cNvPr>
              <p:cNvSpPr/>
              <p:nvPr userDrawn="1"/>
            </p:nvSpPr>
            <p:spPr>
              <a:xfrm rot="5400000">
                <a:off x="12497899" y="5933473"/>
                <a:ext cx="1320682" cy="544083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en-US" altLang="zh-TW" sz="800" b="1" dirty="0"/>
                  <a:t>Middle Grey 2</a:t>
                </a:r>
              </a:p>
              <a:p>
                <a:pPr algn="l"/>
                <a:r>
                  <a:rPr lang="en-US" altLang="zh-TW" sz="800" dirty="0"/>
                  <a:t>R150 G150</a:t>
                </a:r>
                <a:r>
                  <a:rPr lang="zh-TW" altLang="en-US" sz="800" dirty="0"/>
                  <a:t> </a:t>
                </a:r>
                <a:r>
                  <a:rPr lang="en-US" altLang="zh-TW" sz="800" dirty="0"/>
                  <a:t>B150</a:t>
                </a:r>
              </a:p>
              <a:p>
                <a:pPr algn="l"/>
                <a:r>
                  <a:rPr lang="en-US" altLang="zh-TW" sz="800" dirty="0"/>
                  <a:t>C0 M0 Y0 K55</a:t>
                </a:r>
              </a:p>
              <a:p>
                <a:pPr algn="l"/>
                <a:r>
                  <a:rPr lang="en-US" altLang="zh-TW" sz="800" dirty="0"/>
                  <a:t>Hex #969696</a:t>
                </a:r>
                <a:endParaRPr lang="zh-TW" altLang="en-US" sz="800" dirty="0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4FB2C71-B456-428D-8D7A-5A8DFD0D6902}"/>
                  </a:ext>
                </a:extLst>
              </p:cNvPr>
              <p:cNvSpPr/>
              <p:nvPr userDrawn="1"/>
            </p:nvSpPr>
            <p:spPr>
              <a:xfrm rot="5400000">
                <a:off x="11953816" y="5933472"/>
                <a:ext cx="1320682" cy="544084"/>
              </a:xfrm>
              <a:prstGeom prst="rect">
                <a:avLst/>
              </a:prstGeom>
              <a:solidFill>
                <a:srgbClr val="BEBE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800" b="1" dirty="0"/>
                  <a:t>Light Grey 3</a:t>
                </a:r>
              </a:p>
              <a:p>
                <a:pPr algn="l"/>
                <a:r>
                  <a:rPr lang="en-US" altLang="zh-TW" sz="800" dirty="0"/>
                  <a:t>R190 G190</a:t>
                </a:r>
                <a:r>
                  <a:rPr lang="zh-TW" altLang="en-US" sz="800" dirty="0"/>
                  <a:t> </a:t>
                </a:r>
                <a:r>
                  <a:rPr lang="en-US" altLang="zh-TW" sz="800" dirty="0"/>
                  <a:t>B190</a:t>
                </a:r>
              </a:p>
              <a:p>
                <a:pPr algn="l"/>
                <a:r>
                  <a:rPr lang="en-US" altLang="zh-TW" sz="800" dirty="0"/>
                  <a:t>C0 M0 Y0 K35</a:t>
                </a:r>
              </a:p>
              <a:p>
                <a:pPr algn="l"/>
                <a:r>
                  <a:rPr lang="en-US" altLang="zh-TW" sz="800" dirty="0"/>
                  <a:t>Hex #bebebe</a:t>
                </a:r>
                <a:endParaRPr lang="zh-TW" altLang="en-US" sz="800" dirty="0"/>
              </a:p>
            </p:txBody>
          </p:sp>
        </p:grpSp>
        <p:grpSp>
          <p:nvGrpSpPr>
            <p:cNvPr id="42" name="群組 41">
              <a:extLst>
                <a:ext uri="{FF2B5EF4-FFF2-40B4-BE49-F238E27FC236}">
                  <a16:creationId xmlns:a16="http://schemas.microsoft.com/office/drawing/2014/main" id="{687CB130-5BF4-408E-BC74-88BB51FF1DE2}"/>
                </a:ext>
              </a:extLst>
            </p:cNvPr>
            <p:cNvGrpSpPr/>
            <p:nvPr userDrawn="1"/>
          </p:nvGrpSpPr>
          <p:grpSpPr>
            <a:xfrm>
              <a:off x="13142095" y="0"/>
              <a:ext cx="1297819" cy="4402767"/>
              <a:chOff x="14722722" y="4178"/>
              <a:chExt cx="1297819" cy="4402767"/>
            </a:xfrm>
          </p:grpSpPr>
          <p:sp>
            <p:nvSpPr>
              <p:cNvPr id="21" name="矩形: 剪去單一角落 20">
                <a:extLst>
                  <a:ext uri="{FF2B5EF4-FFF2-40B4-BE49-F238E27FC236}">
                    <a16:creationId xmlns:a16="http://schemas.microsoft.com/office/drawing/2014/main" id="{EE3F80B4-B0A4-46D3-B36C-6D741A0A54C4}"/>
                  </a:ext>
                </a:extLst>
              </p:cNvPr>
              <p:cNvSpPr/>
              <p:nvPr userDrawn="1"/>
            </p:nvSpPr>
            <p:spPr>
              <a:xfrm rot="5400000">
                <a:off x="14142878" y="587774"/>
                <a:ext cx="1431551" cy="264359"/>
              </a:xfrm>
              <a:prstGeom prst="snip1Rect">
                <a:avLst/>
              </a:prstGeom>
              <a:solidFill>
                <a:srgbClr val="1435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700" b="1" dirty="0"/>
                  <a:t>D Blue 1-1</a:t>
                </a:r>
                <a:endParaRPr lang="en-US" altLang="zh-TW" sz="700" dirty="0"/>
              </a:p>
              <a:p>
                <a:pPr algn="l"/>
                <a:r>
                  <a:rPr lang="en-US" altLang="zh-TW" sz="700" dirty="0"/>
                  <a:t>Hex #143543</a:t>
                </a:r>
                <a:endParaRPr lang="zh-TW" altLang="en-US" sz="700" dirty="0"/>
              </a:p>
            </p:txBody>
          </p:sp>
          <p:sp>
            <p:nvSpPr>
              <p:cNvPr id="22" name="矩形: 剪去單一角落 21">
                <a:extLst>
                  <a:ext uri="{FF2B5EF4-FFF2-40B4-BE49-F238E27FC236}">
                    <a16:creationId xmlns:a16="http://schemas.microsoft.com/office/drawing/2014/main" id="{2C2377D7-235F-44C1-8E77-202457E86D41}"/>
                  </a:ext>
                </a:extLst>
              </p:cNvPr>
              <p:cNvSpPr/>
              <p:nvPr userDrawn="1"/>
            </p:nvSpPr>
            <p:spPr>
              <a:xfrm rot="5400000">
                <a:off x="14394916" y="587774"/>
                <a:ext cx="1431551" cy="264359"/>
              </a:xfrm>
              <a:prstGeom prst="snip1Rect">
                <a:avLst/>
              </a:prstGeom>
              <a:solidFill>
                <a:srgbClr val="1E4F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700" b="1" dirty="0"/>
                  <a:t>D Blue 1-2</a:t>
                </a:r>
              </a:p>
              <a:p>
                <a:pPr algn="l"/>
                <a:r>
                  <a:rPr lang="en-US" altLang="zh-TW" sz="700" dirty="0"/>
                  <a:t>Hex #1E4F65</a:t>
                </a:r>
                <a:endParaRPr lang="zh-TW" altLang="en-US" sz="700" dirty="0"/>
              </a:p>
            </p:txBody>
          </p:sp>
          <p:sp>
            <p:nvSpPr>
              <p:cNvPr id="23" name="矩形: 剪去單一角落 22">
                <a:extLst>
                  <a:ext uri="{FF2B5EF4-FFF2-40B4-BE49-F238E27FC236}">
                    <a16:creationId xmlns:a16="http://schemas.microsoft.com/office/drawing/2014/main" id="{3F4EB577-B49F-406B-9442-E01E202D5387}"/>
                  </a:ext>
                </a:extLst>
              </p:cNvPr>
              <p:cNvSpPr/>
              <p:nvPr userDrawn="1"/>
            </p:nvSpPr>
            <p:spPr>
              <a:xfrm rot="5400000">
                <a:off x="14661175" y="587774"/>
                <a:ext cx="1431551" cy="264359"/>
              </a:xfrm>
              <a:prstGeom prst="snip1Rect">
                <a:avLst/>
              </a:prstGeom>
              <a:solidFill>
                <a:srgbClr val="64A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zh-TW" sz="700" b="1" dirty="0"/>
                  <a:t>D Blue 1-3</a:t>
                </a:r>
              </a:p>
              <a:p>
                <a:pPr algn="l"/>
                <a:r>
                  <a:rPr lang="en-US" altLang="zh-TW" sz="700" dirty="0"/>
                  <a:t>Hex #64AFD1</a:t>
                </a:r>
                <a:endParaRPr lang="zh-TW" altLang="en-US" sz="700" dirty="0"/>
              </a:p>
            </p:txBody>
          </p:sp>
          <p:sp>
            <p:nvSpPr>
              <p:cNvPr id="24" name="矩形: 剪去單一角落 23">
                <a:extLst>
                  <a:ext uri="{FF2B5EF4-FFF2-40B4-BE49-F238E27FC236}">
                    <a16:creationId xmlns:a16="http://schemas.microsoft.com/office/drawing/2014/main" id="{FD1A10F4-FF84-4D27-A925-618ACF8D7C71}"/>
                  </a:ext>
                </a:extLst>
              </p:cNvPr>
              <p:cNvSpPr/>
              <p:nvPr userDrawn="1"/>
            </p:nvSpPr>
            <p:spPr>
              <a:xfrm rot="5400000">
                <a:off x="14136533" y="3561583"/>
                <a:ext cx="1431551" cy="259174"/>
              </a:xfrm>
              <a:prstGeom prst="snip1Rect">
                <a:avLst/>
              </a:prstGeom>
              <a:solidFill>
                <a:srgbClr val="0D55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700" b="1" dirty="0"/>
                  <a:t>L Blue 1-1</a:t>
                </a:r>
              </a:p>
              <a:p>
                <a:pPr algn="l"/>
                <a:r>
                  <a:rPr lang="en-US" altLang="zh-TW" sz="700" dirty="0"/>
                  <a:t>Hex #0D5567</a:t>
                </a:r>
                <a:endParaRPr lang="zh-TW" altLang="en-US" sz="700" dirty="0"/>
              </a:p>
            </p:txBody>
          </p:sp>
          <p:sp>
            <p:nvSpPr>
              <p:cNvPr id="25" name="矩形: 剪去單一角落 24">
                <a:extLst>
                  <a:ext uri="{FF2B5EF4-FFF2-40B4-BE49-F238E27FC236}">
                    <a16:creationId xmlns:a16="http://schemas.microsoft.com/office/drawing/2014/main" id="{9685E833-CF67-4529-B16C-832BEF755EE0}"/>
                  </a:ext>
                </a:extLst>
              </p:cNvPr>
              <p:cNvSpPr/>
              <p:nvPr userDrawn="1"/>
            </p:nvSpPr>
            <p:spPr>
              <a:xfrm rot="5400000">
                <a:off x="14393807" y="3552408"/>
                <a:ext cx="1434757" cy="274316"/>
              </a:xfrm>
              <a:prstGeom prst="snip1Rect">
                <a:avLst/>
              </a:prstGeom>
              <a:solidFill>
                <a:srgbClr val="137F9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700" b="1" dirty="0"/>
                  <a:t>L Blue 1-2</a:t>
                </a:r>
              </a:p>
              <a:p>
                <a:pPr algn="l"/>
                <a:r>
                  <a:rPr lang="en-US" altLang="zh-TW" sz="700" dirty="0"/>
                  <a:t>Hex #137F9A</a:t>
                </a:r>
                <a:endParaRPr lang="zh-TW" altLang="en-US" sz="700" dirty="0"/>
              </a:p>
            </p:txBody>
          </p:sp>
          <p:sp>
            <p:nvSpPr>
              <p:cNvPr id="26" name="矩形: 剪去單一角落 25">
                <a:extLst>
                  <a:ext uri="{FF2B5EF4-FFF2-40B4-BE49-F238E27FC236}">
                    <a16:creationId xmlns:a16="http://schemas.microsoft.com/office/drawing/2014/main" id="{15422967-22DD-4EF3-BBFF-4DAE424E2F9A}"/>
                  </a:ext>
                </a:extLst>
              </p:cNvPr>
              <p:cNvSpPr/>
              <p:nvPr userDrawn="1"/>
            </p:nvSpPr>
            <p:spPr>
              <a:xfrm rot="5400000">
                <a:off x="14662631" y="3557386"/>
                <a:ext cx="1434757" cy="264359"/>
              </a:xfrm>
              <a:prstGeom prst="snip1Rect">
                <a:avLst/>
              </a:prstGeom>
              <a:solidFill>
                <a:srgbClr val="69D3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700" b="1" dirty="0"/>
                  <a:t>L Blue 1-3</a:t>
                </a:r>
              </a:p>
              <a:p>
                <a:pPr algn="l"/>
                <a:r>
                  <a:rPr lang="en-US" altLang="zh-TW" sz="700" dirty="0"/>
                  <a:t>Hex #69D3ED</a:t>
                </a:r>
                <a:endParaRPr lang="zh-TW" altLang="en-US" sz="700" dirty="0"/>
              </a:p>
            </p:txBody>
          </p:sp>
          <p:sp>
            <p:nvSpPr>
              <p:cNvPr id="27" name="矩形: 剪去單一角落 26">
                <a:extLst>
                  <a:ext uri="{FF2B5EF4-FFF2-40B4-BE49-F238E27FC236}">
                    <a16:creationId xmlns:a16="http://schemas.microsoft.com/office/drawing/2014/main" id="{E105EA6E-24D5-4223-BBB2-515BE4315F27}"/>
                  </a:ext>
                </a:extLst>
              </p:cNvPr>
              <p:cNvSpPr/>
              <p:nvPr userDrawn="1"/>
            </p:nvSpPr>
            <p:spPr>
              <a:xfrm rot="5400000">
                <a:off x="14919737" y="587774"/>
                <a:ext cx="1431551" cy="264359"/>
              </a:xfrm>
              <a:prstGeom prst="snip1Rect">
                <a:avLst/>
              </a:prstGeom>
              <a:solidFill>
                <a:srgbClr val="98C9E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zh-TW" sz="700" b="1" dirty="0">
                    <a:solidFill>
                      <a:schemeClr val="tx1"/>
                    </a:solidFill>
                  </a:rPr>
                  <a:t>D Blue 1-4</a:t>
                </a:r>
              </a:p>
              <a:p>
                <a:pPr algn="l"/>
                <a:r>
                  <a:rPr lang="en-US" altLang="zh-TW" sz="700" dirty="0">
                    <a:solidFill>
                      <a:schemeClr val="tx1"/>
                    </a:solidFill>
                  </a:rPr>
                  <a:t>Hex #98C9E0</a:t>
                </a:r>
                <a:endParaRPr lang="zh-TW" alt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矩形: 剪去單一角落 27">
                <a:extLst>
                  <a:ext uri="{FF2B5EF4-FFF2-40B4-BE49-F238E27FC236}">
                    <a16:creationId xmlns:a16="http://schemas.microsoft.com/office/drawing/2014/main" id="{824B7848-472A-4BE8-B8CF-EAD95ACA91C3}"/>
                  </a:ext>
                </a:extLst>
              </p:cNvPr>
              <p:cNvSpPr/>
              <p:nvPr userDrawn="1"/>
            </p:nvSpPr>
            <p:spPr>
              <a:xfrm rot="5400000">
                <a:off x="15172586" y="587774"/>
                <a:ext cx="1431551" cy="264359"/>
              </a:xfrm>
              <a:prstGeom prst="snip1Rect">
                <a:avLst/>
              </a:prstGeom>
              <a:solidFill>
                <a:srgbClr val="CBE4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700" b="1" dirty="0">
                    <a:solidFill>
                      <a:schemeClr val="tx1"/>
                    </a:solidFill>
                  </a:rPr>
                  <a:t>D Blue 1-5</a:t>
                </a:r>
              </a:p>
              <a:p>
                <a:pPr algn="l"/>
                <a:r>
                  <a:rPr lang="en-US" altLang="zh-TW" sz="700" dirty="0">
                    <a:solidFill>
                      <a:schemeClr val="tx1"/>
                    </a:solidFill>
                  </a:rPr>
                  <a:t>Hex #CBE4F0</a:t>
                </a:r>
                <a:endParaRPr lang="zh-TW" alt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矩形: 剪去單一角落 28">
                <a:extLst>
                  <a:ext uri="{FF2B5EF4-FFF2-40B4-BE49-F238E27FC236}">
                    <a16:creationId xmlns:a16="http://schemas.microsoft.com/office/drawing/2014/main" id="{C685BEF7-F369-4D5C-B19D-0B9373972B13}"/>
                  </a:ext>
                </a:extLst>
              </p:cNvPr>
              <p:cNvSpPr/>
              <p:nvPr userDrawn="1"/>
            </p:nvSpPr>
            <p:spPr>
              <a:xfrm rot="5400000">
                <a:off x="14920125" y="3557386"/>
                <a:ext cx="1434757" cy="264359"/>
              </a:xfrm>
              <a:prstGeom prst="snip1Rect">
                <a:avLst/>
              </a:prstGeom>
              <a:solidFill>
                <a:srgbClr val="9BE2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zh-TW" sz="700" b="1" dirty="0">
                    <a:solidFill>
                      <a:schemeClr val="tx1"/>
                    </a:solidFill>
                  </a:rPr>
                  <a:t>L Blue 1-4</a:t>
                </a:r>
              </a:p>
              <a:p>
                <a:pPr algn="l"/>
                <a:r>
                  <a:rPr lang="en-US" altLang="zh-TW" sz="700" dirty="0">
                    <a:solidFill>
                      <a:schemeClr val="tx1"/>
                    </a:solidFill>
                  </a:rPr>
                  <a:t>Hex #9BE2F3</a:t>
                </a:r>
                <a:endParaRPr lang="zh-TW" alt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矩形: 剪去單一角落 29">
                <a:extLst>
                  <a:ext uri="{FF2B5EF4-FFF2-40B4-BE49-F238E27FC236}">
                    <a16:creationId xmlns:a16="http://schemas.microsoft.com/office/drawing/2014/main" id="{3D222BA3-6072-43E5-B534-D0DB0531E495}"/>
                  </a:ext>
                </a:extLst>
              </p:cNvPr>
              <p:cNvSpPr/>
              <p:nvPr userDrawn="1"/>
            </p:nvSpPr>
            <p:spPr>
              <a:xfrm rot="5400000">
                <a:off x="15163404" y="3557386"/>
                <a:ext cx="1434757" cy="264359"/>
              </a:xfrm>
              <a:prstGeom prst="snip1Rect">
                <a:avLst/>
              </a:prstGeom>
              <a:solidFill>
                <a:srgbClr val="CDF0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zh-TW" sz="700" b="1" dirty="0">
                    <a:solidFill>
                      <a:schemeClr val="tx1"/>
                    </a:solidFill>
                  </a:rPr>
                  <a:t>L Blue 1-5</a:t>
                </a:r>
              </a:p>
              <a:p>
                <a:pPr algn="l"/>
                <a:r>
                  <a:rPr lang="en-US" altLang="zh-TW" sz="700" dirty="0">
                    <a:solidFill>
                      <a:schemeClr val="tx1"/>
                    </a:solidFill>
                  </a:rPr>
                  <a:t>Hex #CDF0F9</a:t>
                </a:r>
                <a:endParaRPr lang="zh-TW" alt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矩形: 剪去單一角落 30">
                <a:extLst>
                  <a:ext uri="{FF2B5EF4-FFF2-40B4-BE49-F238E27FC236}">
                    <a16:creationId xmlns:a16="http://schemas.microsoft.com/office/drawing/2014/main" id="{E11AFF36-C64F-410C-AB11-19D902738B12}"/>
                  </a:ext>
                </a:extLst>
              </p:cNvPr>
              <p:cNvSpPr/>
              <p:nvPr userDrawn="1"/>
            </p:nvSpPr>
            <p:spPr>
              <a:xfrm rot="5400000">
                <a:off x="14086667" y="2074790"/>
                <a:ext cx="1542485" cy="264359"/>
              </a:xfrm>
              <a:prstGeom prst="snip1Rect">
                <a:avLst/>
              </a:prstGeom>
              <a:solidFill>
                <a:srgbClr val="124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700" b="1" dirty="0"/>
                  <a:t>M Blue 1-1</a:t>
                </a:r>
              </a:p>
              <a:p>
                <a:pPr algn="l"/>
                <a:r>
                  <a:rPr lang="en-US" altLang="zh-TW" sz="700" dirty="0"/>
                  <a:t>Hex #124661</a:t>
                </a:r>
                <a:endParaRPr lang="zh-TW" altLang="en-US" sz="700" dirty="0"/>
              </a:p>
            </p:txBody>
          </p:sp>
          <p:sp>
            <p:nvSpPr>
              <p:cNvPr id="32" name="矩形: 剪去單一角落 31">
                <a:extLst>
                  <a:ext uri="{FF2B5EF4-FFF2-40B4-BE49-F238E27FC236}">
                    <a16:creationId xmlns:a16="http://schemas.microsoft.com/office/drawing/2014/main" id="{7327D8C6-7372-4B75-B7F8-BCC5D56D2F08}"/>
                  </a:ext>
                </a:extLst>
              </p:cNvPr>
              <p:cNvSpPr/>
              <p:nvPr userDrawn="1"/>
            </p:nvSpPr>
            <p:spPr>
              <a:xfrm rot="5400000">
                <a:off x="14334965" y="2074790"/>
                <a:ext cx="1542485" cy="264359"/>
              </a:xfrm>
              <a:prstGeom prst="snip1Rect">
                <a:avLst/>
              </a:prstGeom>
              <a:solidFill>
                <a:srgbClr val="1A699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700" b="1" dirty="0"/>
                  <a:t>M Blue 1-2</a:t>
                </a:r>
              </a:p>
              <a:p>
                <a:pPr algn="l"/>
                <a:r>
                  <a:rPr lang="en-US" altLang="zh-TW" sz="700" dirty="0"/>
                  <a:t>Hex #1A6992</a:t>
                </a:r>
                <a:endParaRPr lang="zh-TW" altLang="en-US" sz="700" dirty="0"/>
              </a:p>
            </p:txBody>
          </p:sp>
          <p:sp>
            <p:nvSpPr>
              <p:cNvPr id="33" name="矩形: 剪去單一角落 32">
                <a:extLst>
                  <a:ext uri="{FF2B5EF4-FFF2-40B4-BE49-F238E27FC236}">
                    <a16:creationId xmlns:a16="http://schemas.microsoft.com/office/drawing/2014/main" id="{89521074-83EA-428F-9378-64DC77701156}"/>
                  </a:ext>
                </a:extLst>
              </p:cNvPr>
              <p:cNvSpPr/>
              <p:nvPr userDrawn="1"/>
            </p:nvSpPr>
            <p:spPr>
              <a:xfrm rot="5400000">
                <a:off x="14596816" y="2071086"/>
                <a:ext cx="1542485" cy="271772"/>
              </a:xfrm>
              <a:prstGeom prst="snip1Rect">
                <a:avLst/>
              </a:prstGeom>
              <a:solidFill>
                <a:srgbClr val="71BDE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US" altLang="zh-TW" sz="700" b="1" dirty="0"/>
                  <a:t>M Blue 1-3</a:t>
                </a:r>
              </a:p>
              <a:p>
                <a:pPr algn="l"/>
                <a:r>
                  <a:rPr lang="en-US" altLang="zh-TW" sz="700" dirty="0"/>
                  <a:t>Hex #71BDE5</a:t>
                </a:r>
                <a:endParaRPr lang="zh-TW" altLang="en-US" sz="700" dirty="0"/>
              </a:p>
            </p:txBody>
          </p:sp>
          <p:sp>
            <p:nvSpPr>
              <p:cNvPr id="34" name="矩形: 剪去單一角落 33">
                <a:extLst>
                  <a:ext uri="{FF2B5EF4-FFF2-40B4-BE49-F238E27FC236}">
                    <a16:creationId xmlns:a16="http://schemas.microsoft.com/office/drawing/2014/main" id="{518381F8-4E11-469E-937B-1A716144F251}"/>
                  </a:ext>
                </a:extLst>
              </p:cNvPr>
              <p:cNvSpPr/>
              <p:nvPr userDrawn="1"/>
            </p:nvSpPr>
            <p:spPr>
              <a:xfrm rot="5400000">
                <a:off x="14865837" y="2074790"/>
                <a:ext cx="1542485" cy="264359"/>
              </a:xfrm>
              <a:prstGeom prst="snip1Rect">
                <a:avLst/>
              </a:prstGeom>
              <a:solidFill>
                <a:srgbClr val="A0D3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zh-TW" sz="700" b="1" dirty="0">
                    <a:solidFill>
                      <a:schemeClr val="tx1"/>
                    </a:solidFill>
                  </a:rPr>
                  <a:t>M Blue 1-4</a:t>
                </a:r>
              </a:p>
              <a:p>
                <a:pPr algn="l"/>
                <a:r>
                  <a:rPr lang="en-US" altLang="zh-TW" sz="700" dirty="0">
                    <a:solidFill>
                      <a:schemeClr val="tx1"/>
                    </a:solidFill>
                  </a:rPr>
                  <a:t>Hex #A0D3EE</a:t>
                </a:r>
                <a:endParaRPr lang="zh-TW" alt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矩形: 剪去單一角落 34">
                <a:extLst>
                  <a:ext uri="{FF2B5EF4-FFF2-40B4-BE49-F238E27FC236}">
                    <a16:creationId xmlns:a16="http://schemas.microsoft.com/office/drawing/2014/main" id="{6796C8AC-1B05-4AD7-BBB8-159B492E30C9}"/>
                  </a:ext>
                </a:extLst>
              </p:cNvPr>
              <p:cNvSpPr/>
              <p:nvPr userDrawn="1"/>
            </p:nvSpPr>
            <p:spPr>
              <a:xfrm rot="5400000">
                <a:off x="15116653" y="2074790"/>
                <a:ext cx="1542485" cy="264359"/>
              </a:xfrm>
              <a:prstGeom prst="snip1Rect">
                <a:avLst/>
              </a:prstGeom>
              <a:solidFill>
                <a:srgbClr val="D0E9F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zh-TW" sz="700" b="1" dirty="0">
                    <a:solidFill>
                      <a:schemeClr val="tx1"/>
                    </a:solidFill>
                  </a:rPr>
                  <a:t>M Blue 1-5</a:t>
                </a:r>
              </a:p>
              <a:p>
                <a:pPr algn="l"/>
                <a:r>
                  <a:rPr lang="en-US" altLang="zh-TW" sz="700" dirty="0">
                    <a:solidFill>
                      <a:schemeClr val="tx1"/>
                    </a:solidFill>
                  </a:rPr>
                  <a:t>Hex #D0E9F6</a:t>
                </a:r>
                <a:endParaRPr lang="zh-TW" altLang="en-US" sz="7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6" name="TextBox 205">
            <a:extLst>
              <a:ext uri="{FF2B5EF4-FFF2-40B4-BE49-F238E27FC236}">
                <a16:creationId xmlns:a16="http://schemas.microsoft.com/office/drawing/2014/main" id="{64B7A812-8DCC-443B-B8D3-187336C79B8F}"/>
              </a:ext>
            </a:extLst>
          </p:cNvPr>
          <p:cNvSpPr txBox="1"/>
          <p:nvPr userDrawn="1"/>
        </p:nvSpPr>
        <p:spPr>
          <a:xfrm>
            <a:off x="12383989" y="-497485"/>
            <a:ext cx="1916166" cy="4154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Use an eyedropper </a:t>
            </a:r>
            <a:b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 choose one of the </a:t>
            </a:r>
            <a:b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en-US" altLang="zh-TW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FDS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corporate colors:</a:t>
            </a:r>
          </a:p>
        </p:txBody>
      </p:sp>
      <p:sp>
        <p:nvSpPr>
          <p:cNvPr id="41" name="投影片編號版面配置區 5">
            <a:extLst>
              <a:ext uri="{FF2B5EF4-FFF2-40B4-BE49-F238E27FC236}">
                <a16:creationId xmlns:a16="http://schemas.microsoft.com/office/drawing/2014/main" id="{A5341ADE-CD9C-4DA4-83AA-5EF3A0AE0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9834" y="6404478"/>
            <a:ext cx="2743200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37D2C11-016A-48CC-8143-55FF7B7A04F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5" name="頁尾版面配置區 2">
            <a:extLst>
              <a:ext uri="{FF2B5EF4-FFF2-40B4-BE49-F238E27FC236}">
                <a16:creationId xmlns:a16="http://schemas.microsoft.com/office/drawing/2014/main" id="{84231CFB-B1A8-4AD6-8DD9-D0D3F4A3B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965" y="6404478"/>
            <a:ext cx="4114800" cy="3651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dirty="0"/>
              <a:t>© Freedom Systems Inc.</a:t>
            </a:r>
            <a:endParaRPr lang="zh-TW" altLang="en-US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4863E9E8-FFCA-4C79-ACDE-C877E8F2BD3C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6655668"/>
            <a:ext cx="2225260" cy="1003440"/>
          </a:xfrm>
          <a:prstGeom prst="rect">
            <a:avLst/>
          </a:prstGeom>
        </p:spPr>
      </p:pic>
      <p:sp>
        <p:nvSpPr>
          <p:cNvPr id="46" name="TextBox 205">
            <a:extLst>
              <a:ext uri="{FF2B5EF4-FFF2-40B4-BE49-F238E27FC236}">
                <a16:creationId xmlns:a16="http://schemas.microsoft.com/office/drawing/2014/main" id="{C279085B-2B88-4E9F-9C2A-E5F6354C0AE8}"/>
              </a:ext>
            </a:extLst>
          </p:cNvPr>
          <p:cNvSpPr txBox="1"/>
          <p:nvPr userDrawn="1"/>
        </p:nvSpPr>
        <p:spPr>
          <a:xfrm>
            <a:off x="4483765" y="7027478"/>
            <a:ext cx="1916166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US" altLang="zh-TW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 change the partner logo,</a:t>
            </a:r>
          </a:p>
          <a:p>
            <a:pPr algn="l"/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please modify the slide master:</a:t>
            </a:r>
          </a:p>
        </p:txBody>
      </p:sp>
    </p:spTree>
    <p:extLst>
      <p:ext uri="{BB962C8B-B14F-4D97-AF65-F5344CB8AC3E}">
        <p14:creationId xmlns:p14="http://schemas.microsoft.com/office/powerpoint/2010/main" val="48989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3" r:id="rId3"/>
    <p:sldLayoutId id="2147483726" r:id="rId4"/>
    <p:sldLayoutId id="2147483727" r:id="rId5"/>
    <p:sldLayoutId id="2147483731" r:id="rId6"/>
    <p:sldLayoutId id="2147483736" r:id="rId7"/>
    <p:sldLayoutId id="2147483737" r:id="rId8"/>
    <p:sldLayoutId id="2147483738" r:id="rId9"/>
    <p:sldLayoutId id="2147483745" r:id="rId10"/>
    <p:sldLayoutId id="2147483748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hyperlink" Target="http://www.freedom.net.tw/" TargetMode="External"/><Relationship Id="rId2" Type="http://schemas.openxmlformats.org/officeDocument/2006/relationships/hyperlink" Target="https://www.freedom.net.tw/contact-us.html" TargetMode="External"/><Relationship Id="rId1" Type="http://schemas.openxmlformats.org/officeDocument/2006/relationships/slideLayout" Target="../slideLayouts/slideLayout28.xml"/><Relationship Id="rId6" Type="http://schemas.microsoft.com/office/2007/relationships/hdphoto" Target="../media/hdphoto5.wdp"/><Relationship Id="rId5" Type="http://schemas.openxmlformats.org/officeDocument/2006/relationships/image" Target="../media/image18.png"/><Relationship Id="rId4" Type="http://schemas.microsoft.com/office/2007/relationships/hdphoto" Target="../media/hdphoto4.wdp"/><Relationship Id="rId9" Type="http://schemas.microsoft.com/office/2007/relationships/hdphoto" Target="../media/hdphoto6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26" Type="http://schemas.openxmlformats.org/officeDocument/2006/relationships/image" Target="../media/image44.png"/><Relationship Id="rId3" Type="http://schemas.openxmlformats.org/officeDocument/2006/relationships/image" Target="../media/image21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29" Type="http://schemas.openxmlformats.org/officeDocument/2006/relationships/image" Target="../media/image47.emf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32" Type="http://schemas.openxmlformats.org/officeDocument/2006/relationships/image" Target="../media/image50.emf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31" Type="http://schemas.openxmlformats.org/officeDocument/2006/relationships/image" Target="../media/image49.emf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Relationship Id="rId30" Type="http://schemas.openxmlformats.org/officeDocument/2006/relationships/image" Target="../media/image4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emf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55.emf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D4A5BDAE-59B3-4C95-9A7A-1DF992CC5B1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06D208DE-6EC7-4934-BC27-6A8E33471E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0F90A8CD-8F9C-45EB-9541-E05883A9BF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B4FC53C-2AC7-4B18-9A43-0A33F9D13F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03975"/>
            <a:ext cx="2743200" cy="365125"/>
          </a:xfrm>
        </p:spPr>
        <p:txBody>
          <a:bodyPr/>
          <a:lstStyle/>
          <a:p>
            <a:fld id="{C37D2C11-016A-48CC-8143-55FF7B7A04F1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5842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D1F8B1-C180-4143-B045-81E936B7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2C11-016A-48CC-8143-55FF7B7A04F1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B8F0AD-9FB9-44CB-8A13-3BE4863D3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© Freedom Systems Inc.</a:t>
            </a:r>
            <a:endParaRPr lang="zh-TW" altLang="en-US" dirty="0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035EFD44-6F1C-4533-B70C-6DE1FA2C7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5FB9D639-94F1-4A4E-905C-8B4DB957D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7259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311DE87-16D2-4D97-BEE8-4F3FCBC63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讓自由系統陪伴您成長，共同打造</a:t>
            </a:r>
            <a:r>
              <a:rPr lang="en-US" altLang="zh-TW" dirty="0"/>
              <a:t>IT</a:t>
            </a:r>
            <a:r>
              <a:rPr lang="zh-TW" altLang="en-US" dirty="0"/>
              <a:t>績效</a:t>
            </a:r>
            <a:br>
              <a:rPr lang="en-US" altLang="zh-TW" dirty="0"/>
            </a:br>
            <a:r>
              <a:rPr lang="en-US" altLang="zh-TW" dirty="0"/>
              <a:t>IT</a:t>
            </a:r>
            <a:r>
              <a:rPr lang="zh-TW" altLang="en-US" dirty="0"/>
              <a:t> </a:t>
            </a:r>
            <a:r>
              <a:rPr lang="en-US" altLang="zh-TW" dirty="0"/>
              <a:t>is not an issue, call us!</a:t>
            </a:r>
            <a:endParaRPr lang="zh-TW" alt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35716826-4691-4A20-880F-9B07BF7A6A56}"/>
              </a:ext>
            </a:extLst>
          </p:cNvPr>
          <p:cNvGrpSpPr/>
          <p:nvPr/>
        </p:nvGrpSpPr>
        <p:grpSpPr>
          <a:xfrm>
            <a:off x="6096000" y="5085809"/>
            <a:ext cx="2538149" cy="1600438"/>
            <a:chOff x="9365995" y="5228171"/>
            <a:chExt cx="2538149" cy="1600438"/>
          </a:xfrm>
        </p:grpSpPr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219C594F-F593-4B97-9E60-1838B7BC6E3A}"/>
                </a:ext>
              </a:extLst>
            </p:cNvPr>
            <p:cNvSpPr txBox="1"/>
            <p:nvPr userDrawn="1"/>
          </p:nvSpPr>
          <p:spPr>
            <a:xfrm>
              <a:off x="9787795" y="5228171"/>
              <a:ext cx="2116349" cy="1600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TW" sz="1400" dirty="0">
                  <a:solidFill>
                    <a:schemeClr val="bg1"/>
                  </a:solidFill>
                </a:rPr>
                <a:t>+886-2-2655-0668</a:t>
              </a:r>
            </a:p>
            <a:p>
              <a:pPr>
                <a:lnSpc>
                  <a:spcPct val="200000"/>
                </a:lnSpc>
              </a:pPr>
              <a:r>
                <a:rPr lang="en-US" altLang="zh-TW" sz="1400" dirty="0">
                  <a:solidFill>
                    <a:schemeClr val="bg1"/>
                  </a:solidFill>
                </a:rPr>
                <a:t>sales@freedom.net.tw</a:t>
              </a:r>
            </a:p>
            <a:p>
              <a:pPr>
                <a:lnSpc>
                  <a:spcPct val="200000"/>
                </a:lnSpc>
              </a:pPr>
              <a:r>
                <a:rPr lang="en-US" altLang="zh-TW" sz="1400" dirty="0">
                  <a:solidFill>
                    <a:schemeClr val="bg1"/>
                  </a:solidFill>
                </a:rPr>
                <a:t>www.freedom.net.tw</a:t>
              </a:r>
            </a:p>
            <a:p>
              <a:endParaRPr lang="zh-TW" altLang="en-US" sz="1400" dirty="0">
                <a:solidFill>
                  <a:schemeClr val="bg1"/>
                </a:solidFill>
              </a:endParaRPr>
            </a:p>
          </p:txBody>
        </p:sp>
        <p:pic>
          <p:nvPicPr>
            <p:cNvPr id="7" name="圖片 6">
              <a:hlinkClick r:id="rId2"/>
              <a:extLst>
                <a:ext uri="{FF2B5EF4-FFF2-40B4-BE49-F238E27FC236}">
                  <a16:creationId xmlns:a16="http://schemas.microsoft.com/office/drawing/2014/main" id="{B17EE440-A6AE-4B74-9A66-D130FC95ED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37" b="89963" l="9881" r="8972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421374" y="5768674"/>
              <a:ext cx="368113" cy="391278"/>
            </a:xfrm>
            <a:prstGeom prst="rect">
              <a:avLst/>
            </a:prstGeom>
            <a:noFill/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FDA66AB5-4445-4851-96EE-0FD0B1B016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37" b="89963" l="9924" r="90076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406048" y="5338780"/>
              <a:ext cx="381747" cy="390836"/>
            </a:xfrm>
            <a:prstGeom prst="rect">
              <a:avLst/>
            </a:prstGeom>
            <a:noFill/>
          </p:spPr>
        </p:pic>
        <p:pic>
          <p:nvPicPr>
            <p:cNvPr id="9" name="圖片 8">
              <a:hlinkClick r:id="rId7"/>
              <a:extLst>
                <a:ext uri="{FF2B5EF4-FFF2-40B4-BE49-F238E27FC236}">
                  <a16:creationId xmlns:a16="http://schemas.microsoft.com/office/drawing/2014/main" id="{6CAC48C1-7CE3-407A-ACED-08C7442308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72" b="89928" l="9810" r="8987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365995" y="6200478"/>
              <a:ext cx="459005" cy="404469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623142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Shape 331">
            <a:extLst>
              <a:ext uri="{FF2B5EF4-FFF2-40B4-BE49-F238E27FC236}">
                <a16:creationId xmlns:a16="http://schemas.microsoft.com/office/drawing/2014/main" id="{93058786-6B23-4B30-B888-EB7158332432}"/>
              </a:ext>
            </a:extLst>
          </p:cNvPr>
          <p:cNvGrpSpPr/>
          <p:nvPr/>
        </p:nvGrpSpPr>
        <p:grpSpPr>
          <a:xfrm>
            <a:off x="675635" y="906772"/>
            <a:ext cx="320575" cy="405429"/>
            <a:chOff x="584925" y="238125"/>
            <a:chExt cx="415200" cy="525100"/>
          </a:xfrm>
          <a:solidFill>
            <a:schemeClr val="tx1"/>
          </a:solidFill>
        </p:grpSpPr>
        <p:sp>
          <p:nvSpPr>
            <p:cNvPr id="13" name="Shape 332">
              <a:extLst>
                <a:ext uri="{FF2B5EF4-FFF2-40B4-BE49-F238E27FC236}">
                  <a16:creationId xmlns:a16="http://schemas.microsoft.com/office/drawing/2014/main" id="{24874EAC-098D-4F8E-A24A-9D363F83085E}"/>
                </a:ext>
              </a:extLst>
            </p:cNvPr>
            <p:cNvSpPr/>
            <p:nvPr/>
          </p:nvSpPr>
          <p:spPr>
            <a:xfrm>
              <a:off x="621550" y="299175"/>
              <a:ext cx="378575" cy="464050"/>
            </a:xfrm>
            <a:custGeom>
              <a:avLst/>
              <a:gdLst/>
              <a:ahLst/>
              <a:cxnLst/>
              <a:rect l="0" t="0" r="0" b="0"/>
              <a:pathLst>
                <a:path w="15142" h="18562" extrusionOk="0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5" name="Shape 333">
              <a:extLst>
                <a:ext uri="{FF2B5EF4-FFF2-40B4-BE49-F238E27FC236}">
                  <a16:creationId xmlns:a16="http://schemas.microsoft.com/office/drawing/2014/main" id="{7E016EEC-83C9-431F-BC45-3334709316BC}"/>
                </a:ext>
              </a:extLst>
            </p:cNvPr>
            <p:cNvSpPr/>
            <p:nvPr/>
          </p:nvSpPr>
          <p:spPr>
            <a:xfrm>
              <a:off x="633750" y="238125"/>
              <a:ext cx="29350" cy="63500"/>
            </a:xfrm>
            <a:custGeom>
              <a:avLst/>
              <a:gdLst/>
              <a:ahLst/>
              <a:cxnLst/>
              <a:rect l="0" t="0" r="0" b="0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7" name="Shape 334">
              <a:extLst>
                <a:ext uri="{FF2B5EF4-FFF2-40B4-BE49-F238E27FC236}">
                  <a16:creationId xmlns:a16="http://schemas.microsoft.com/office/drawing/2014/main" id="{D152C03D-8ED6-4266-9018-B7FA20224E1B}"/>
                </a:ext>
              </a:extLst>
            </p:cNvPr>
            <p:cNvSpPr/>
            <p:nvPr/>
          </p:nvSpPr>
          <p:spPr>
            <a:xfrm>
              <a:off x="716800" y="238125"/>
              <a:ext cx="29325" cy="63500"/>
            </a:xfrm>
            <a:custGeom>
              <a:avLst/>
              <a:gdLst/>
              <a:ahLst/>
              <a:cxnLst/>
              <a:rect l="0" t="0" r="0" b="0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9" name="Shape 335">
              <a:extLst>
                <a:ext uri="{FF2B5EF4-FFF2-40B4-BE49-F238E27FC236}">
                  <a16:creationId xmlns:a16="http://schemas.microsoft.com/office/drawing/2014/main" id="{094FA066-39EF-4625-8E2F-152DE720A6BA}"/>
                </a:ext>
              </a:extLst>
            </p:cNvPr>
            <p:cNvSpPr/>
            <p:nvPr/>
          </p:nvSpPr>
          <p:spPr>
            <a:xfrm>
              <a:off x="799825" y="238125"/>
              <a:ext cx="29350" cy="63500"/>
            </a:xfrm>
            <a:custGeom>
              <a:avLst/>
              <a:gdLst/>
              <a:ahLst/>
              <a:cxnLst/>
              <a:rect l="0" t="0" r="0" b="0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0" name="Shape 336">
              <a:extLst>
                <a:ext uri="{FF2B5EF4-FFF2-40B4-BE49-F238E27FC236}">
                  <a16:creationId xmlns:a16="http://schemas.microsoft.com/office/drawing/2014/main" id="{7552F9EE-D2D0-4559-84B3-ECE492305A27}"/>
                </a:ext>
              </a:extLst>
            </p:cNvPr>
            <p:cNvSpPr/>
            <p:nvPr/>
          </p:nvSpPr>
          <p:spPr>
            <a:xfrm>
              <a:off x="882875" y="238125"/>
              <a:ext cx="29325" cy="63500"/>
            </a:xfrm>
            <a:custGeom>
              <a:avLst/>
              <a:gdLst/>
              <a:ahLst/>
              <a:cxnLst/>
              <a:rect l="0" t="0" r="0" b="0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1" name="Shape 337">
              <a:extLst>
                <a:ext uri="{FF2B5EF4-FFF2-40B4-BE49-F238E27FC236}">
                  <a16:creationId xmlns:a16="http://schemas.microsoft.com/office/drawing/2014/main" id="{E116011D-09F4-4E38-BBEA-18012EBE6CEF}"/>
                </a:ext>
              </a:extLst>
            </p:cNvPr>
            <p:cNvSpPr/>
            <p:nvPr/>
          </p:nvSpPr>
          <p:spPr>
            <a:xfrm>
              <a:off x="584925" y="261325"/>
              <a:ext cx="378575" cy="464050"/>
            </a:xfrm>
            <a:custGeom>
              <a:avLst/>
              <a:gdLst/>
              <a:ahLst/>
              <a:cxnLst/>
              <a:rect l="0" t="0" r="0" b="0"/>
              <a:pathLst>
                <a:path w="15142" h="18562" extrusionOk="0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22" name="Shape 338">
            <a:extLst>
              <a:ext uri="{FF2B5EF4-FFF2-40B4-BE49-F238E27FC236}">
                <a16:creationId xmlns:a16="http://schemas.microsoft.com/office/drawing/2014/main" id="{B8C054B5-5E07-4E51-971C-4B304E2879A6}"/>
              </a:ext>
            </a:extLst>
          </p:cNvPr>
          <p:cNvGrpSpPr/>
          <p:nvPr/>
        </p:nvGrpSpPr>
        <p:grpSpPr>
          <a:xfrm>
            <a:off x="1184758" y="965683"/>
            <a:ext cx="343217" cy="285715"/>
            <a:chOff x="1244325" y="314425"/>
            <a:chExt cx="444525" cy="370050"/>
          </a:xfrm>
          <a:solidFill>
            <a:schemeClr val="tx1"/>
          </a:solidFill>
        </p:grpSpPr>
        <p:sp>
          <p:nvSpPr>
            <p:cNvPr id="23" name="Shape 339">
              <a:extLst>
                <a:ext uri="{FF2B5EF4-FFF2-40B4-BE49-F238E27FC236}">
                  <a16:creationId xmlns:a16="http://schemas.microsoft.com/office/drawing/2014/main" id="{950BF012-CB22-4485-95E6-A1EC5CE42BC0}"/>
                </a:ext>
              </a:extLst>
            </p:cNvPr>
            <p:cNvSpPr/>
            <p:nvPr/>
          </p:nvSpPr>
          <p:spPr>
            <a:xfrm>
              <a:off x="1388425" y="463425"/>
              <a:ext cx="143525" cy="143500"/>
            </a:xfrm>
            <a:custGeom>
              <a:avLst/>
              <a:gdLst/>
              <a:ahLst/>
              <a:cxnLst/>
              <a:rect l="0" t="0" r="0" b="0"/>
              <a:pathLst>
                <a:path w="5741" h="5740" extrusionOk="0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4" name="Shape 340">
              <a:extLst>
                <a:ext uri="{FF2B5EF4-FFF2-40B4-BE49-F238E27FC236}">
                  <a16:creationId xmlns:a16="http://schemas.microsoft.com/office/drawing/2014/main" id="{1CDA61AD-9296-4016-9F13-100D6FE468D0}"/>
                </a:ext>
              </a:extLst>
            </p:cNvPr>
            <p:cNvSpPr/>
            <p:nvPr/>
          </p:nvSpPr>
          <p:spPr>
            <a:xfrm>
              <a:off x="1244325" y="314425"/>
              <a:ext cx="444525" cy="370050"/>
            </a:xfrm>
            <a:custGeom>
              <a:avLst/>
              <a:gdLst/>
              <a:ahLst/>
              <a:cxnLst/>
              <a:rect l="0" t="0" r="0" b="0"/>
              <a:pathLst>
                <a:path w="17781" h="14802" extrusionOk="0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25" name="Shape 341">
            <a:extLst>
              <a:ext uri="{FF2B5EF4-FFF2-40B4-BE49-F238E27FC236}">
                <a16:creationId xmlns:a16="http://schemas.microsoft.com/office/drawing/2014/main" id="{52776D93-3D6E-450C-8F61-DEFFE53949CB}"/>
              </a:ext>
            </a:extLst>
          </p:cNvPr>
          <p:cNvGrpSpPr/>
          <p:nvPr/>
        </p:nvGrpSpPr>
        <p:grpSpPr>
          <a:xfrm>
            <a:off x="1712758" y="964274"/>
            <a:ext cx="328142" cy="288533"/>
            <a:chOff x="1928175" y="312600"/>
            <a:chExt cx="425000" cy="373700"/>
          </a:xfrm>
          <a:solidFill>
            <a:schemeClr val="tx1"/>
          </a:solidFill>
        </p:grpSpPr>
        <p:sp>
          <p:nvSpPr>
            <p:cNvPr id="26" name="Shape 342">
              <a:extLst>
                <a:ext uri="{FF2B5EF4-FFF2-40B4-BE49-F238E27FC236}">
                  <a16:creationId xmlns:a16="http://schemas.microsoft.com/office/drawing/2014/main" id="{D71CFF31-0695-4D7D-9B82-64ED8DBBE8C8}"/>
                </a:ext>
              </a:extLst>
            </p:cNvPr>
            <p:cNvSpPr/>
            <p:nvPr/>
          </p:nvSpPr>
          <p:spPr>
            <a:xfrm>
              <a:off x="1928175" y="312600"/>
              <a:ext cx="425000" cy="373700"/>
            </a:xfrm>
            <a:custGeom>
              <a:avLst/>
              <a:gdLst/>
              <a:ahLst/>
              <a:cxnLst/>
              <a:rect l="0" t="0" r="0" b="0"/>
              <a:pathLst>
                <a:path w="17000" h="14948" extrusionOk="0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7" name="Shape 343">
              <a:extLst>
                <a:ext uri="{FF2B5EF4-FFF2-40B4-BE49-F238E27FC236}">
                  <a16:creationId xmlns:a16="http://schemas.microsoft.com/office/drawing/2014/main" id="{76BD1D04-FE74-4FB1-9DD1-5B59F403BAA2}"/>
                </a:ext>
              </a:extLst>
            </p:cNvPr>
            <p:cNvSpPr/>
            <p:nvPr/>
          </p:nvSpPr>
          <p:spPr>
            <a:xfrm>
              <a:off x="1964825" y="349250"/>
              <a:ext cx="351700" cy="300425"/>
            </a:xfrm>
            <a:custGeom>
              <a:avLst/>
              <a:gdLst/>
              <a:ahLst/>
              <a:cxnLst/>
              <a:rect l="0" t="0" r="0" b="0"/>
              <a:pathLst>
                <a:path w="14068" h="12017" extrusionOk="0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28" name="Shape 344">
            <a:extLst>
              <a:ext uri="{FF2B5EF4-FFF2-40B4-BE49-F238E27FC236}">
                <a16:creationId xmlns:a16="http://schemas.microsoft.com/office/drawing/2014/main" id="{BC9637F5-6D92-4999-8A5E-4F4B82486F23}"/>
              </a:ext>
            </a:extLst>
          </p:cNvPr>
          <p:cNvSpPr/>
          <p:nvPr/>
        </p:nvSpPr>
        <p:spPr>
          <a:xfrm>
            <a:off x="2263078" y="953927"/>
            <a:ext cx="268729" cy="309264"/>
          </a:xfrm>
          <a:custGeom>
            <a:avLst/>
            <a:gdLst/>
            <a:ahLst/>
            <a:cxnLst/>
            <a:rect l="0" t="0" r="0" b="0"/>
            <a:pathLst>
              <a:path w="13921" h="16022" extrusionOk="0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29" name="Shape 345">
            <a:extLst>
              <a:ext uri="{FF2B5EF4-FFF2-40B4-BE49-F238E27FC236}">
                <a16:creationId xmlns:a16="http://schemas.microsoft.com/office/drawing/2014/main" id="{A38C99A2-23B7-4EA8-ADE5-F72DA9092252}"/>
              </a:ext>
            </a:extLst>
          </p:cNvPr>
          <p:cNvSpPr/>
          <p:nvPr/>
        </p:nvSpPr>
        <p:spPr>
          <a:xfrm>
            <a:off x="2801950" y="954873"/>
            <a:ext cx="231977" cy="307373"/>
          </a:xfrm>
          <a:custGeom>
            <a:avLst/>
            <a:gdLst/>
            <a:ahLst/>
            <a:cxnLst/>
            <a:rect l="0" t="0" r="0" b="0"/>
            <a:pathLst>
              <a:path w="12018" h="15924" extrusionOk="0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30" name="Shape 346">
            <a:extLst>
              <a:ext uri="{FF2B5EF4-FFF2-40B4-BE49-F238E27FC236}">
                <a16:creationId xmlns:a16="http://schemas.microsoft.com/office/drawing/2014/main" id="{EC12A1B4-B349-4A32-A55B-EEEA6DEBD608}"/>
              </a:ext>
            </a:extLst>
          </p:cNvPr>
          <p:cNvGrpSpPr/>
          <p:nvPr/>
        </p:nvGrpSpPr>
        <p:grpSpPr>
          <a:xfrm>
            <a:off x="3249604" y="949199"/>
            <a:ext cx="377170" cy="318703"/>
            <a:chOff x="3918650" y="293075"/>
            <a:chExt cx="488500" cy="412775"/>
          </a:xfrm>
          <a:solidFill>
            <a:schemeClr val="tx1"/>
          </a:solidFill>
        </p:grpSpPr>
        <p:sp>
          <p:nvSpPr>
            <p:cNvPr id="31" name="Shape 347">
              <a:extLst>
                <a:ext uri="{FF2B5EF4-FFF2-40B4-BE49-F238E27FC236}">
                  <a16:creationId xmlns:a16="http://schemas.microsoft.com/office/drawing/2014/main" id="{0990ACE2-D54C-41CE-BD41-EAC709520B63}"/>
                </a:ext>
              </a:extLst>
            </p:cNvPr>
            <p:cNvSpPr/>
            <p:nvPr/>
          </p:nvSpPr>
          <p:spPr>
            <a:xfrm>
              <a:off x="4085350" y="293675"/>
              <a:ext cx="154500" cy="412175"/>
            </a:xfrm>
            <a:custGeom>
              <a:avLst/>
              <a:gdLst/>
              <a:ahLst/>
              <a:cxnLst/>
              <a:rect l="0" t="0" r="0" b="0"/>
              <a:pathLst>
                <a:path w="6180" h="16487" extrusionOk="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2" name="Shape 348">
              <a:extLst>
                <a:ext uri="{FF2B5EF4-FFF2-40B4-BE49-F238E27FC236}">
                  <a16:creationId xmlns:a16="http://schemas.microsoft.com/office/drawing/2014/main" id="{394F3C8E-CCBA-4343-AC6E-E2E427867532}"/>
                </a:ext>
              </a:extLst>
            </p:cNvPr>
            <p:cNvSpPr/>
            <p:nvPr/>
          </p:nvSpPr>
          <p:spPr>
            <a:xfrm>
              <a:off x="3918650" y="293075"/>
              <a:ext cx="153900" cy="407275"/>
            </a:xfrm>
            <a:custGeom>
              <a:avLst/>
              <a:gdLst/>
              <a:ahLst/>
              <a:cxnLst/>
              <a:rect l="0" t="0" r="0" b="0"/>
              <a:pathLst>
                <a:path w="6156" h="16291" extrusionOk="0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3" name="Shape 349">
              <a:extLst>
                <a:ext uri="{FF2B5EF4-FFF2-40B4-BE49-F238E27FC236}">
                  <a16:creationId xmlns:a16="http://schemas.microsoft.com/office/drawing/2014/main" id="{FE171B76-502D-4087-8BF6-71FDC06261A9}"/>
                </a:ext>
              </a:extLst>
            </p:cNvPr>
            <p:cNvSpPr/>
            <p:nvPr/>
          </p:nvSpPr>
          <p:spPr>
            <a:xfrm>
              <a:off x="4253250" y="298550"/>
              <a:ext cx="153900" cy="406675"/>
            </a:xfrm>
            <a:custGeom>
              <a:avLst/>
              <a:gdLst/>
              <a:ahLst/>
              <a:cxnLst/>
              <a:rect l="0" t="0" r="0" b="0"/>
              <a:pathLst>
                <a:path w="6156" h="16267" extrusionOk="0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34" name="Shape 350">
            <a:extLst>
              <a:ext uri="{FF2B5EF4-FFF2-40B4-BE49-F238E27FC236}">
                <a16:creationId xmlns:a16="http://schemas.microsoft.com/office/drawing/2014/main" id="{8F00CBD6-86AD-4530-ACE8-442A22018371}"/>
              </a:ext>
            </a:extLst>
          </p:cNvPr>
          <p:cNvGrpSpPr/>
          <p:nvPr/>
        </p:nvGrpSpPr>
        <p:grpSpPr>
          <a:xfrm>
            <a:off x="3803528" y="925148"/>
            <a:ext cx="310229" cy="366786"/>
            <a:chOff x="4636075" y="261925"/>
            <a:chExt cx="401800" cy="475050"/>
          </a:xfrm>
          <a:solidFill>
            <a:schemeClr val="tx1"/>
          </a:solidFill>
        </p:grpSpPr>
        <p:sp>
          <p:nvSpPr>
            <p:cNvPr id="35" name="Shape 351">
              <a:extLst>
                <a:ext uri="{FF2B5EF4-FFF2-40B4-BE49-F238E27FC236}">
                  <a16:creationId xmlns:a16="http://schemas.microsoft.com/office/drawing/2014/main" id="{71959F20-B1DB-4114-9DB1-E671A3CF7FD1}"/>
                </a:ext>
              </a:extLst>
            </p:cNvPr>
            <p:cNvSpPr/>
            <p:nvPr/>
          </p:nvSpPr>
          <p:spPr>
            <a:xfrm>
              <a:off x="4665400" y="326650"/>
              <a:ext cx="372475" cy="97100"/>
            </a:xfrm>
            <a:custGeom>
              <a:avLst/>
              <a:gdLst/>
              <a:ahLst/>
              <a:cxnLst/>
              <a:rect l="0" t="0" r="0" b="0"/>
              <a:pathLst>
                <a:path w="14899" h="3884" extrusionOk="0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6" name="Shape 352">
              <a:extLst>
                <a:ext uri="{FF2B5EF4-FFF2-40B4-BE49-F238E27FC236}">
                  <a16:creationId xmlns:a16="http://schemas.microsoft.com/office/drawing/2014/main" id="{B87F8D23-4767-4454-9FC5-939BC88D11F4}"/>
                </a:ext>
              </a:extLst>
            </p:cNvPr>
            <p:cNvSpPr/>
            <p:nvPr/>
          </p:nvSpPr>
          <p:spPr>
            <a:xfrm>
              <a:off x="4636075" y="438375"/>
              <a:ext cx="372475" cy="97125"/>
            </a:xfrm>
            <a:custGeom>
              <a:avLst/>
              <a:gdLst/>
              <a:ahLst/>
              <a:cxnLst/>
              <a:rect l="0" t="0" r="0" b="0"/>
              <a:pathLst>
                <a:path w="14899" h="3884" extrusionOk="0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7" name="Shape 353">
              <a:extLst>
                <a:ext uri="{FF2B5EF4-FFF2-40B4-BE49-F238E27FC236}">
                  <a16:creationId xmlns:a16="http://schemas.microsoft.com/office/drawing/2014/main" id="{24BB9AE9-293E-424F-8AFE-7331EA1C95AE}"/>
                </a:ext>
              </a:extLst>
            </p:cNvPr>
            <p:cNvSpPr/>
            <p:nvPr/>
          </p:nvSpPr>
          <p:spPr>
            <a:xfrm>
              <a:off x="4814975" y="261925"/>
              <a:ext cx="44000" cy="50100"/>
            </a:xfrm>
            <a:custGeom>
              <a:avLst/>
              <a:gdLst/>
              <a:ahLst/>
              <a:cxnLst/>
              <a:rect l="0" t="0" r="0" b="0"/>
              <a:pathLst>
                <a:path w="1760" h="2004" extrusionOk="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8" name="Shape 354">
              <a:extLst>
                <a:ext uri="{FF2B5EF4-FFF2-40B4-BE49-F238E27FC236}">
                  <a16:creationId xmlns:a16="http://schemas.microsoft.com/office/drawing/2014/main" id="{8E86285A-CCCF-47FF-9AE3-8296F7273D18}"/>
                </a:ext>
              </a:extLst>
            </p:cNvPr>
            <p:cNvSpPr/>
            <p:nvPr/>
          </p:nvSpPr>
          <p:spPr>
            <a:xfrm>
              <a:off x="4814975" y="550125"/>
              <a:ext cx="44000" cy="186850"/>
            </a:xfrm>
            <a:custGeom>
              <a:avLst/>
              <a:gdLst/>
              <a:ahLst/>
              <a:cxnLst/>
              <a:rect l="0" t="0" r="0" b="0"/>
              <a:pathLst>
                <a:path w="1760" h="7474" extrusionOk="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39" name="Shape 355">
            <a:extLst>
              <a:ext uri="{FF2B5EF4-FFF2-40B4-BE49-F238E27FC236}">
                <a16:creationId xmlns:a16="http://schemas.microsoft.com/office/drawing/2014/main" id="{F1D1ECDD-5193-4143-8162-99C620141164}"/>
              </a:ext>
            </a:extLst>
          </p:cNvPr>
          <p:cNvSpPr/>
          <p:nvPr/>
        </p:nvSpPr>
        <p:spPr>
          <a:xfrm>
            <a:off x="4301680" y="953444"/>
            <a:ext cx="355474" cy="310229"/>
          </a:xfrm>
          <a:custGeom>
            <a:avLst/>
            <a:gdLst/>
            <a:ahLst/>
            <a:cxnLst/>
            <a:rect l="0" t="0" r="0" b="0"/>
            <a:pathLst>
              <a:path w="18416" h="16072" extrusionOk="0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40" name="Shape 356">
            <a:extLst>
              <a:ext uri="{FF2B5EF4-FFF2-40B4-BE49-F238E27FC236}">
                <a16:creationId xmlns:a16="http://schemas.microsoft.com/office/drawing/2014/main" id="{E689B966-B982-4C7A-976D-A415E3A6D185}"/>
              </a:ext>
            </a:extLst>
          </p:cNvPr>
          <p:cNvGrpSpPr/>
          <p:nvPr/>
        </p:nvGrpSpPr>
        <p:grpSpPr>
          <a:xfrm>
            <a:off x="4843971" y="955800"/>
            <a:ext cx="311156" cy="305018"/>
            <a:chOff x="5983625" y="301625"/>
            <a:chExt cx="403000" cy="395050"/>
          </a:xfrm>
          <a:solidFill>
            <a:schemeClr val="tx1"/>
          </a:solidFill>
        </p:grpSpPr>
        <p:sp>
          <p:nvSpPr>
            <p:cNvPr id="41" name="Shape 357">
              <a:extLst>
                <a:ext uri="{FF2B5EF4-FFF2-40B4-BE49-F238E27FC236}">
                  <a16:creationId xmlns:a16="http://schemas.microsoft.com/office/drawing/2014/main" id="{80C783EF-4E64-4861-8704-5D3EE890C5A7}"/>
                </a:ext>
              </a:extLst>
            </p:cNvPr>
            <p:cNvSpPr/>
            <p:nvPr/>
          </p:nvSpPr>
          <p:spPr>
            <a:xfrm>
              <a:off x="5983625" y="319925"/>
              <a:ext cx="403000" cy="67200"/>
            </a:xfrm>
            <a:custGeom>
              <a:avLst/>
              <a:gdLst/>
              <a:ahLst/>
              <a:cxnLst/>
              <a:rect l="0" t="0" r="0" b="0"/>
              <a:pathLst>
                <a:path w="16120" h="2688" extrusionOk="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2" name="Shape 358">
              <a:extLst>
                <a:ext uri="{FF2B5EF4-FFF2-40B4-BE49-F238E27FC236}">
                  <a16:creationId xmlns:a16="http://schemas.microsoft.com/office/drawing/2014/main" id="{159CA484-4133-45F1-AF7C-7B18573F84F2}"/>
                </a:ext>
              </a:extLst>
            </p:cNvPr>
            <p:cNvSpPr/>
            <p:nvPr/>
          </p:nvSpPr>
          <p:spPr>
            <a:xfrm>
              <a:off x="5983625" y="664900"/>
              <a:ext cx="403000" cy="31775"/>
            </a:xfrm>
            <a:custGeom>
              <a:avLst/>
              <a:gdLst/>
              <a:ahLst/>
              <a:cxnLst/>
              <a:rect l="0" t="0" r="0" b="0"/>
              <a:pathLst>
                <a:path w="16120" h="1271" extrusionOk="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3" name="Shape 359">
              <a:extLst>
                <a:ext uri="{FF2B5EF4-FFF2-40B4-BE49-F238E27FC236}">
                  <a16:creationId xmlns:a16="http://schemas.microsoft.com/office/drawing/2014/main" id="{9F3201CA-D75B-431C-97B3-9961E05FA2CA}"/>
                </a:ext>
              </a:extLst>
            </p:cNvPr>
            <p:cNvSpPr/>
            <p:nvPr/>
          </p:nvSpPr>
          <p:spPr>
            <a:xfrm>
              <a:off x="6041025" y="301625"/>
              <a:ext cx="29325" cy="63500"/>
            </a:xfrm>
            <a:custGeom>
              <a:avLst/>
              <a:gdLst/>
              <a:ahLst/>
              <a:cxnLst/>
              <a:rect l="0" t="0" r="0" b="0"/>
              <a:pathLst>
                <a:path w="1173" h="2540" extrusionOk="0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4" name="Shape 360">
              <a:extLst>
                <a:ext uri="{FF2B5EF4-FFF2-40B4-BE49-F238E27FC236}">
                  <a16:creationId xmlns:a16="http://schemas.microsoft.com/office/drawing/2014/main" id="{F4D171F8-F33C-4014-95F5-4A124C01266D}"/>
                </a:ext>
              </a:extLst>
            </p:cNvPr>
            <p:cNvSpPr/>
            <p:nvPr/>
          </p:nvSpPr>
          <p:spPr>
            <a:xfrm>
              <a:off x="6297450" y="301625"/>
              <a:ext cx="29350" cy="63500"/>
            </a:xfrm>
            <a:custGeom>
              <a:avLst/>
              <a:gdLst/>
              <a:ahLst/>
              <a:cxnLst/>
              <a:rect l="0" t="0" r="0" b="0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5" name="Shape 361">
              <a:extLst>
                <a:ext uri="{FF2B5EF4-FFF2-40B4-BE49-F238E27FC236}">
                  <a16:creationId xmlns:a16="http://schemas.microsoft.com/office/drawing/2014/main" id="{CC92A2D3-8E06-4BB2-9A99-0C795AFDCF7E}"/>
                </a:ext>
              </a:extLst>
            </p:cNvPr>
            <p:cNvSpPr/>
            <p:nvPr/>
          </p:nvSpPr>
          <p:spPr>
            <a:xfrm>
              <a:off x="609720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6" name="Shape 362">
              <a:extLst>
                <a:ext uri="{FF2B5EF4-FFF2-40B4-BE49-F238E27FC236}">
                  <a16:creationId xmlns:a16="http://schemas.microsoft.com/office/drawing/2014/main" id="{F349AA59-5E68-4EAE-80B1-666482B4E8B4}"/>
                </a:ext>
              </a:extLst>
            </p:cNvPr>
            <p:cNvSpPr/>
            <p:nvPr/>
          </p:nvSpPr>
          <p:spPr>
            <a:xfrm>
              <a:off x="609720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4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7" name="Shape 363">
              <a:extLst>
                <a:ext uri="{FF2B5EF4-FFF2-40B4-BE49-F238E27FC236}">
                  <a16:creationId xmlns:a16="http://schemas.microsoft.com/office/drawing/2014/main" id="{DAF7B276-A55C-4DEF-986D-ACB5C115EC3C}"/>
                </a:ext>
              </a:extLst>
            </p:cNvPr>
            <p:cNvSpPr/>
            <p:nvPr/>
          </p:nvSpPr>
          <p:spPr>
            <a:xfrm>
              <a:off x="609720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4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8" name="Shape 364">
              <a:extLst>
                <a:ext uri="{FF2B5EF4-FFF2-40B4-BE49-F238E27FC236}">
                  <a16:creationId xmlns:a16="http://schemas.microsoft.com/office/drawing/2014/main" id="{E68C803C-F565-4F53-9054-57395FF60F97}"/>
                </a:ext>
              </a:extLst>
            </p:cNvPr>
            <p:cNvSpPr/>
            <p:nvPr/>
          </p:nvSpPr>
          <p:spPr>
            <a:xfrm>
              <a:off x="6160075" y="575150"/>
              <a:ext cx="50100" cy="48875"/>
            </a:xfrm>
            <a:custGeom>
              <a:avLst/>
              <a:gdLst/>
              <a:ahLst/>
              <a:cxnLst/>
              <a:rect l="0" t="0" r="0" b="0"/>
              <a:pathLst>
                <a:path w="2004" h="1954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9" name="Shape 365">
              <a:extLst>
                <a:ext uri="{FF2B5EF4-FFF2-40B4-BE49-F238E27FC236}">
                  <a16:creationId xmlns:a16="http://schemas.microsoft.com/office/drawing/2014/main" id="{8874CB09-6FA5-4127-A5D3-83F7A99F08B5}"/>
                </a:ext>
              </a:extLst>
            </p:cNvPr>
            <p:cNvSpPr/>
            <p:nvPr/>
          </p:nvSpPr>
          <p:spPr>
            <a:xfrm>
              <a:off x="603430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0" name="Shape 366">
              <a:extLst>
                <a:ext uri="{FF2B5EF4-FFF2-40B4-BE49-F238E27FC236}">
                  <a16:creationId xmlns:a16="http://schemas.microsoft.com/office/drawing/2014/main" id="{5A03610B-84F1-4403-9E41-A0E3419E1597}"/>
                </a:ext>
              </a:extLst>
            </p:cNvPr>
            <p:cNvSpPr/>
            <p:nvPr/>
          </p:nvSpPr>
          <p:spPr>
            <a:xfrm>
              <a:off x="603430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4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1" name="Shape 367">
              <a:extLst>
                <a:ext uri="{FF2B5EF4-FFF2-40B4-BE49-F238E27FC236}">
                  <a16:creationId xmlns:a16="http://schemas.microsoft.com/office/drawing/2014/main" id="{70D3FAE0-7A19-4576-99F9-C7394F7F5CD2}"/>
                </a:ext>
              </a:extLst>
            </p:cNvPr>
            <p:cNvSpPr/>
            <p:nvPr/>
          </p:nvSpPr>
          <p:spPr>
            <a:xfrm>
              <a:off x="603430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4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2" name="Shape 368">
              <a:extLst>
                <a:ext uri="{FF2B5EF4-FFF2-40B4-BE49-F238E27FC236}">
                  <a16:creationId xmlns:a16="http://schemas.microsoft.com/office/drawing/2014/main" id="{46F15BFD-2B28-4290-91DC-DD73E9AC2888}"/>
                </a:ext>
              </a:extLst>
            </p:cNvPr>
            <p:cNvSpPr/>
            <p:nvPr/>
          </p:nvSpPr>
          <p:spPr>
            <a:xfrm>
              <a:off x="6160075" y="509200"/>
              <a:ext cx="50100" cy="53775"/>
            </a:xfrm>
            <a:custGeom>
              <a:avLst/>
              <a:gdLst/>
              <a:ahLst/>
              <a:cxnLst/>
              <a:rect l="0" t="0" r="0" b="0"/>
              <a:pathLst>
                <a:path w="2004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3" name="Shape 369">
              <a:extLst>
                <a:ext uri="{FF2B5EF4-FFF2-40B4-BE49-F238E27FC236}">
                  <a16:creationId xmlns:a16="http://schemas.microsoft.com/office/drawing/2014/main" id="{57E2E793-2649-4600-A5AF-50301C47D016}"/>
                </a:ext>
              </a:extLst>
            </p:cNvPr>
            <p:cNvSpPr/>
            <p:nvPr/>
          </p:nvSpPr>
          <p:spPr>
            <a:xfrm>
              <a:off x="5983625" y="399300"/>
              <a:ext cx="403000" cy="272950"/>
            </a:xfrm>
            <a:custGeom>
              <a:avLst/>
              <a:gdLst/>
              <a:ahLst/>
              <a:cxnLst/>
              <a:rect l="0" t="0" r="0" b="0"/>
              <a:pathLst>
                <a:path w="16120" h="10918" extrusionOk="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4" name="Shape 370">
              <a:extLst>
                <a:ext uri="{FF2B5EF4-FFF2-40B4-BE49-F238E27FC236}">
                  <a16:creationId xmlns:a16="http://schemas.microsoft.com/office/drawing/2014/main" id="{D1A1FD9D-1841-4E3D-803C-E7535C71F171}"/>
                </a:ext>
              </a:extLst>
            </p:cNvPr>
            <p:cNvSpPr/>
            <p:nvPr/>
          </p:nvSpPr>
          <p:spPr>
            <a:xfrm>
              <a:off x="628525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4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5" name="Shape 371">
              <a:extLst>
                <a:ext uri="{FF2B5EF4-FFF2-40B4-BE49-F238E27FC236}">
                  <a16:creationId xmlns:a16="http://schemas.microsoft.com/office/drawing/2014/main" id="{456846DA-3C51-462F-AB1B-357F4DE68C63}"/>
                </a:ext>
              </a:extLst>
            </p:cNvPr>
            <p:cNvSpPr/>
            <p:nvPr/>
          </p:nvSpPr>
          <p:spPr>
            <a:xfrm>
              <a:off x="628525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6" name="Shape 372">
              <a:extLst>
                <a:ext uri="{FF2B5EF4-FFF2-40B4-BE49-F238E27FC236}">
                  <a16:creationId xmlns:a16="http://schemas.microsoft.com/office/drawing/2014/main" id="{98579664-797B-4EE8-AEB6-9FD9970CE572}"/>
                </a:ext>
              </a:extLst>
            </p:cNvPr>
            <p:cNvSpPr/>
            <p:nvPr/>
          </p:nvSpPr>
          <p:spPr>
            <a:xfrm>
              <a:off x="628525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4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7" name="Shape 373">
              <a:extLst>
                <a:ext uri="{FF2B5EF4-FFF2-40B4-BE49-F238E27FC236}">
                  <a16:creationId xmlns:a16="http://schemas.microsoft.com/office/drawing/2014/main" id="{4B4C3FA9-3425-40A3-B640-326AF9CE787A}"/>
                </a:ext>
              </a:extLst>
            </p:cNvPr>
            <p:cNvSpPr/>
            <p:nvPr/>
          </p:nvSpPr>
          <p:spPr>
            <a:xfrm>
              <a:off x="622235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4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8" name="Shape 374">
              <a:extLst>
                <a:ext uri="{FF2B5EF4-FFF2-40B4-BE49-F238E27FC236}">
                  <a16:creationId xmlns:a16="http://schemas.microsoft.com/office/drawing/2014/main" id="{803FBD6E-7CFA-420D-9D0D-1031996E44C4}"/>
                </a:ext>
              </a:extLst>
            </p:cNvPr>
            <p:cNvSpPr/>
            <p:nvPr/>
          </p:nvSpPr>
          <p:spPr>
            <a:xfrm>
              <a:off x="6160075" y="448150"/>
              <a:ext cx="50100" cy="48875"/>
            </a:xfrm>
            <a:custGeom>
              <a:avLst/>
              <a:gdLst/>
              <a:ahLst/>
              <a:cxnLst/>
              <a:rect l="0" t="0" r="0" b="0"/>
              <a:pathLst>
                <a:path w="2004" h="1954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9" name="Shape 375">
              <a:extLst>
                <a:ext uri="{FF2B5EF4-FFF2-40B4-BE49-F238E27FC236}">
                  <a16:creationId xmlns:a16="http://schemas.microsoft.com/office/drawing/2014/main" id="{B846A2FE-D3F6-45DA-B173-68D493669E1D}"/>
                </a:ext>
              </a:extLst>
            </p:cNvPr>
            <p:cNvSpPr/>
            <p:nvPr/>
          </p:nvSpPr>
          <p:spPr>
            <a:xfrm>
              <a:off x="622235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0" name="Shape 376">
              <a:extLst>
                <a:ext uri="{FF2B5EF4-FFF2-40B4-BE49-F238E27FC236}">
                  <a16:creationId xmlns:a16="http://schemas.microsoft.com/office/drawing/2014/main" id="{6069C486-77DF-441B-9323-C20212402992}"/>
                </a:ext>
              </a:extLst>
            </p:cNvPr>
            <p:cNvSpPr/>
            <p:nvPr/>
          </p:nvSpPr>
          <p:spPr>
            <a:xfrm>
              <a:off x="622235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4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61" name="Shape 377">
            <a:extLst>
              <a:ext uri="{FF2B5EF4-FFF2-40B4-BE49-F238E27FC236}">
                <a16:creationId xmlns:a16="http://schemas.microsoft.com/office/drawing/2014/main" id="{24870E25-B8FD-461E-BD5E-3CD0ED0F333D}"/>
              </a:ext>
            </a:extLst>
          </p:cNvPr>
          <p:cNvGrpSpPr/>
          <p:nvPr/>
        </p:nvGrpSpPr>
        <p:grpSpPr>
          <a:xfrm>
            <a:off x="5366779" y="953426"/>
            <a:ext cx="306446" cy="305983"/>
            <a:chOff x="6660750" y="298550"/>
            <a:chExt cx="396900" cy="396300"/>
          </a:xfrm>
          <a:solidFill>
            <a:schemeClr val="tx1"/>
          </a:solidFill>
        </p:grpSpPr>
        <p:sp>
          <p:nvSpPr>
            <p:cNvPr id="62" name="Shape 378">
              <a:extLst>
                <a:ext uri="{FF2B5EF4-FFF2-40B4-BE49-F238E27FC236}">
                  <a16:creationId xmlns:a16="http://schemas.microsoft.com/office/drawing/2014/main" id="{6EEF9F47-3777-403E-BC78-E22262909896}"/>
                </a:ext>
              </a:extLst>
            </p:cNvPr>
            <p:cNvSpPr/>
            <p:nvPr/>
          </p:nvSpPr>
          <p:spPr>
            <a:xfrm>
              <a:off x="6660750" y="298550"/>
              <a:ext cx="396900" cy="396300"/>
            </a:xfrm>
            <a:custGeom>
              <a:avLst/>
              <a:gdLst/>
              <a:ahLst/>
              <a:cxnLst/>
              <a:rect l="0" t="0" r="0" b="0"/>
              <a:pathLst>
                <a:path w="15875" h="15852" extrusionOk="0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3" name="Shape 379">
              <a:extLst>
                <a:ext uri="{FF2B5EF4-FFF2-40B4-BE49-F238E27FC236}">
                  <a16:creationId xmlns:a16="http://schemas.microsoft.com/office/drawing/2014/main" id="{A5181C7B-C267-4670-BE4E-AAC949C3F756}"/>
                </a:ext>
              </a:extLst>
            </p:cNvPr>
            <p:cNvSpPr/>
            <p:nvPr/>
          </p:nvSpPr>
          <p:spPr>
            <a:xfrm>
              <a:off x="6697400" y="335200"/>
              <a:ext cx="323625" cy="323025"/>
            </a:xfrm>
            <a:custGeom>
              <a:avLst/>
              <a:gdLst/>
              <a:ahLst/>
              <a:cxnLst/>
              <a:rect l="0" t="0" r="0" b="0"/>
              <a:pathLst>
                <a:path w="12945" h="12920" extrusionOk="0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64" name="Shape 380">
            <a:extLst>
              <a:ext uri="{FF2B5EF4-FFF2-40B4-BE49-F238E27FC236}">
                <a16:creationId xmlns:a16="http://schemas.microsoft.com/office/drawing/2014/main" id="{5B8968DE-97E3-4A7F-8516-7EBA1C2A2A2B}"/>
              </a:ext>
            </a:extLst>
          </p:cNvPr>
          <p:cNvGrpSpPr/>
          <p:nvPr/>
        </p:nvGrpSpPr>
        <p:grpSpPr>
          <a:xfrm>
            <a:off x="675635" y="1435236"/>
            <a:ext cx="320575" cy="387999"/>
            <a:chOff x="584925" y="922575"/>
            <a:chExt cx="415200" cy="502525"/>
          </a:xfrm>
          <a:solidFill>
            <a:schemeClr val="tx1"/>
          </a:solidFill>
        </p:grpSpPr>
        <p:sp>
          <p:nvSpPr>
            <p:cNvPr id="65" name="Shape 381">
              <a:extLst>
                <a:ext uri="{FF2B5EF4-FFF2-40B4-BE49-F238E27FC236}">
                  <a16:creationId xmlns:a16="http://schemas.microsoft.com/office/drawing/2014/main" id="{E66D5AAD-D280-4F84-8F41-8A9B04EC31D1}"/>
                </a:ext>
              </a:extLst>
            </p:cNvPr>
            <p:cNvSpPr/>
            <p:nvPr/>
          </p:nvSpPr>
          <p:spPr>
            <a:xfrm>
              <a:off x="584925" y="961025"/>
              <a:ext cx="378575" cy="464075"/>
            </a:xfrm>
            <a:custGeom>
              <a:avLst/>
              <a:gdLst/>
              <a:ahLst/>
              <a:cxnLst/>
              <a:rect l="0" t="0" r="0" b="0"/>
              <a:pathLst>
                <a:path w="15142" h="18563" extrusionOk="0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6" name="Shape 382">
              <a:extLst>
                <a:ext uri="{FF2B5EF4-FFF2-40B4-BE49-F238E27FC236}">
                  <a16:creationId xmlns:a16="http://schemas.microsoft.com/office/drawing/2014/main" id="{98380DBD-28A6-4199-89F4-342A51C9B7BA}"/>
                </a:ext>
              </a:extLst>
            </p:cNvPr>
            <p:cNvSpPr/>
            <p:nvPr/>
          </p:nvSpPr>
          <p:spPr>
            <a:xfrm>
              <a:off x="621550" y="922575"/>
              <a:ext cx="378575" cy="464050"/>
            </a:xfrm>
            <a:custGeom>
              <a:avLst/>
              <a:gdLst/>
              <a:ahLst/>
              <a:cxnLst/>
              <a:rect l="0" t="0" r="0" b="0"/>
              <a:pathLst>
                <a:path w="15142" h="18562" extrusionOk="0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7" name="Shape 383">
              <a:extLst>
                <a:ext uri="{FF2B5EF4-FFF2-40B4-BE49-F238E27FC236}">
                  <a16:creationId xmlns:a16="http://schemas.microsoft.com/office/drawing/2014/main" id="{DAF82F19-E772-48BA-9008-02E341F2AB84}"/>
                </a:ext>
              </a:extLst>
            </p:cNvPr>
            <p:cNvSpPr/>
            <p:nvPr/>
          </p:nvSpPr>
          <p:spPr>
            <a:xfrm>
              <a:off x="915850" y="922575"/>
              <a:ext cx="84275" cy="84275"/>
            </a:xfrm>
            <a:custGeom>
              <a:avLst/>
              <a:gdLst/>
              <a:ahLst/>
              <a:cxnLst/>
              <a:rect l="0" t="0" r="0" b="0"/>
              <a:pathLst>
                <a:path w="3370" h="3370" extrusionOk="0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68" name="Shape 384">
            <a:extLst>
              <a:ext uri="{FF2B5EF4-FFF2-40B4-BE49-F238E27FC236}">
                <a16:creationId xmlns:a16="http://schemas.microsoft.com/office/drawing/2014/main" id="{A50B0BBE-6BFB-4EB4-B813-F67362CBE779}"/>
              </a:ext>
            </a:extLst>
          </p:cNvPr>
          <p:cNvGrpSpPr/>
          <p:nvPr/>
        </p:nvGrpSpPr>
        <p:grpSpPr>
          <a:xfrm>
            <a:off x="1186649" y="1426279"/>
            <a:ext cx="339453" cy="404503"/>
            <a:chOff x="1246775" y="910975"/>
            <a:chExt cx="439650" cy="523900"/>
          </a:xfrm>
          <a:solidFill>
            <a:schemeClr val="tx1"/>
          </a:solidFill>
        </p:grpSpPr>
        <p:sp>
          <p:nvSpPr>
            <p:cNvPr id="69" name="Shape 385">
              <a:extLst>
                <a:ext uri="{FF2B5EF4-FFF2-40B4-BE49-F238E27FC236}">
                  <a16:creationId xmlns:a16="http://schemas.microsoft.com/office/drawing/2014/main" id="{0D227EC3-12AB-4D26-95AD-08B47087E8F4}"/>
                </a:ext>
              </a:extLst>
            </p:cNvPr>
            <p:cNvSpPr/>
            <p:nvPr/>
          </p:nvSpPr>
          <p:spPr>
            <a:xfrm>
              <a:off x="1246775" y="970800"/>
              <a:ext cx="378575" cy="464075"/>
            </a:xfrm>
            <a:custGeom>
              <a:avLst/>
              <a:gdLst/>
              <a:ahLst/>
              <a:cxnLst/>
              <a:rect l="0" t="0" r="0" b="0"/>
              <a:pathLst>
                <a:path w="15142" h="18563" extrusionOk="0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0" name="Shape 386">
              <a:extLst>
                <a:ext uri="{FF2B5EF4-FFF2-40B4-BE49-F238E27FC236}">
                  <a16:creationId xmlns:a16="http://schemas.microsoft.com/office/drawing/2014/main" id="{0E2A7C94-1785-48BA-A920-E41C358FD141}"/>
                </a:ext>
              </a:extLst>
            </p:cNvPr>
            <p:cNvSpPr/>
            <p:nvPr/>
          </p:nvSpPr>
          <p:spPr>
            <a:xfrm>
              <a:off x="1307825" y="910975"/>
              <a:ext cx="378600" cy="464050"/>
            </a:xfrm>
            <a:custGeom>
              <a:avLst/>
              <a:gdLst/>
              <a:ahLst/>
              <a:cxnLst/>
              <a:rect l="0" t="0" r="0" b="0"/>
              <a:pathLst>
                <a:path w="15144" h="18562" extrusionOk="0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1" name="Shape 387">
              <a:extLst>
                <a:ext uri="{FF2B5EF4-FFF2-40B4-BE49-F238E27FC236}">
                  <a16:creationId xmlns:a16="http://schemas.microsoft.com/office/drawing/2014/main" id="{E78E9739-8CC4-4B45-A860-2A6EB8CCB58D}"/>
                </a:ext>
              </a:extLst>
            </p:cNvPr>
            <p:cNvSpPr/>
            <p:nvPr/>
          </p:nvSpPr>
          <p:spPr>
            <a:xfrm>
              <a:off x="1602125" y="910975"/>
              <a:ext cx="84300" cy="84275"/>
            </a:xfrm>
            <a:custGeom>
              <a:avLst/>
              <a:gdLst/>
              <a:ahLst/>
              <a:cxnLst/>
              <a:rect l="0" t="0" r="0" b="0"/>
              <a:pathLst>
                <a:path w="3372" h="3370" extrusionOk="0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72" name="Shape 388">
            <a:extLst>
              <a:ext uri="{FF2B5EF4-FFF2-40B4-BE49-F238E27FC236}">
                <a16:creationId xmlns:a16="http://schemas.microsoft.com/office/drawing/2014/main" id="{78347469-74B0-492A-8987-7701F1183D60}"/>
              </a:ext>
            </a:extLst>
          </p:cNvPr>
          <p:cNvGrpSpPr/>
          <p:nvPr/>
        </p:nvGrpSpPr>
        <p:grpSpPr>
          <a:xfrm>
            <a:off x="1711349" y="1491329"/>
            <a:ext cx="330960" cy="275330"/>
            <a:chOff x="1926350" y="995225"/>
            <a:chExt cx="428650" cy="356600"/>
          </a:xfrm>
          <a:solidFill>
            <a:schemeClr val="tx1"/>
          </a:solidFill>
        </p:grpSpPr>
        <p:sp>
          <p:nvSpPr>
            <p:cNvPr id="73" name="Shape 389">
              <a:extLst>
                <a:ext uri="{FF2B5EF4-FFF2-40B4-BE49-F238E27FC236}">
                  <a16:creationId xmlns:a16="http://schemas.microsoft.com/office/drawing/2014/main" id="{08334B2E-E340-4D02-9661-A0AD630AA30C}"/>
                </a:ext>
              </a:extLst>
            </p:cNvPr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0" t="0" r="0" b="0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4" name="Shape 390">
              <a:extLst>
                <a:ext uri="{FF2B5EF4-FFF2-40B4-BE49-F238E27FC236}">
                  <a16:creationId xmlns:a16="http://schemas.microsoft.com/office/drawing/2014/main" id="{5F0CF911-9C6D-47B8-A49B-25894A6386D0}"/>
                </a:ext>
              </a:extLst>
            </p:cNvPr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0" t="0" r="0" b="0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5" name="Shape 391">
              <a:extLst>
                <a:ext uri="{FF2B5EF4-FFF2-40B4-BE49-F238E27FC236}">
                  <a16:creationId xmlns:a16="http://schemas.microsoft.com/office/drawing/2014/main" id="{30F05814-5A2C-486A-A29F-5D592E57A4F6}"/>
                </a:ext>
              </a:extLst>
            </p:cNvPr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0" t="0" r="0" b="0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6" name="Shape 392">
              <a:extLst>
                <a:ext uri="{FF2B5EF4-FFF2-40B4-BE49-F238E27FC236}">
                  <a16:creationId xmlns:a16="http://schemas.microsoft.com/office/drawing/2014/main" id="{706A6F32-C2B7-45A5-AB6F-F26DE56549B3}"/>
                </a:ext>
              </a:extLst>
            </p:cNvPr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0" t="0" r="0" b="0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77" name="Shape 393">
            <a:extLst>
              <a:ext uri="{FF2B5EF4-FFF2-40B4-BE49-F238E27FC236}">
                <a16:creationId xmlns:a16="http://schemas.microsoft.com/office/drawing/2014/main" id="{12FF5AF2-C4FF-45E3-9788-68058FC22689}"/>
              </a:ext>
            </a:extLst>
          </p:cNvPr>
          <p:cNvSpPr/>
          <p:nvPr/>
        </p:nvSpPr>
        <p:spPr>
          <a:xfrm>
            <a:off x="2235725" y="1468282"/>
            <a:ext cx="323432" cy="321541"/>
          </a:xfrm>
          <a:custGeom>
            <a:avLst/>
            <a:gdLst/>
            <a:ahLst/>
            <a:cxnLst/>
            <a:rect l="0" t="0" r="0" b="0"/>
            <a:pathLst>
              <a:path w="16756" h="16658" extrusionOk="0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78" name="Shape 394">
            <a:extLst>
              <a:ext uri="{FF2B5EF4-FFF2-40B4-BE49-F238E27FC236}">
                <a16:creationId xmlns:a16="http://schemas.microsoft.com/office/drawing/2014/main" id="{B798745E-B2BD-46EE-AF23-5C3EECA46246}"/>
              </a:ext>
            </a:extLst>
          </p:cNvPr>
          <p:cNvSpPr/>
          <p:nvPr/>
        </p:nvSpPr>
        <p:spPr>
          <a:xfrm>
            <a:off x="2756701" y="1484324"/>
            <a:ext cx="322467" cy="289479"/>
          </a:xfrm>
          <a:custGeom>
            <a:avLst/>
            <a:gdLst/>
            <a:ahLst/>
            <a:cxnLst/>
            <a:rect l="0" t="0" r="0" b="0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79" name="Shape 395">
            <a:extLst>
              <a:ext uri="{FF2B5EF4-FFF2-40B4-BE49-F238E27FC236}">
                <a16:creationId xmlns:a16="http://schemas.microsoft.com/office/drawing/2014/main" id="{6E775802-0E38-47A4-9417-AF074AC305D9}"/>
              </a:ext>
            </a:extLst>
          </p:cNvPr>
          <p:cNvSpPr/>
          <p:nvPr/>
        </p:nvSpPr>
        <p:spPr>
          <a:xfrm>
            <a:off x="3281906" y="1486679"/>
            <a:ext cx="313047" cy="284750"/>
          </a:xfrm>
          <a:custGeom>
            <a:avLst/>
            <a:gdLst/>
            <a:ahLst/>
            <a:cxnLst/>
            <a:rect l="0" t="0" r="0" b="0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80" name="Shape 396">
            <a:extLst>
              <a:ext uri="{FF2B5EF4-FFF2-40B4-BE49-F238E27FC236}">
                <a16:creationId xmlns:a16="http://schemas.microsoft.com/office/drawing/2014/main" id="{4965789E-395C-45C2-919D-BE00EE06F6EC}"/>
              </a:ext>
            </a:extLst>
          </p:cNvPr>
          <p:cNvSpPr/>
          <p:nvPr/>
        </p:nvSpPr>
        <p:spPr>
          <a:xfrm>
            <a:off x="3812767" y="1489497"/>
            <a:ext cx="292317" cy="279114"/>
          </a:xfrm>
          <a:custGeom>
            <a:avLst/>
            <a:gdLst/>
            <a:ahLst/>
            <a:cxnLst/>
            <a:rect l="0" t="0" r="0" b="0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81" name="Shape 397">
            <a:extLst>
              <a:ext uri="{FF2B5EF4-FFF2-40B4-BE49-F238E27FC236}">
                <a16:creationId xmlns:a16="http://schemas.microsoft.com/office/drawing/2014/main" id="{7F7EBF12-51CE-4BC3-B6E5-54E325324980}"/>
              </a:ext>
            </a:extLst>
          </p:cNvPr>
          <p:cNvGrpSpPr/>
          <p:nvPr/>
        </p:nvGrpSpPr>
        <p:grpSpPr>
          <a:xfrm>
            <a:off x="4317862" y="1470598"/>
            <a:ext cx="322467" cy="322930"/>
            <a:chOff x="5302225" y="968375"/>
            <a:chExt cx="417650" cy="418250"/>
          </a:xfrm>
          <a:solidFill>
            <a:schemeClr val="tx1"/>
          </a:solidFill>
        </p:grpSpPr>
        <p:sp>
          <p:nvSpPr>
            <p:cNvPr id="82" name="Shape 398">
              <a:extLst>
                <a:ext uri="{FF2B5EF4-FFF2-40B4-BE49-F238E27FC236}">
                  <a16:creationId xmlns:a16="http://schemas.microsoft.com/office/drawing/2014/main" id="{7AF280B5-669C-402E-B62B-70C6E758CE2B}"/>
                </a:ext>
              </a:extLst>
            </p:cNvPr>
            <p:cNvSpPr/>
            <p:nvPr/>
          </p:nvSpPr>
          <p:spPr>
            <a:xfrm>
              <a:off x="5333350" y="991575"/>
              <a:ext cx="152075" cy="155100"/>
            </a:xfrm>
            <a:custGeom>
              <a:avLst/>
              <a:gdLst/>
              <a:ahLst/>
              <a:cxnLst/>
              <a:rect l="0" t="0" r="0" b="0"/>
              <a:pathLst>
                <a:path w="6083" h="6204" extrusionOk="0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83" name="Shape 399">
              <a:extLst>
                <a:ext uri="{FF2B5EF4-FFF2-40B4-BE49-F238E27FC236}">
                  <a16:creationId xmlns:a16="http://schemas.microsoft.com/office/drawing/2014/main" id="{251153EE-D58E-46A7-9D9A-35FB9D881306}"/>
                </a:ext>
              </a:extLst>
            </p:cNvPr>
            <p:cNvSpPr/>
            <p:nvPr/>
          </p:nvSpPr>
          <p:spPr>
            <a:xfrm>
              <a:off x="5302225" y="968375"/>
              <a:ext cx="417650" cy="418250"/>
            </a:xfrm>
            <a:custGeom>
              <a:avLst/>
              <a:gdLst/>
              <a:ahLst/>
              <a:cxnLst/>
              <a:rect l="0" t="0" r="0" b="0"/>
              <a:pathLst>
                <a:path w="16706" h="16730" extrusionOk="0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84" name="Shape 400">
            <a:extLst>
              <a:ext uri="{FF2B5EF4-FFF2-40B4-BE49-F238E27FC236}">
                <a16:creationId xmlns:a16="http://schemas.microsoft.com/office/drawing/2014/main" id="{07D87DBB-5C85-41BA-94F3-59606DA00AA2}"/>
              </a:ext>
            </a:extLst>
          </p:cNvPr>
          <p:cNvGrpSpPr/>
          <p:nvPr/>
        </p:nvGrpSpPr>
        <p:grpSpPr>
          <a:xfrm>
            <a:off x="4799653" y="1434290"/>
            <a:ext cx="399793" cy="389408"/>
            <a:chOff x="5926225" y="921350"/>
            <a:chExt cx="517800" cy="504350"/>
          </a:xfrm>
          <a:solidFill>
            <a:schemeClr val="tx1"/>
          </a:solidFill>
        </p:grpSpPr>
        <p:sp>
          <p:nvSpPr>
            <p:cNvPr id="85" name="Shape 401">
              <a:extLst>
                <a:ext uri="{FF2B5EF4-FFF2-40B4-BE49-F238E27FC236}">
                  <a16:creationId xmlns:a16="http://schemas.microsoft.com/office/drawing/2014/main" id="{40A68A94-C237-4DF9-A596-E3D1D38649ED}"/>
                </a:ext>
              </a:extLst>
            </p:cNvPr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0" t="0" r="0" b="0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86" name="Shape 402">
              <a:extLst>
                <a:ext uri="{FF2B5EF4-FFF2-40B4-BE49-F238E27FC236}">
                  <a16:creationId xmlns:a16="http://schemas.microsoft.com/office/drawing/2014/main" id="{EAECD4C0-8461-4CD1-846A-B8ADC68B214C}"/>
                </a:ext>
              </a:extLst>
            </p:cNvPr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0" t="0" r="0" b="0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87" name="Shape 403">
            <a:extLst>
              <a:ext uri="{FF2B5EF4-FFF2-40B4-BE49-F238E27FC236}">
                <a16:creationId xmlns:a16="http://schemas.microsoft.com/office/drawing/2014/main" id="{9B98BD0C-E279-4570-9C58-F317E2D1523B}"/>
              </a:ext>
            </a:extLst>
          </p:cNvPr>
          <p:cNvGrpSpPr/>
          <p:nvPr/>
        </p:nvGrpSpPr>
        <p:grpSpPr>
          <a:xfrm>
            <a:off x="5333309" y="1441837"/>
            <a:ext cx="373387" cy="374333"/>
            <a:chOff x="6617400" y="931125"/>
            <a:chExt cx="483600" cy="484825"/>
          </a:xfrm>
          <a:solidFill>
            <a:schemeClr val="tx1"/>
          </a:solidFill>
        </p:grpSpPr>
        <p:sp>
          <p:nvSpPr>
            <p:cNvPr id="88" name="Shape 404">
              <a:extLst>
                <a:ext uri="{FF2B5EF4-FFF2-40B4-BE49-F238E27FC236}">
                  <a16:creationId xmlns:a16="http://schemas.microsoft.com/office/drawing/2014/main" id="{73F2D87E-98C0-4955-8A7E-9C356E24463A}"/>
                </a:ext>
              </a:extLst>
            </p:cNvPr>
            <p:cNvSpPr/>
            <p:nvPr/>
          </p:nvSpPr>
          <p:spPr>
            <a:xfrm>
              <a:off x="6843925" y="1183900"/>
              <a:ext cx="121525" cy="232050"/>
            </a:xfrm>
            <a:custGeom>
              <a:avLst/>
              <a:gdLst/>
              <a:ahLst/>
              <a:cxnLst/>
              <a:rect l="0" t="0" r="0" b="0"/>
              <a:pathLst>
                <a:path w="4861" h="9282" extrusionOk="0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89" name="Shape 405">
              <a:extLst>
                <a:ext uri="{FF2B5EF4-FFF2-40B4-BE49-F238E27FC236}">
                  <a16:creationId xmlns:a16="http://schemas.microsoft.com/office/drawing/2014/main" id="{B1F3240E-90B1-4CFD-BA8B-35861D0C8841}"/>
                </a:ext>
              </a:extLst>
            </p:cNvPr>
            <p:cNvSpPr/>
            <p:nvPr/>
          </p:nvSpPr>
          <p:spPr>
            <a:xfrm>
              <a:off x="6617400" y="931125"/>
              <a:ext cx="483600" cy="259500"/>
            </a:xfrm>
            <a:custGeom>
              <a:avLst/>
              <a:gdLst/>
              <a:ahLst/>
              <a:cxnLst/>
              <a:rect l="0" t="0" r="0" b="0"/>
              <a:pathLst>
                <a:path w="19344" h="10380" extrusionOk="0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90" name="Shape 406">
            <a:extLst>
              <a:ext uri="{FF2B5EF4-FFF2-40B4-BE49-F238E27FC236}">
                <a16:creationId xmlns:a16="http://schemas.microsoft.com/office/drawing/2014/main" id="{EE892B75-5C54-4796-BFBA-A411F93A67C4}"/>
              </a:ext>
            </a:extLst>
          </p:cNvPr>
          <p:cNvGrpSpPr/>
          <p:nvPr/>
        </p:nvGrpSpPr>
        <p:grpSpPr>
          <a:xfrm>
            <a:off x="655830" y="2023093"/>
            <a:ext cx="360184" cy="252708"/>
            <a:chOff x="559275" y="1683950"/>
            <a:chExt cx="466500" cy="327300"/>
          </a:xfrm>
          <a:solidFill>
            <a:schemeClr val="tx1"/>
          </a:solidFill>
        </p:grpSpPr>
        <p:sp>
          <p:nvSpPr>
            <p:cNvPr id="91" name="Shape 407">
              <a:extLst>
                <a:ext uri="{FF2B5EF4-FFF2-40B4-BE49-F238E27FC236}">
                  <a16:creationId xmlns:a16="http://schemas.microsoft.com/office/drawing/2014/main" id="{30683F35-1796-42B4-95AA-B7BD9A9188EA}"/>
                </a:ext>
              </a:extLst>
            </p:cNvPr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0" t="0" r="0" b="0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92" name="Shape 408">
              <a:extLst>
                <a:ext uri="{FF2B5EF4-FFF2-40B4-BE49-F238E27FC236}">
                  <a16:creationId xmlns:a16="http://schemas.microsoft.com/office/drawing/2014/main" id="{ABA8AD06-70EB-4431-9E2A-04A4E615F86B}"/>
                </a:ext>
              </a:extLst>
            </p:cNvPr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0" t="0" r="0" b="0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93" name="Shape 409">
            <a:extLst>
              <a:ext uri="{FF2B5EF4-FFF2-40B4-BE49-F238E27FC236}">
                <a16:creationId xmlns:a16="http://schemas.microsoft.com/office/drawing/2014/main" id="{B84DFF0F-2E7E-4710-962A-A97516B7860D}"/>
              </a:ext>
            </a:extLst>
          </p:cNvPr>
          <p:cNvGrpSpPr/>
          <p:nvPr/>
        </p:nvGrpSpPr>
        <p:grpSpPr>
          <a:xfrm>
            <a:off x="1176284" y="1973138"/>
            <a:ext cx="360184" cy="352637"/>
            <a:chOff x="1233350" y="1619250"/>
            <a:chExt cx="466500" cy="456725"/>
          </a:xfrm>
          <a:solidFill>
            <a:schemeClr val="tx1"/>
          </a:solidFill>
        </p:grpSpPr>
        <p:sp>
          <p:nvSpPr>
            <p:cNvPr id="94" name="Shape 410">
              <a:extLst>
                <a:ext uri="{FF2B5EF4-FFF2-40B4-BE49-F238E27FC236}">
                  <a16:creationId xmlns:a16="http://schemas.microsoft.com/office/drawing/2014/main" id="{25B4BB36-FE46-4351-8144-E954A2E9CB85}"/>
                </a:ext>
              </a:extLst>
            </p:cNvPr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0" t="0" r="0" b="0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95" name="Shape 411">
              <a:extLst>
                <a:ext uri="{FF2B5EF4-FFF2-40B4-BE49-F238E27FC236}">
                  <a16:creationId xmlns:a16="http://schemas.microsoft.com/office/drawing/2014/main" id="{BEF3A92F-C6C5-4709-BA1D-5210ADC53FDE}"/>
                </a:ext>
              </a:extLst>
            </p:cNvPr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0" t="0" r="0" b="0"/>
              <a:pathLst>
                <a:path w="6741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96" name="Shape 412">
              <a:extLst>
                <a:ext uri="{FF2B5EF4-FFF2-40B4-BE49-F238E27FC236}">
                  <a16:creationId xmlns:a16="http://schemas.microsoft.com/office/drawing/2014/main" id="{38BDE8C6-4064-4FFE-A88D-CB4D574C9158}"/>
                </a:ext>
              </a:extLst>
            </p:cNvPr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0" t="0" r="0" b="0"/>
              <a:pathLst>
                <a:path w="6741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97" name="Shape 413">
              <a:extLst>
                <a:ext uri="{FF2B5EF4-FFF2-40B4-BE49-F238E27FC236}">
                  <a16:creationId xmlns:a16="http://schemas.microsoft.com/office/drawing/2014/main" id="{6DC791D6-3790-43BA-A861-F90071D25F36}"/>
                </a:ext>
              </a:extLst>
            </p:cNvPr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0" t="0" r="0" b="0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98" name="Shape 414">
            <a:extLst>
              <a:ext uri="{FF2B5EF4-FFF2-40B4-BE49-F238E27FC236}">
                <a16:creationId xmlns:a16="http://schemas.microsoft.com/office/drawing/2014/main" id="{8737351C-6A8F-412E-B1D0-31BB07AAB2BB}"/>
              </a:ext>
            </a:extLst>
          </p:cNvPr>
          <p:cNvGrpSpPr/>
          <p:nvPr/>
        </p:nvGrpSpPr>
        <p:grpSpPr>
          <a:xfrm>
            <a:off x="1708048" y="1980666"/>
            <a:ext cx="337562" cy="337562"/>
            <a:chOff x="1922075" y="1629000"/>
            <a:chExt cx="437200" cy="437200"/>
          </a:xfrm>
          <a:solidFill>
            <a:schemeClr val="tx1"/>
          </a:solidFill>
        </p:grpSpPr>
        <p:sp>
          <p:nvSpPr>
            <p:cNvPr id="99" name="Shape 415">
              <a:extLst>
                <a:ext uri="{FF2B5EF4-FFF2-40B4-BE49-F238E27FC236}">
                  <a16:creationId xmlns:a16="http://schemas.microsoft.com/office/drawing/2014/main" id="{2BE3E93A-5B08-4613-8E55-6EBB3F0369FF}"/>
                </a:ext>
              </a:extLst>
            </p:cNvPr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0" t="0" r="0" b="0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00" name="Shape 416">
              <a:extLst>
                <a:ext uri="{FF2B5EF4-FFF2-40B4-BE49-F238E27FC236}">
                  <a16:creationId xmlns:a16="http://schemas.microsoft.com/office/drawing/2014/main" id="{8F1FB984-81EE-4D19-A866-8E1BF4335508}"/>
                </a:ext>
              </a:extLst>
            </p:cNvPr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0" t="0" r="0" b="0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101" name="Shape 417">
            <a:extLst>
              <a:ext uri="{FF2B5EF4-FFF2-40B4-BE49-F238E27FC236}">
                <a16:creationId xmlns:a16="http://schemas.microsoft.com/office/drawing/2014/main" id="{0A07577D-E311-41BA-91F4-4C5D426285E2}"/>
              </a:ext>
            </a:extLst>
          </p:cNvPr>
          <p:cNvGrpSpPr/>
          <p:nvPr/>
        </p:nvGrpSpPr>
        <p:grpSpPr>
          <a:xfrm>
            <a:off x="2227093" y="1979257"/>
            <a:ext cx="340380" cy="340380"/>
            <a:chOff x="2594325" y="1627175"/>
            <a:chExt cx="440850" cy="440850"/>
          </a:xfrm>
          <a:solidFill>
            <a:schemeClr val="tx1"/>
          </a:solidFill>
        </p:grpSpPr>
        <p:sp>
          <p:nvSpPr>
            <p:cNvPr id="102" name="Shape 418">
              <a:extLst>
                <a:ext uri="{FF2B5EF4-FFF2-40B4-BE49-F238E27FC236}">
                  <a16:creationId xmlns:a16="http://schemas.microsoft.com/office/drawing/2014/main" id="{A12951DA-1BCB-450E-BAFC-8C2422F81BF6}"/>
                </a:ext>
              </a:extLst>
            </p:cNvPr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0" t="0" r="0" b="0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03" name="Shape 419">
              <a:extLst>
                <a:ext uri="{FF2B5EF4-FFF2-40B4-BE49-F238E27FC236}">
                  <a16:creationId xmlns:a16="http://schemas.microsoft.com/office/drawing/2014/main" id="{E6FA332F-B036-4E2A-9A6B-FD77CD2A28BA}"/>
                </a:ext>
              </a:extLst>
            </p:cNvPr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0" t="0" r="0" b="0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04" name="Shape 420">
              <a:extLst>
                <a:ext uri="{FF2B5EF4-FFF2-40B4-BE49-F238E27FC236}">
                  <a16:creationId xmlns:a16="http://schemas.microsoft.com/office/drawing/2014/main" id="{0FADFF80-ABCA-4E4D-B9F2-7D4B147C25DC}"/>
                </a:ext>
              </a:extLst>
            </p:cNvPr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0" t="0" r="0" b="0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105" name="Shape 421">
            <a:extLst>
              <a:ext uri="{FF2B5EF4-FFF2-40B4-BE49-F238E27FC236}">
                <a16:creationId xmlns:a16="http://schemas.microsoft.com/office/drawing/2014/main" id="{091D3C25-4EDD-4923-ADBE-54739457E06D}"/>
              </a:ext>
            </a:extLst>
          </p:cNvPr>
          <p:cNvSpPr/>
          <p:nvPr/>
        </p:nvSpPr>
        <p:spPr>
          <a:xfrm>
            <a:off x="2762821" y="1994452"/>
            <a:ext cx="310229" cy="310210"/>
          </a:xfrm>
          <a:custGeom>
            <a:avLst/>
            <a:gdLst/>
            <a:ahLst/>
            <a:cxnLst/>
            <a:rect l="0" t="0" r="0" b="0"/>
            <a:pathLst>
              <a:path w="16072" h="16070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106" name="Shape 422">
            <a:extLst>
              <a:ext uri="{FF2B5EF4-FFF2-40B4-BE49-F238E27FC236}">
                <a16:creationId xmlns:a16="http://schemas.microsoft.com/office/drawing/2014/main" id="{295E682C-1B63-44F6-9FD7-2D523AF53DFB}"/>
              </a:ext>
            </a:extLst>
          </p:cNvPr>
          <p:cNvGrpSpPr/>
          <p:nvPr/>
        </p:nvGrpSpPr>
        <p:grpSpPr>
          <a:xfrm>
            <a:off x="3300061" y="1953797"/>
            <a:ext cx="276257" cy="391300"/>
            <a:chOff x="3984000" y="1594200"/>
            <a:chExt cx="357800" cy="506800"/>
          </a:xfrm>
          <a:solidFill>
            <a:schemeClr val="tx1"/>
          </a:solidFill>
        </p:grpSpPr>
        <p:sp>
          <p:nvSpPr>
            <p:cNvPr id="107" name="Shape 423">
              <a:extLst>
                <a:ext uri="{FF2B5EF4-FFF2-40B4-BE49-F238E27FC236}">
                  <a16:creationId xmlns:a16="http://schemas.microsoft.com/office/drawing/2014/main" id="{84067092-0E07-4321-9A4B-2FA2D6947C26}"/>
                </a:ext>
              </a:extLst>
            </p:cNvPr>
            <p:cNvSpPr/>
            <p:nvPr/>
          </p:nvSpPr>
          <p:spPr>
            <a:xfrm>
              <a:off x="3984000" y="1597875"/>
              <a:ext cx="44575" cy="503125"/>
            </a:xfrm>
            <a:custGeom>
              <a:avLst/>
              <a:gdLst/>
              <a:ahLst/>
              <a:cxnLst/>
              <a:rect l="0" t="0" r="0" b="0"/>
              <a:pathLst>
                <a:path w="1783" h="20125" extrusionOk="0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08" name="Shape 424">
              <a:extLst>
                <a:ext uri="{FF2B5EF4-FFF2-40B4-BE49-F238E27FC236}">
                  <a16:creationId xmlns:a16="http://schemas.microsoft.com/office/drawing/2014/main" id="{4D83D196-AF97-4B43-95A1-711872ACFC26}"/>
                </a:ext>
              </a:extLst>
            </p:cNvPr>
            <p:cNvSpPr/>
            <p:nvPr/>
          </p:nvSpPr>
          <p:spPr>
            <a:xfrm>
              <a:off x="4041375" y="1594200"/>
              <a:ext cx="300425" cy="229600"/>
            </a:xfrm>
            <a:custGeom>
              <a:avLst/>
              <a:gdLst/>
              <a:ahLst/>
              <a:cxnLst/>
              <a:rect l="0" t="0" r="0" b="0"/>
              <a:pathLst>
                <a:path w="12017" h="9184" extrusionOk="0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109" name="Shape 425">
            <a:extLst>
              <a:ext uri="{FF2B5EF4-FFF2-40B4-BE49-F238E27FC236}">
                <a16:creationId xmlns:a16="http://schemas.microsoft.com/office/drawing/2014/main" id="{722F2CB8-1A5B-4FD8-9D1A-DBCB811B5638}"/>
              </a:ext>
            </a:extLst>
          </p:cNvPr>
          <p:cNvGrpSpPr/>
          <p:nvPr/>
        </p:nvGrpSpPr>
        <p:grpSpPr>
          <a:xfrm>
            <a:off x="3776659" y="2037705"/>
            <a:ext cx="363967" cy="223484"/>
            <a:chOff x="4601275" y="1702875"/>
            <a:chExt cx="471400" cy="289450"/>
          </a:xfrm>
          <a:solidFill>
            <a:schemeClr val="tx1"/>
          </a:solidFill>
        </p:grpSpPr>
        <p:sp>
          <p:nvSpPr>
            <p:cNvPr id="110" name="Shape 426">
              <a:extLst>
                <a:ext uri="{FF2B5EF4-FFF2-40B4-BE49-F238E27FC236}">
                  <a16:creationId xmlns:a16="http://schemas.microsoft.com/office/drawing/2014/main" id="{7461714E-C68C-4BCC-B062-2DB79940203A}"/>
                </a:ext>
              </a:extLst>
            </p:cNvPr>
            <p:cNvSpPr/>
            <p:nvPr/>
          </p:nvSpPr>
          <p:spPr>
            <a:xfrm>
              <a:off x="4816200" y="1702875"/>
              <a:ext cx="41550" cy="41550"/>
            </a:xfrm>
            <a:custGeom>
              <a:avLst/>
              <a:gdLst/>
              <a:ahLst/>
              <a:cxnLst/>
              <a:rect l="0" t="0" r="0" b="0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11" name="Shape 427">
              <a:extLst>
                <a:ext uri="{FF2B5EF4-FFF2-40B4-BE49-F238E27FC236}">
                  <a16:creationId xmlns:a16="http://schemas.microsoft.com/office/drawing/2014/main" id="{E325BD30-6E22-4B76-9B41-1F1B7C54247C}"/>
                </a:ext>
              </a:extLst>
            </p:cNvPr>
            <p:cNvSpPr/>
            <p:nvPr/>
          </p:nvSpPr>
          <p:spPr>
            <a:xfrm>
              <a:off x="5031125" y="1757225"/>
              <a:ext cx="41550" cy="41550"/>
            </a:xfrm>
            <a:custGeom>
              <a:avLst/>
              <a:gdLst/>
              <a:ahLst/>
              <a:cxnLst/>
              <a:rect l="0" t="0" r="0" b="0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12" name="Shape 428">
              <a:extLst>
                <a:ext uri="{FF2B5EF4-FFF2-40B4-BE49-F238E27FC236}">
                  <a16:creationId xmlns:a16="http://schemas.microsoft.com/office/drawing/2014/main" id="{972BC5F5-16E0-46C3-80E0-05930612A0AD}"/>
                </a:ext>
              </a:extLst>
            </p:cNvPr>
            <p:cNvSpPr/>
            <p:nvPr/>
          </p:nvSpPr>
          <p:spPr>
            <a:xfrm>
              <a:off x="4634875" y="1756000"/>
              <a:ext cx="404225" cy="178325"/>
            </a:xfrm>
            <a:custGeom>
              <a:avLst/>
              <a:gdLst/>
              <a:ahLst/>
              <a:cxnLst/>
              <a:rect l="0" t="0" r="0" b="0"/>
              <a:pathLst>
                <a:path w="16169" h="7133" extrusionOk="0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13" name="Shape 429">
              <a:extLst>
                <a:ext uri="{FF2B5EF4-FFF2-40B4-BE49-F238E27FC236}">
                  <a16:creationId xmlns:a16="http://schemas.microsoft.com/office/drawing/2014/main" id="{1A09AE27-AA1B-445B-915A-99B96B20D0C0}"/>
                </a:ext>
              </a:extLst>
            </p:cNvPr>
            <p:cNvSpPr/>
            <p:nvPr/>
          </p:nvSpPr>
          <p:spPr>
            <a:xfrm>
              <a:off x="4601275" y="1757225"/>
              <a:ext cx="41550" cy="41550"/>
            </a:xfrm>
            <a:custGeom>
              <a:avLst/>
              <a:gdLst/>
              <a:ahLst/>
              <a:cxnLst/>
              <a:rect l="0" t="0" r="0" b="0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14" name="Shape 430">
              <a:extLst>
                <a:ext uri="{FF2B5EF4-FFF2-40B4-BE49-F238E27FC236}">
                  <a16:creationId xmlns:a16="http://schemas.microsoft.com/office/drawing/2014/main" id="{0F8D31F8-C5F8-4BDD-BA31-3DFE8D38F4FD}"/>
                </a:ext>
              </a:extLst>
            </p:cNvPr>
            <p:cNvSpPr/>
            <p:nvPr/>
          </p:nvSpPr>
          <p:spPr>
            <a:xfrm>
              <a:off x="4673325" y="1947725"/>
              <a:ext cx="327300" cy="44600"/>
            </a:xfrm>
            <a:custGeom>
              <a:avLst/>
              <a:gdLst/>
              <a:ahLst/>
              <a:cxnLst/>
              <a:rect l="0" t="0" r="0" b="0"/>
              <a:pathLst>
                <a:path w="13092" h="1784" extrusionOk="0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115" name="Shape 431">
            <a:extLst>
              <a:ext uri="{FF2B5EF4-FFF2-40B4-BE49-F238E27FC236}">
                <a16:creationId xmlns:a16="http://schemas.microsoft.com/office/drawing/2014/main" id="{652E0A6E-4FF2-4969-A050-AC8EFF0789D6}"/>
              </a:ext>
            </a:extLst>
          </p:cNvPr>
          <p:cNvGrpSpPr/>
          <p:nvPr/>
        </p:nvGrpSpPr>
        <p:grpSpPr>
          <a:xfrm>
            <a:off x="4314561" y="1983021"/>
            <a:ext cx="329069" cy="332852"/>
            <a:chOff x="5297950" y="1632050"/>
            <a:chExt cx="426200" cy="431100"/>
          </a:xfrm>
          <a:solidFill>
            <a:schemeClr val="tx1"/>
          </a:solidFill>
        </p:grpSpPr>
        <p:sp>
          <p:nvSpPr>
            <p:cNvPr id="116" name="Shape 432">
              <a:extLst>
                <a:ext uri="{FF2B5EF4-FFF2-40B4-BE49-F238E27FC236}">
                  <a16:creationId xmlns:a16="http://schemas.microsoft.com/office/drawing/2014/main" id="{26585C1E-8C13-40AB-9563-F750C098257C}"/>
                </a:ext>
              </a:extLst>
            </p:cNvPr>
            <p:cNvSpPr/>
            <p:nvPr/>
          </p:nvSpPr>
          <p:spPr>
            <a:xfrm>
              <a:off x="5404800" y="1936125"/>
              <a:ext cx="212500" cy="127025"/>
            </a:xfrm>
            <a:custGeom>
              <a:avLst/>
              <a:gdLst/>
              <a:ahLst/>
              <a:cxnLst/>
              <a:rect l="0" t="0" r="0" b="0"/>
              <a:pathLst>
                <a:path w="8500" h="5081" extrusionOk="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17" name="Shape 433">
              <a:extLst>
                <a:ext uri="{FF2B5EF4-FFF2-40B4-BE49-F238E27FC236}">
                  <a16:creationId xmlns:a16="http://schemas.microsoft.com/office/drawing/2014/main" id="{346503F2-CF0B-4D5E-B1E7-9EBA1EA6F02A}"/>
                </a:ext>
              </a:extLst>
            </p:cNvPr>
            <p:cNvSpPr/>
            <p:nvPr/>
          </p:nvSpPr>
          <p:spPr>
            <a:xfrm>
              <a:off x="5297950" y="1632050"/>
              <a:ext cx="426200" cy="294950"/>
            </a:xfrm>
            <a:custGeom>
              <a:avLst/>
              <a:gdLst/>
              <a:ahLst/>
              <a:cxnLst/>
              <a:rect l="0" t="0" r="0" b="0"/>
              <a:pathLst>
                <a:path w="17048" h="11798" extrusionOk="0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118" name="Shape 434">
            <a:extLst>
              <a:ext uri="{FF2B5EF4-FFF2-40B4-BE49-F238E27FC236}">
                <a16:creationId xmlns:a16="http://schemas.microsoft.com/office/drawing/2014/main" id="{3AC43370-3C22-4AE0-986A-BB6ABA505B45}"/>
              </a:ext>
            </a:extLst>
          </p:cNvPr>
          <p:cNvGrpSpPr/>
          <p:nvPr/>
        </p:nvGrpSpPr>
        <p:grpSpPr>
          <a:xfrm>
            <a:off x="4834069" y="1973138"/>
            <a:ext cx="330960" cy="352637"/>
            <a:chOff x="5970800" y="1619250"/>
            <a:chExt cx="428650" cy="456725"/>
          </a:xfrm>
          <a:solidFill>
            <a:schemeClr val="tx1"/>
          </a:solidFill>
        </p:grpSpPr>
        <p:sp>
          <p:nvSpPr>
            <p:cNvPr id="119" name="Shape 435">
              <a:extLst>
                <a:ext uri="{FF2B5EF4-FFF2-40B4-BE49-F238E27FC236}">
                  <a16:creationId xmlns:a16="http://schemas.microsoft.com/office/drawing/2014/main" id="{CDCA2028-1B17-47CB-8F51-A3843784FD8E}"/>
                </a:ext>
              </a:extLst>
            </p:cNvPr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0" t="0" r="0" b="0"/>
              <a:pathLst>
                <a:path w="15119" h="15117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20" name="Shape 436">
              <a:extLst>
                <a:ext uri="{FF2B5EF4-FFF2-40B4-BE49-F238E27FC236}">
                  <a16:creationId xmlns:a16="http://schemas.microsoft.com/office/drawing/2014/main" id="{C2D3DA95-B4DB-4C8E-9371-D851C206434D}"/>
                </a:ext>
              </a:extLst>
            </p:cNvPr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0" t="0" r="0" b="0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21" name="Shape 437">
              <a:extLst>
                <a:ext uri="{FF2B5EF4-FFF2-40B4-BE49-F238E27FC236}">
                  <a16:creationId xmlns:a16="http://schemas.microsoft.com/office/drawing/2014/main" id="{68461594-8165-49CA-BD9D-9832B8BEAD8C}"/>
                </a:ext>
              </a:extLst>
            </p:cNvPr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0" t="0" r="0" b="0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22" name="Shape 438">
              <a:extLst>
                <a:ext uri="{FF2B5EF4-FFF2-40B4-BE49-F238E27FC236}">
                  <a16:creationId xmlns:a16="http://schemas.microsoft.com/office/drawing/2014/main" id="{689F91F0-93EF-430B-90C5-270D4C881FDB}"/>
                </a:ext>
              </a:extLst>
            </p:cNvPr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0" t="0" r="0" b="0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23" name="Shape 439">
              <a:extLst>
                <a:ext uri="{FF2B5EF4-FFF2-40B4-BE49-F238E27FC236}">
                  <a16:creationId xmlns:a16="http://schemas.microsoft.com/office/drawing/2014/main" id="{7128EA38-F4A9-4090-9F19-CD95931BD197}"/>
                </a:ext>
              </a:extLst>
            </p:cNvPr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0" t="0" r="0" b="0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124" name="Shape 440">
            <a:extLst>
              <a:ext uri="{FF2B5EF4-FFF2-40B4-BE49-F238E27FC236}">
                <a16:creationId xmlns:a16="http://schemas.microsoft.com/office/drawing/2014/main" id="{385AF425-E4B6-49B6-B8DA-A290256133AC}"/>
              </a:ext>
            </a:extLst>
          </p:cNvPr>
          <p:cNvGrpSpPr/>
          <p:nvPr/>
        </p:nvGrpSpPr>
        <p:grpSpPr>
          <a:xfrm>
            <a:off x="5339447" y="1968892"/>
            <a:ext cx="371013" cy="338488"/>
            <a:chOff x="6625350" y="1613750"/>
            <a:chExt cx="480525" cy="438400"/>
          </a:xfrm>
          <a:solidFill>
            <a:schemeClr val="tx1"/>
          </a:solidFill>
        </p:grpSpPr>
        <p:sp>
          <p:nvSpPr>
            <p:cNvPr id="125" name="Shape 441">
              <a:extLst>
                <a:ext uri="{FF2B5EF4-FFF2-40B4-BE49-F238E27FC236}">
                  <a16:creationId xmlns:a16="http://schemas.microsoft.com/office/drawing/2014/main" id="{2318B53E-E70F-452F-834D-A76258148F78}"/>
                </a:ext>
              </a:extLst>
            </p:cNvPr>
            <p:cNvSpPr/>
            <p:nvPr/>
          </p:nvSpPr>
          <p:spPr>
            <a:xfrm>
              <a:off x="6670525" y="1887275"/>
              <a:ext cx="117875" cy="164875"/>
            </a:xfrm>
            <a:custGeom>
              <a:avLst/>
              <a:gdLst/>
              <a:ahLst/>
              <a:cxnLst/>
              <a:rect l="0" t="0" r="0" b="0"/>
              <a:pathLst>
                <a:path w="4715" h="6595" extrusionOk="0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26" name="Shape 442">
              <a:extLst>
                <a:ext uri="{FF2B5EF4-FFF2-40B4-BE49-F238E27FC236}">
                  <a16:creationId xmlns:a16="http://schemas.microsoft.com/office/drawing/2014/main" id="{351FB554-AD84-4A57-8E84-28CEEBBB93A1}"/>
                </a:ext>
              </a:extLst>
            </p:cNvPr>
            <p:cNvSpPr/>
            <p:nvPr/>
          </p:nvSpPr>
          <p:spPr>
            <a:xfrm>
              <a:off x="7075950" y="1754175"/>
              <a:ext cx="29925" cy="99550"/>
            </a:xfrm>
            <a:custGeom>
              <a:avLst/>
              <a:gdLst/>
              <a:ahLst/>
              <a:cxnLst/>
              <a:rect l="0" t="0" r="0" b="0"/>
              <a:pathLst>
                <a:path w="1197" h="3981" extrusionOk="0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27" name="Shape 443">
              <a:extLst>
                <a:ext uri="{FF2B5EF4-FFF2-40B4-BE49-F238E27FC236}">
                  <a16:creationId xmlns:a16="http://schemas.microsoft.com/office/drawing/2014/main" id="{8510BFB0-1702-4E01-B9EF-9E797195B606}"/>
                </a:ext>
              </a:extLst>
            </p:cNvPr>
            <p:cNvSpPr/>
            <p:nvPr/>
          </p:nvSpPr>
          <p:spPr>
            <a:xfrm>
              <a:off x="6625350" y="1729750"/>
              <a:ext cx="97700" cy="147175"/>
            </a:xfrm>
            <a:custGeom>
              <a:avLst/>
              <a:gdLst/>
              <a:ahLst/>
              <a:cxnLst/>
              <a:rect l="0" t="0" r="0" b="0"/>
              <a:pathLst>
                <a:path w="3908" h="5887" extrusionOk="0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28" name="Shape 444">
              <a:extLst>
                <a:ext uri="{FF2B5EF4-FFF2-40B4-BE49-F238E27FC236}">
                  <a16:creationId xmlns:a16="http://schemas.microsoft.com/office/drawing/2014/main" id="{23B3B3E6-3A41-4AF0-A517-C666F51447CE}"/>
                </a:ext>
              </a:extLst>
            </p:cNvPr>
            <p:cNvSpPr/>
            <p:nvPr/>
          </p:nvSpPr>
          <p:spPr>
            <a:xfrm>
              <a:off x="6736475" y="1638175"/>
              <a:ext cx="279650" cy="330325"/>
            </a:xfrm>
            <a:custGeom>
              <a:avLst/>
              <a:gdLst/>
              <a:ahLst/>
              <a:cxnLst/>
              <a:rect l="0" t="0" r="0" b="0"/>
              <a:pathLst>
                <a:path w="11186" h="13213" extrusionOk="0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29" name="Shape 445">
              <a:extLst>
                <a:ext uri="{FF2B5EF4-FFF2-40B4-BE49-F238E27FC236}">
                  <a16:creationId xmlns:a16="http://schemas.microsoft.com/office/drawing/2014/main" id="{2BA31C44-C261-45AA-BC36-87D31DEFE665}"/>
                </a:ext>
              </a:extLst>
            </p:cNvPr>
            <p:cNvSpPr/>
            <p:nvPr/>
          </p:nvSpPr>
          <p:spPr>
            <a:xfrm>
              <a:off x="7029550" y="1613750"/>
              <a:ext cx="34200" cy="379800"/>
            </a:xfrm>
            <a:custGeom>
              <a:avLst/>
              <a:gdLst/>
              <a:ahLst/>
              <a:cxnLst/>
              <a:rect l="0" t="0" r="0" b="0"/>
              <a:pathLst>
                <a:path w="1368" h="15192" extrusionOk="0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130" name="Shape 446">
            <a:extLst>
              <a:ext uri="{FF2B5EF4-FFF2-40B4-BE49-F238E27FC236}">
                <a16:creationId xmlns:a16="http://schemas.microsoft.com/office/drawing/2014/main" id="{E8837AA7-5F63-4C99-9CDD-F55CA4ED7E07}"/>
              </a:ext>
            </a:extLst>
          </p:cNvPr>
          <p:cNvGrpSpPr/>
          <p:nvPr/>
        </p:nvGrpSpPr>
        <p:grpSpPr>
          <a:xfrm>
            <a:off x="695902" y="2519515"/>
            <a:ext cx="280040" cy="300790"/>
            <a:chOff x="611175" y="2326900"/>
            <a:chExt cx="362700" cy="389575"/>
          </a:xfrm>
          <a:solidFill>
            <a:schemeClr val="tx1"/>
          </a:solidFill>
        </p:grpSpPr>
        <p:sp>
          <p:nvSpPr>
            <p:cNvPr id="131" name="Shape 447">
              <a:extLst>
                <a:ext uri="{FF2B5EF4-FFF2-40B4-BE49-F238E27FC236}">
                  <a16:creationId xmlns:a16="http://schemas.microsoft.com/office/drawing/2014/main" id="{9F681807-722E-4AAE-B41B-AF09B3EF1ABF}"/>
                </a:ext>
              </a:extLst>
            </p:cNvPr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0" t="0" r="0" b="0"/>
              <a:pathLst>
                <a:path w="14508" h="15582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32" name="Shape 448">
              <a:extLst>
                <a:ext uri="{FF2B5EF4-FFF2-40B4-BE49-F238E27FC236}">
                  <a16:creationId xmlns:a16="http://schemas.microsoft.com/office/drawing/2014/main" id="{4628AC5A-75E2-44C0-8557-0B60003C41E4}"/>
                </a:ext>
              </a:extLst>
            </p:cNvPr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0" t="0" r="0" b="0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33" name="Shape 449">
              <a:extLst>
                <a:ext uri="{FF2B5EF4-FFF2-40B4-BE49-F238E27FC236}">
                  <a16:creationId xmlns:a16="http://schemas.microsoft.com/office/drawing/2014/main" id="{EB6FE9CC-6397-4BA0-945E-26C74F9808DB}"/>
                </a:ext>
              </a:extLst>
            </p:cNvPr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0" t="0" r="0" b="0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34" name="Shape 450">
              <a:extLst>
                <a:ext uri="{FF2B5EF4-FFF2-40B4-BE49-F238E27FC236}">
                  <a16:creationId xmlns:a16="http://schemas.microsoft.com/office/drawing/2014/main" id="{8DBBC422-2D1D-478E-9D3A-73A23DA9FFB8}"/>
                </a:ext>
              </a:extLst>
            </p:cNvPr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0" t="0" r="0" b="0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135" name="Shape 451">
            <a:extLst>
              <a:ext uri="{FF2B5EF4-FFF2-40B4-BE49-F238E27FC236}">
                <a16:creationId xmlns:a16="http://schemas.microsoft.com/office/drawing/2014/main" id="{61F878D9-3DDD-4B26-B96D-4546BA5E58BB}"/>
              </a:ext>
            </a:extLst>
          </p:cNvPr>
          <p:cNvSpPr/>
          <p:nvPr/>
        </p:nvSpPr>
        <p:spPr>
          <a:xfrm>
            <a:off x="1208886" y="2522475"/>
            <a:ext cx="295135" cy="295135"/>
          </a:xfrm>
          <a:custGeom>
            <a:avLst/>
            <a:gdLst/>
            <a:ahLst/>
            <a:cxnLst/>
            <a:rect l="0" t="0" r="0" b="0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136" name="Shape 452">
            <a:extLst>
              <a:ext uri="{FF2B5EF4-FFF2-40B4-BE49-F238E27FC236}">
                <a16:creationId xmlns:a16="http://schemas.microsoft.com/office/drawing/2014/main" id="{8A99A766-8D4B-4638-BC5C-6C646EB46A2B}"/>
              </a:ext>
            </a:extLst>
          </p:cNvPr>
          <p:cNvSpPr/>
          <p:nvPr/>
        </p:nvSpPr>
        <p:spPr>
          <a:xfrm>
            <a:off x="1729380" y="2522475"/>
            <a:ext cx="295135" cy="295135"/>
          </a:xfrm>
          <a:custGeom>
            <a:avLst/>
            <a:gdLst/>
            <a:ahLst/>
            <a:cxnLst/>
            <a:rect l="0" t="0" r="0" b="0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137" name="Shape 453">
            <a:extLst>
              <a:ext uri="{FF2B5EF4-FFF2-40B4-BE49-F238E27FC236}">
                <a16:creationId xmlns:a16="http://schemas.microsoft.com/office/drawing/2014/main" id="{622868E6-4528-4E95-8C3E-E6CC2CE1A76F}"/>
              </a:ext>
            </a:extLst>
          </p:cNvPr>
          <p:cNvSpPr/>
          <p:nvPr/>
        </p:nvSpPr>
        <p:spPr>
          <a:xfrm>
            <a:off x="2249875" y="2522475"/>
            <a:ext cx="295135" cy="295135"/>
          </a:xfrm>
          <a:custGeom>
            <a:avLst/>
            <a:gdLst/>
            <a:ahLst/>
            <a:cxnLst/>
            <a:rect l="0" t="0" r="0" b="0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138" name="Shape 454">
            <a:extLst>
              <a:ext uri="{FF2B5EF4-FFF2-40B4-BE49-F238E27FC236}">
                <a16:creationId xmlns:a16="http://schemas.microsoft.com/office/drawing/2014/main" id="{05CC5721-B385-4621-9B86-1D8ABCA915D6}"/>
              </a:ext>
            </a:extLst>
          </p:cNvPr>
          <p:cNvGrpSpPr/>
          <p:nvPr/>
        </p:nvGrpSpPr>
        <p:grpSpPr>
          <a:xfrm>
            <a:off x="2839001" y="2471432"/>
            <a:ext cx="157469" cy="393191"/>
            <a:chOff x="3386850" y="2264625"/>
            <a:chExt cx="203950" cy="509250"/>
          </a:xfrm>
          <a:solidFill>
            <a:schemeClr val="tx1"/>
          </a:solidFill>
        </p:grpSpPr>
        <p:sp>
          <p:nvSpPr>
            <p:cNvPr id="139" name="Shape 455">
              <a:extLst>
                <a:ext uri="{FF2B5EF4-FFF2-40B4-BE49-F238E27FC236}">
                  <a16:creationId xmlns:a16="http://schemas.microsoft.com/office/drawing/2014/main" id="{F36A1968-E39F-440C-9670-C0F6BB72D633}"/>
                </a:ext>
              </a:extLst>
            </p:cNvPr>
            <p:cNvSpPr/>
            <p:nvPr/>
          </p:nvSpPr>
          <p:spPr>
            <a:xfrm>
              <a:off x="3386850" y="2370850"/>
              <a:ext cx="203950" cy="403025"/>
            </a:xfrm>
            <a:custGeom>
              <a:avLst/>
              <a:gdLst/>
              <a:ahLst/>
              <a:cxnLst/>
              <a:rect l="0" t="0" r="0" b="0"/>
              <a:pathLst>
                <a:path w="8158" h="16120" extrusionOk="0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40" name="Shape 456">
              <a:extLst>
                <a:ext uri="{FF2B5EF4-FFF2-40B4-BE49-F238E27FC236}">
                  <a16:creationId xmlns:a16="http://schemas.microsoft.com/office/drawing/2014/main" id="{56072CA8-B71F-47CF-BB65-A51C96959BAA}"/>
                </a:ext>
              </a:extLst>
            </p:cNvPr>
            <p:cNvSpPr/>
            <p:nvPr/>
          </p:nvSpPr>
          <p:spPr>
            <a:xfrm>
              <a:off x="3446075" y="2264625"/>
              <a:ext cx="85500" cy="94050"/>
            </a:xfrm>
            <a:custGeom>
              <a:avLst/>
              <a:gdLst/>
              <a:ahLst/>
              <a:cxnLst/>
              <a:rect l="0" t="0" r="0" b="0"/>
              <a:pathLst>
                <a:path w="3420" h="3762" extrusionOk="0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141" name="Shape 457">
            <a:extLst>
              <a:ext uri="{FF2B5EF4-FFF2-40B4-BE49-F238E27FC236}">
                <a16:creationId xmlns:a16="http://schemas.microsoft.com/office/drawing/2014/main" id="{CEBEB6FF-16B6-4164-967E-1E1213E497B1}"/>
              </a:ext>
            </a:extLst>
          </p:cNvPr>
          <p:cNvGrpSpPr/>
          <p:nvPr/>
        </p:nvGrpSpPr>
        <p:grpSpPr>
          <a:xfrm>
            <a:off x="3894056" y="2521407"/>
            <a:ext cx="129172" cy="293243"/>
            <a:chOff x="4753325" y="2329350"/>
            <a:chExt cx="167300" cy="379800"/>
          </a:xfrm>
          <a:solidFill>
            <a:schemeClr val="tx1"/>
          </a:solidFill>
        </p:grpSpPr>
        <p:sp>
          <p:nvSpPr>
            <p:cNvPr id="142" name="Shape 458">
              <a:extLst>
                <a:ext uri="{FF2B5EF4-FFF2-40B4-BE49-F238E27FC236}">
                  <a16:creationId xmlns:a16="http://schemas.microsoft.com/office/drawing/2014/main" id="{39FBA7A9-7EC8-427E-8EBF-1264E1BAE588}"/>
                </a:ext>
              </a:extLst>
            </p:cNvPr>
            <p:cNvSpPr/>
            <p:nvPr/>
          </p:nvSpPr>
          <p:spPr>
            <a:xfrm>
              <a:off x="4753325" y="2424600"/>
              <a:ext cx="167300" cy="284550"/>
            </a:xfrm>
            <a:custGeom>
              <a:avLst/>
              <a:gdLst/>
              <a:ahLst/>
              <a:cxnLst/>
              <a:rect l="0" t="0" r="0" b="0"/>
              <a:pathLst>
                <a:path w="6691" h="11382" extrusionOk="0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43" name="Shape 459">
              <a:extLst>
                <a:ext uri="{FF2B5EF4-FFF2-40B4-BE49-F238E27FC236}">
                  <a16:creationId xmlns:a16="http://schemas.microsoft.com/office/drawing/2014/main" id="{8147C355-775E-4F2B-9A01-40FED30A7448}"/>
                </a:ext>
              </a:extLst>
            </p:cNvPr>
            <p:cNvSpPr/>
            <p:nvPr/>
          </p:nvSpPr>
          <p:spPr>
            <a:xfrm>
              <a:off x="4798500" y="2329350"/>
              <a:ext cx="76950" cy="84275"/>
            </a:xfrm>
            <a:custGeom>
              <a:avLst/>
              <a:gdLst/>
              <a:ahLst/>
              <a:cxnLst/>
              <a:rect l="0" t="0" r="0" b="0"/>
              <a:pathLst>
                <a:path w="3078" h="3370" extrusionOk="0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144" name="Shape 460">
            <a:extLst>
              <a:ext uri="{FF2B5EF4-FFF2-40B4-BE49-F238E27FC236}">
                <a16:creationId xmlns:a16="http://schemas.microsoft.com/office/drawing/2014/main" id="{D684C4B6-AEDD-42B5-8BFB-A3F7BCAFB962}"/>
              </a:ext>
            </a:extLst>
          </p:cNvPr>
          <p:cNvGrpSpPr/>
          <p:nvPr/>
        </p:nvGrpSpPr>
        <p:grpSpPr>
          <a:xfrm>
            <a:off x="3371229" y="2473305"/>
            <a:ext cx="133920" cy="389427"/>
            <a:chOff x="4076175" y="2267050"/>
            <a:chExt cx="173450" cy="504375"/>
          </a:xfrm>
          <a:solidFill>
            <a:schemeClr val="tx1"/>
          </a:solidFill>
        </p:grpSpPr>
        <p:sp>
          <p:nvSpPr>
            <p:cNvPr id="145" name="Shape 461">
              <a:extLst>
                <a:ext uri="{FF2B5EF4-FFF2-40B4-BE49-F238E27FC236}">
                  <a16:creationId xmlns:a16="http://schemas.microsoft.com/office/drawing/2014/main" id="{B53CD923-6630-4A89-888E-76F048009234}"/>
                </a:ext>
              </a:extLst>
            </p:cNvPr>
            <p:cNvSpPr/>
            <p:nvPr/>
          </p:nvSpPr>
          <p:spPr>
            <a:xfrm>
              <a:off x="4122600" y="2267050"/>
              <a:ext cx="80600" cy="91625"/>
            </a:xfrm>
            <a:custGeom>
              <a:avLst/>
              <a:gdLst/>
              <a:ahLst/>
              <a:cxnLst/>
              <a:rect l="0" t="0" r="0" b="0"/>
              <a:pathLst>
                <a:path w="3223" h="3665" extrusionOk="0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46" name="Shape 462">
              <a:extLst>
                <a:ext uri="{FF2B5EF4-FFF2-40B4-BE49-F238E27FC236}">
                  <a16:creationId xmlns:a16="http://schemas.microsoft.com/office/drawing/2014/main" id="{DA9D7A87-638E-468F-9C77-E1EC5EC35DB8}"/>
                </a:ext>
              </a:extLst>
            </p:cNvPr>
            <p:cNvSpPr/>
            <p:nvPr/>
          </p:nvSpPr>
          <p:spPr>
            <a:xfrm>
              <a:off x="4076175" y="2370250"/>
              <a:ext cx="173450" cy="401175"/>
            </a:xfrm>
            <a:custGeom>
              <a:avLst/>
              <a:gdLst/>
              <a:ahLst/>
              <a:cxnLst/>
              <a:rect l="0" t="0" r="0" b="0"/>
              <a:pathLst>
                <a:path w="6938" h="16047" extrusionOk="0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147" name="Shape 463">
            <a:extLst>
              <a:ext uri="{FF2B5EF4-FFF2-40B4-BE49-F238E27FC236}">
                <a16:creationId xmlns:a16="http://schemas.microsoft.com/office/drawing/2014/main" id="{050788D5-FAB7-4FF6-92F4-0D9187F15D8A}"/>
              </a:ext>
            </a:extLst>
          </p:cNvPr>
          <p:cNvSpPr/>
          <p:nvPr/>
        </p:nvSpPr>
        <p:spPr>
          <a:xfrm>
            <a:off x="4331852" y="2514463"/>
            <a:ext cx="295135" cy="311156"/>
          </a:xfrm>
          <a:custGeom>
            <a:avLst/>
            <a:gdLst/>
            <a:ahLst/>
            <a:cxnLst/>
            <a:rect l="0" t="0" r="0" b="0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148" name="Shape 464">
            <a:extLst>
              <a:ext uri="{FF2B5EF4-FFF2-40B4-BE49-F238E27FC236}">
                <a16:creationId xmlns:a16="http://schemas.microsoft.com/office/drawing/2014/main" id="{BC3E594F-4DDF-4580-AB9A-1AE111DA466A}"/>
              </a:ext>
            </a:extLst>
          </p:cNvPr>
          <p:cNvGrpSpPr/>
          <p:nvPr/>
        </p:nvGrpSpPr>
        <p:grpSpPr>
          <a:xfrm>
            <a:off x="4837370" y="2519978"/>
            <a:ext cx="324359" cy="299845"/>
            <a:chOff x="5975075" y="2327500"/>
            <a:chExt cx="420100" cy="388350"/>
          </a:xfrm>
          <a:solidFill>
            <a:schemeClr val="tx1"/>
          </a:solidFill>
        </p:grpSpPr>
        <p:sp>
          <p:nvSpPr>
            <p:cNvPr id="149" name="Shape 465">
              <a:extLst>
                <a:ext uri="{FF2B5EF4-FFF2-40B4-BE49-F238E27FC236}">
                  <a16:creationId xmlns:a16="http://schemas.microsoft.com/office/drawing/2014/main" id="{701D5120-1B84-4D91-A3D7-CF20071A1639}"/>
                </a:ext>
              </a:extLst>
            </p:cNvPr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0" t="0" r="0" b="0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50" name="Shape 466">
              <a:extLst>
                <a:ext uri="{FF2B5EF4-FFF2-40B4-BE49-F238E27FC236}">
                  <a16:creationId xmlns:a16="http://schemas.microsoft.com/office/drawing/2014/main" id="{B20D3A10-4719-49FE-BE08-3DD85DEF3180}"/>
                </a:ext>
              </a:extLst>
            </p:cNvPr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0" t="0" r="0" b="0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151" name="Shape 467">
            <a:extLst>
              <a:ext uri="{FF2B5EF4-FFF2-40B4-BE49-F238E27FC236}">
                <a16:creationId xmlns:a16="http://schemas.microsoft.com/office/drawing/2014/main" id="{4AAA7D0D-2C77-4624-88EC-AC2247E2213C}"/>
              </a:ext>
            </a:extLst>
          </p:cNvPr>
          <p:cNvGrpSpPr/>
          <p:nvPr/>
        </p:nvGrpSpPr>
        <p:grpSpPr>
          <a:xfrm>
            <a:off x="5420517" y="2511022"/>
            <a:ext cx="198970" cy="324359"/>
            <a:chOff x="6730350" y="2315900"/>
            <a:chExt cx="257700" cy="420100"/>
          </a:xfrm>
          <a:solidFill>
            <a:schemeClr val="tx1"/>
          </a:solidFill>
        </p:grpSpPr>
        <p:sp>
          <p:nvSpPr>
            <p:cNvPr id="152" name="Shape 468">
              <a:extLst>
                <a:ext uri="{FF2B5EF4-FFF2-40B4-BE49-F238E27FC236}">
                  <a16:creationId xmlns:a16="http://schemas.microsoft.com/office/drawing/2014/main" id="{7BB2C00C-0D7E-4F71-848C-BE614F75433A}"/>
                </a:ext>
              </a:extLst>
            </p:cNvPr>
            <p:cNvSpPr/>
            <p:nvPr/>
          </p:nvSpPr>
          <p:spPr>
            <a:xfrm>
              <a:off x="6807900" y="2671250"/>
              <a:ext cx="102600" cy="22625"/>
            </a:xfrm>
            <a:custGeom>
              <a:avLst/>
              <a:gdLst/>
              <a:ahLst/>
              <a:cxnLst/>
              <a:rect l="0" t="0" r="0" b="0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53" name="Shape 469">
              <a:extLst>
                <a:ext uri="{FF2B5EF4-FFF2-40B4-BE49-F238E27FC236}">
                  <a16:creationId xmlns:a16="http://schemas.microsoft.com/office/drawing/2014/main" id="{764109B3-21FF-4787-95A8-418B03B3FE66}"/>
                </a:ext>
              </a:extLst>
            </p:cNvPr>
            <p:cNvSpPr/>
            <p:nvPr/>
          </p:nvSpPr>
          <p:spPr>
            <a:xfrm>
              <a:off x="6807900" y="2636450"/>
              <a:ext cx="102600" cy="22625"/>
            </a:xfrm>
            <a:custGeom>
              <a:avLst/>
              <a:gdLst/>
              <a:ahLst/>
              <a:cxnLst/>
              <a:rect l="0" t="0" r="0" b="0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54" name="Shape 470">
              <a:extLst>
                <a:ext uri="{FF2B5EF4-FFF2-40B4-BE49-F238E27FC236}">
                  <a16:creationId xmlns:a16="http://schemas.microsoft.com/office/drawing/2014/main" id="{F4EE6AD4-BD6B-468D-85C9-72101ED86B0E}"/>
                </a:ext>
              </a:extLst>
            </p:cNvPr>
            <p:cNvSpPr/>
            <p:nvPr/>
          </p:nvSpPr>
          <p:spPr>
            <a:xfrm>
              <a:off x="6807900" y="2706075"/>
              <a:ext cx="102600" cy="29925"/>
            </a:xfrm>
            <a:custGeom>
              <a:avLst/>
              <a:gdLst/>
              <a:ahLst/>
              <a:cxnLst/>
              <a:rect l="0" t="0" r="0" b="0"/>
              <a:pathLst>
                <a:path w="4104" h="1197" extrusionOk="0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55" name="Shape 471">
              <a:extLst>
                <a:ext uri="{FF2B5EF4-FFF2-40B4-BE49-F238E27FC236}">
                  <a16:creationId xmlns:a16="http://schemas.microsoft.com/office/drawing/2014/main" id="{99651E16-B8AE-4B57-8A81-B78507576F47}"/>
                </a:ext>
              </a:extLst>
            </p:cNvPr>
            <p:cNvSpPr/>
            <p:nvPr/>
          </p:nvSpPr>
          <p:spPr>
            <a:xfrm>
              <a:off x="6811575" y="2463675"/>
              <a:ext cx="95275" cy="160600"/>
            </a:xfrm>
            <a:custGeom>
              <a:avLst/>
              <a:gdLst/>
              <a:ahLst/>
              <a:cxnLst/>
              <a:rect l="0" t="0" r="0" b="0"/>
              <a:pathLst>
                <a:path w="3811" h="6424" extrusionOk="0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56" name="Shape 472">
              <a:extLst>
                <a:ext uri="{FF2B5EF4-FFF2-40B4-BE49-F238E27FC236}">
                  <a16:creationId xmlns:a16="http://schemas.microsoft.com/office/drawing/2014/main" id="{BA4DE8E3-87B8-411B-A88D-5207D647D911}"/>
                </a:ext>
              </a:extLst>
            </p:cNvPr>
            <p:cNvSpPr/>
            <p:nvPr/>
          </p:nvSpPr>
          <p:spPr>
            <a:xfrm>
              <a:off x="6730350" y="2315900"/>
              <a:ext cx="257700" cy="308375"/>
            </a:xfrm>
            <a:custGeom>
              <a:avLst/>
              <a:gdLst/>
              <a:ahLst/>
              <a:cxnLst/>
              <a:rect l="0" t="0" r="0" b="0"/>
              <a:pathLst>
                <a:path w="10308" h="12335" extrusionOk="0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157" name="Shape 473">
            <a:extLst>
              <a:ext uri="{FF2B5EF4-FFF2-40B4-BE49-F238E27FC236}">
                <a16:creationId xmlns:a16="http://schemas.microsoft.com/office/drawing/2014/main" id="{B399DFAC-1C85-4D79-B230-B09889CA6042}"/>
              </a:ext>
            </a:extLst>
          </p:cNvPr>
          <p:cNvGrpSpPr/>
          <p:nvPr/>
        </p:nvGrpSpPr>
        <p:grpSpPr>
          <a:xfrm>
            <a:off x="785466" y="3006498"/>
            <a:ext cx="100913" cy="367731"/>
            <a:chOff x="727175" y="2957625"/>
            <a:chExt cx="130700" cy="476275"/>
          </a:xfrm>
          <a:solidFill>
            <a:schemeClr val="tx1"/>
          </a:solidFill>
        </p:grpSpPr>
        <p:sp>
          <p:nvSpPr>
            <p:cNvPr id="158" name="Shape 474">
              <a:extLst>
                <a:ext uri="{FF2B5EF4-FFF2-40B4-BE49-F238E27FC236}">
                  <a16:creationId xmlns:a16="http://schemas.microsoft.com/office/drawing/2014/main" id="{9FBAB493-DC67-4781-9340-45C290963EE6}"/>
                </a:ext>
              </a:extLst>
            </p:cNvPr>
            <p:cNvSpPr/>
            <p:nvPr/>
          </p:nvSpPr>
          <p:spPr>
            <a:xfrm>
              <a:off x="727175" y="2957625"/>
              <a:ext cx="130700" cy="476275"/>
            </a:xfrm>
            <a:custGeom>
              <a:avLst/>
              <a:gdLst/>
              <a:ahLst/>
              <a:cxnLst/>
              <a:rect l="0" t="0" r="0" b="0"/>
              <a:pathLst>
                <a:path w="5228" h="19051" extrusionOk="0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59" name="Shape 475">
              <a:extLst>
                <a:ext uri="{FF2B5EF4-FFF2-40B4-BE49-F238E27FC236}">
                  <a16:creationId xmlns:a16="http://schemas.microsoft.com/office/drawing/2014/main" id="{EC146C7F-3A3D-4CDF-867A-4BEFBF539EE5}"/>
                </a:ext>
              </a:extLst>
            </p:cNvPr>
            <p:cNvSpPr/>
            <p:nvPr/>
          </p:nvSpPr>
          <p:spPr>
            <a:xfrm>
              <a:off x="751600" y="3090125"/>
              <a:ext cx="81850" cy="319350"/>
            </a:xfrm>
            <a:custGeom>
              <a:avLst/>
              <a:gdLst/>
              <a:ahLst/>
              <a:cxnLst/>
              <a:rect l="0" t="0" r="0" b="0"/>
              <a:pathLst>
                <a:path w="3273" h="12774" extrusionOk="0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160" name="Shape 476">
            <a:extLst>
              <a:ext uri="{FF2B5EF4-FFF2-40B4-BE49-F238E27FC236}">
                <a16:creationId xmlns:a16="http://schemas.microsoft.com/office/drawing/2014/main" id="{8C97F053-ED65-4378-AF0D-ADF8850D0841}"/>
              </a:ext>
            </a:extLst>
          </p:cNvPr>
          <p:cNvSpPr/>
          <p:nvPr/>
        </p:nvSpPr>
        <p:spPr>
          <a:xfrm>
            <a:off x="1722315" y="2992064"/>
            <a:ext cx="309264" cy="396955"/>
          </a:xfrm>
          <a:custGeom>
            <a:avLst/>
            <a:gdLst/>
            <a:ahLst/>
            <a:cxnLst/>
            <a:rect l="0" t="0" r="0" b="0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161" name="Shape 477">
            <a:extLst>
              <a:ext uri="{FF2B5EF4-FFF2-40B4-BE49-F238E27FC236}">
                <a16:creationId xmlns:a16="http://schemas.microsoft.com/office/drawing/2014/main" id="{0484019F-C6F6-4EF8-9AB7-8F5C8CF72204}"/>
              </a:ext>
            </a:extLst>
          </p:cNvPr>
          <p:cNvSpPr/>
          <p:nvPr/>
        </p:nvSpPr>
        <p:spPr>
          <a:xfrm>
            <a:off x="1241896" y="2992064"/>
            <a:ext cx="229120" cy="396955"/>
          </a:xfrm>
          <a:custGeom>
            <a:avLst/>
            <a:gdLst/>
            <a:ahLst/>
            <a:cxnLst/>
            <a:rect l="0" t="0" r="0" b="0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162" name="Shape 478">
            <a:extLst>
              <a:ext uri="{FF2B5EF4-FFF2-40B4-BE49-F238E27FC236}">
                <a16:creationId xmlns:a16="http://schemas.microsoft.com/office/drawing/2014/main" id="{38E7040E-7932-41E7-A310-4DC2024F3261}"/>
              </a:ext>
            </a:extLst>
          </p:cNvPr>
          <p:cNvGrpSpPr/>
          <p:nvPr/>
        </p:nvGrpSpPr>
        <p:grpSpPr>
          <a:xfrm>
            <a:off x="2218599" y="3018272"/>
            <a:ext cx="357366" cy="344163"/>
            <a:chOff x="2583325" y="2972875"/>
            <a:chExt cx="462850" cy="445750"/>
          </a:xfrm>
          <a:solidFill>
            <a:schemeClr val="tx1"/>
          </a:solidFill>
        </p:grpSpPr>
        <p:sp>
          <p:nvSpPr>
            <p:cNvPr id="163" name="Shape 479">
              <a:extLst>
                <a:ext uri="{FF2B5EF4-FFF2-40B4-BE49-F238E27FC236}">
                  <a16:creationId xmlns:a16="http://schemas.microsoft.com/office/drawing/2014/main" id="{8BB2F552-F541-411A-9FD9-3D2FF92A233D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0" t="0" r="0" b="0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64" name="Shape 480">
              <a:extLst>
                <a:ext uri="{FF2B5EF4-FFF2-40B4-BE49-F238E27FC236}">
                  <a16:creationId xmlns:a16="http://schemas.microsoft.com/office/drawing/2014/main" id="{037F0A96-3317-4E76-AA1F-E170C43D42D3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0" t="0" r="0" b="0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165" name="Shape 481">
            <a:extLst>
              <a:ext uri="{FF2B5EF4-FFF2-40B4-BE49-F238E27FC236}">
                <a16:creationId xmlns:a16="http://schemas.microsoft.com/office/drawing/2014/main" id="{BC59021F-3F2A-427B-BD75-B702D2136597}"/>
              </a:ext>
            </a:extLst>
          </p:cNvPr>
          <p:cNvGrpSpPr/>
          <p:nvPr/>
        </p:nvGrpSpPr>
        <p:grpSpPr>
          <a:xfrm>
            <a:off x="2726796" y="3069675"/>
            <a:ext cx="381880" cy="241377"/>
            <a:chOff x="3241525" y="3039450"/>
            <a:chExt cx="494600" cy="312625"/>
          </a:xfrm>
          <a:solidFill>
            <a:schemeClr val="tx1"/>
          </a:solidFill>
        </p:grpSpPr>
        <p:sp>
          <p:nvSpPr>
            <p:cNvPr id="166" name="Shape 482">
              <a:extLst>
                <a:ext uri="{FF2B5EF4-FFF2-40B4-BE49-F238E27FC236}">
                  <a16:creationId xmlns:a16="http://schemas.microsoft.com/office/drawing/2014/main" id="{F4B4CFC6-817F-47AB-A496-B11792CFBFDB}"/>
                </a:ext>
              </a:extLst>
            </p:cNvPr>
            <p:cNvSpPr/>
            <p:nvPr/>
          </p:nvSpPr>
          <p:spPr>
            <a:xfrm>
              <a:off x="3241525" y="3039450"/>
              <a:ext cx="494600" cy="312625"/>
            </a:xfrm>
            <a:custGeom>
              <a:avLst/>
              <a:gdLst/>
              <a:ahLst/>
              <a:cxnLst/>
              <a:rect l="0" t="0" r="0" b="0"/>
              <a:pathLst>
                <a:path w="19784" h="12505" extrusionOk="0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67" name="Shape 483">
              <a:extLst>
                <a:ext uri="{FF2B5EF4-FFF2-40B4-BE49-F238E27FC236}">
                  <a16:creationId xmlns:a16="http://schemas.microsoft.com/office/drawing/2014/main" id="{735299EF-254E-4772-AE9C-1992CD30107E}"/>
                </a:ext>
              </a:extLst>
            </p:cNvPr>
            <p:cNvSpPr/>
            <p:nvPr/>
          </p:nvSpPr>
          <p:spPr>
            <a:xfrm>
              <a:off x="3384400" y="3091350"/>
              <a:ext cx="208850" cy="208825"/>
            </a:xfrm>
            <a:custGeom>
              <a:avLst/>
              <a:gdLst/>
              <a:ahLst/>
              <a:cxnLst/>
              <a:rect l="0" t="0" r="0" b="0"/>
              <a:pathLst>
                <a:path w="8354" h="8353" extrusionOk="0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168" name="Shape 484">
            <a:extLst>
              <a:ext uri="{FF2B5EF4-FFF2-40B4-BE49-F238E27FC236}">
                <a16:creationId xmlns:a16="http://schemas.microsoft.com/office/drawing/2014/main" id="{0824E577-5CE4-47EE-A292-C915FCC69A47}"/>
              </a:ext>
            </a:extLst>
          </p:cNvPr>
          <p:cNvSpPr/>
          <p:nvPr/>
        </p:nvSpPr>
        <p:spPr>
          <a:xfrm>
            <a:off x="3794852" y="3026483"/>
            <a:ext cx="328142" cy="328123"/>
          </a:xfrm>
          <a:custGeom>
            <a:avLst/>
            <a:gdLst/>
            <a:ahLst/>
            <a:cxnLst/>
            <a:rect l="0" t="0" r="0" b="0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169" name="Shape 485">
            <a:extLst>
              <a:ext uri="{FF2B5EF4-FFF2-40B4-BE49-F238E27FC236}">
                <a16:creationId xmlns:a16="http://schemas.microsoft.com/office/drawing/2014/main" id="{9E784B67-2BCD-437C-93B1-25674FBF674B}"/>
              </a:ext>
            </a:extLst>
          </p:cNvPr>
          <p:cNvGrpSpPr/>
          <p:nvPr/>
        </p:nvGrpSpPr>
        <p:grpSpPr>
          <a:xfrm>
            <a:off x="4281554" y="3044215"/>
            <a:ext cx="395083" cy="292297"/>
            <a:chOff x="5255200" y="3006475"/>
            <a:chExt cx="511700" cy="378575"/>
          </a:xfrm>
          <a:solidFill>
            <a:schemeClr val="tx1"/>
          </a:solidFill>
        </p:grpSpPr>
        <p:sp>
          <p:nvSpPr>
            <p:cNvPr id="170" name="Shape 486">
              <a:extLst>
                <a:ext uri="{FF2B5EF4-FFF2-40B4-BE49-F238E27FC236}">
                  <a16:creationId xmlns:a16="http://schemas.microsoft.com/office/drawing/2014/main" id="{5A3B0A68-4024-4383-8953-A19A6554C6F9}"/>
                </a:ext>
              </a:extLst>
            </p:cNvPr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0" t="0" r="0" b="0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71" name="Shape 487">
              <a:extLst>
                <a:ext uri="{FF2B5EF4-FFF2-40B4-BE49-F238E27FC236}">
                  <a16:creationId xmlns:a16="http://schemas.microsoft.com/office/drawing/2014/main" id="{07E9A842-7030-4821-B9BC-2D3299E9100D}"/>
                </a:ext>
              </a:extLst>
            </p:cNvPr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0" t="0" r="0" b="0"/>
              <a:pathLst>
                <a:path w="7962" h="7962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172" name="Shape 488">
            <a:extLst>
              <a:ext uri="{FF2B5EF4-FFF2-40B4-BE49-F238E27FC236}">
                <a16:creationId xmlns:a16="http://schemas.microsoft.com/office/drawing/2014/main" id="{87C0D564-7618-4E25-BD1C-8D62064D6847}"/>
              </a:ext>
            </a:extLst>
          </p:cNvPr>
          <p:cNvGrpSpPr/>
          <p:nvPr/>
        </p:nvGrpSpPr>
        <p:grpSpPr>
          <a:xfrm>
            <a:off x="3278365" y="3027248"/>
            <a:ext cx="319649" cy="326231"/>
            <a:chOff x="3955900" y="2984500"/>
            <a:chExt cx="414000" cy="422525"/>
          </a:xfrm>
          <a:solidFill>
            <a:schemeClr val="tx1"/>
          </a:solidFill>
        </p:grpSpPr>
        <p:sp>
          <p:nvSpPr>
            <p:cNvPr id="173" name="Shape 489">
              <a:extLst>
                <a:ext uri="{FF2B5EF4-FFF2-40B4-BE49-F238E27FC236}">
                  <a16:creationId xmlns:a16="http://schemas.microsoft.com/office/drawing/2014/main" id="{A8EC48EC-BFDB-4101-B8AB-9025F1E008F4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0" t="0" r="0" b="0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74" name="Shape 490">
              <a:extLst>
                <a:ext uri="{FF2B5EF4-FFF2-40B4-BE49-F238E27FC236}">
                  <a16:creationId xmlns:a16="http://schemas.microsoft.com/office/drawing/2014/main" id="{9BCAB88B-7408-45C0-9143-0571F8C9CF8D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0" t="0" r="0" b="0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75" name="Shape 491">
              <a:extLst>
                <a:ext uri="{FF2B5EF4-FFF2-40B4-BE49-F238E27FC236}">
                  <a16:creationId xmlns:a16="http://schemas.microsoft.com/office/drawing/2014/main" id="{9CE5B8DA-A107-4D1B-B4D3-B7E15E522F88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0" t="0" r="0" b="0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176" name="Shape 492">
            <a:extLst>
              <a:ext uri="{FF2B5EF4-FFF2-40B4-BE49-F238E27FC236}">
                <a16:creationId xmlns:a16="http://schemas.microsoft.com/office/drawing/2014/main" id="{AC35ED88-1FD7-49EC-946B-ABD05DAE19AC}"/>
              </a:ext>
            </a:extLst>
          </p:cNvPr>
          <p:cNvSpPr/>
          <p:nvPr/>
        </p:nvSpPr>
        <p:spPr>
          <a:xfrm>
            <a:off x="659165" y="3570548"/>
            <a:ext cx="357347" cy="280986"/>
          </a:xfrm>
          <a:custGeom>
            <a:avLst/>
            <a:gdLst/>
            <a:ahLst/>
            <a:cxnLst/>
            <a:rect l="0" t="0" r="0" b="0"/>
            <a:pathLst>
              <a:path w="18513" h="14557" extrusionOk="0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177" name="Shape 493">
            <a:extLst>
              <a:ext uri="{FF2B5EF4-FFF2-40B4-BE49-F238E27FC236}">
                <a16:creationId xmlns:a16="http://schemas.microsoft.com/office/drawing/2014/main" id="{86D1EC52-CB47-4D73-8284-9ADC10164033}"/>
              </a:ext>
            </a:extLst>
          </p:cNvPr>
          <p:cNvSpPr/>
          <p:nvPr/>
        </p:nvSpPr>
        <p:spPr>
          <a:xfrm>
            <a:off x="4875453" y="3011388"/>
            <a:ext cx="248925" cy="358312"/>
          </a:xfrm>
          <a:custGeom>
            <a:avLst/>
            <a:gdLst/>
            <a:ahLst/>
            <a:cxnLst/>
            <a:rect l="0" t="0" r="0" b="0"/>
            <a:pathLst>
              <a:path w="12895" h="18563" extrusionOk="0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178" name="Shape 494">
            <a:extLst>
              <a:ext uri="{FF2B5EF4-FFF2-40B4-BE49-F238E27FC236}">
                <a16:creationId xmlns:a16="http://schemas.microsoft.com/office/drawing/2014/main" id="{E3BEED5F-5375-4B7F-8235-513C43EA4F97}"/>
              </a:ext>
            </a:extLst>
          </p:cNvPr>
          <p:cNvGrpSpPr/>
          <p:nvPr/>
        </p:nvGrpSpPr>
        <p:grpSpPr>
          <a:xfrm>
            <a:off x="5397895" y="3022519"/>
            <a:ext cx="244215" cy="347001"/>
            <a:chOff x="6701050" y="2978375"/>
            <a:chExt cx="316300" cy="449425"/>
          </a:xfrm>
          <a:solidFill>
            <a:schemeClr val="tx1"/>
          </a:solidFill>
        </p:grpSpPr>
        <p:sp>
          <p:nvSpPr>
            <p:cNvPr id="179" name="Shape 495">
              <a:extLst>
                <a:ext uri="{FF2B5EF4-FFF2-40B4-BE49-F238E27FC236}">
                  <a16:creationId xmlns:a16="http://schemas.microsoft.com/office/drawing/2014/main" id="{F45E5AC6-35F3-4AF1-868A-CC772FB2F8AD}"/>
                </a:ext>
              </a:extLst>
            </p:cNvPr>
            <p:cNvSpPr/>
            <p:nvPr/>
          </p:nvSpPr>
          <p:spPr>
            <a:xfrm>
              <a:off x="6701050" y="2978375"/>
              <a:ext cx="316300" cy="78175"/>
            </a:xfrm>
            <a:custGeom>
              <a:avLst/>
              <a:gdLst/>
              <a:ahLst/>
              <a:cxnLst/>
              <a:rect l="0" t="0" r="0" b="0"/>
              <a:pathLst>
                <a:path w="12652" h="3127" extrusionOk="0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80" name="Shape 496">
              <a:extLst>
                <a:ext uri="{FF2B5EF4-FFF2-40B4-BE49-F238E27FC236}">
                  <a16:creationId xmlns:a16="http://schemas.microsoft.com/office/drawing/2014/main" id="{B8A33728-8F24-4363-9A94-A770CC8AD87E}"/>
                </a:ext>
              </a:extLst>
            </p:cNvPr>
            <p:cNvSpPr/>
            <p:nvPr/>
          </p:nvSpPr>
          <p:spPr>
            <a:xfrm>
              <a:off x="6713875" y="3068750"/>
              <a:ext cx="290650" cy="359050"/>
            </a:xfrm>
            <a:custGeom>
              <a:avLst/>
              <a:gdLst/>
              <a:ahLst/>
              <a:cxnLst/>
              <a:rect l="0" t="0" r="0" b="0"/>
              <a:pathLst>
                <a:path w="11626" h="14361" extrusionOk="0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181" name="Shape 497">
            <a:extLst>
              <a:ext uri="{FF2B5EF4-FFF2-40B4-BE49-F238E27FC236}">
                <a16:creationId xmlns:a16="http://schemas.microsoft.com/office/drawing/2014/main" id="{4E811DEA-F33C-4025-BEE3-9427D96758EE}"/>
              </a:ext>
            </a:extLst>
          </p:cNvPr>
          <p:cNvGrpSpPr/>
          <p:nvPr/>
        </p:nvGrpSpPr>
        <p:grpSpPr>
          <a:xfrm>
            <a:off x="1182403" y="3593892"/>
            <a:ext cx="347946" cy="233849"/>
            <a:chOff x="1241275" y="3718400"/>
            <a:chExt cx="450650" cy="302875"/>
          </a:xfrm>
          <a:solidFill>
            <a:schemeClr val="tx1"/>
          </a:solidFill>
        </p:grpSpPr>
        <p:sp>
          <p:nvSpPr>
            <p:cNvPr id="182" name="Shape 498">
              <a:extLst>
                <a:ext uri="{FF2B5EF4-FFF2-40B4-BE49-F238E27FC236}">
                  <a16:creationId xmlns:a16="http://schemas.microsoft.com/office/drawing/2014/main" id="{7E31ACAE-04FC-4315-8A49-2AD673D4C26B}"/>
                </a:ext>
              </a:extLst>
            </p:cNvPr>
            <p:cNvSpPr/>
            <p:nvPr/>
          </p:nvSpPr>
          <p:spPr>
            <a:xfrm>
              <a:off x="1241275" y="3718400"/>
              <a:ext cx="450650" cy="302875"/>
            </a:xfrm>
            <a:custGeom>
              <a:avLst/>
              <a:gdLst/>
              <a:ahLst/>
              <a:cxnLst/>
              <a:rect l="0" t="0" r="0" b="0"/>
              <a:pathLst>
                <a:path w="18026" h="12115" extrusionOk="0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83" name="Shape 499">
              <a:extLst>
                <a:ext uri="{FF2B5EF4-FFF2-40B4-BE49-F238E27FC236}">
                  <a16:creationId xmlns:a16="http://schemas.microsoft.com/office/drawing/2014/main" id="{81CCF576-201B-4A51-9185-992BCA44D6F7}"/>
                </a:ext>
              </a:extLst>
            </p:cNvPr>
            <p:cNvSpPr/>
            <p:nvPr/>
          </p:nvSpPr>
          <p:spPr>
            <a:xfrm>
              <a:off x="1293175" y="3895475"/>
              <a:ext cx="174050" cy="12225"/>
            </a:xfrm>
            <a:custGeom>
              <a:avLst/>
              <a:gdLst/>
              <a:ahLst/>
              <a:cxnLst/>
              <a:rect l="0" t="0" r="0" b="0"/>
              <a:pathLst>
                <a:path w="6961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84" name="Shape 500">
              <a:extLst>
                <a:ext uri="{FF2B5EF4-FFF2-40B4-BE49-F238E27FC236}">
                  <a16:creationId xmlns:a16="http://schemas.microsoft.com/office/drawing/2014/main" id="{84598459-064C-4159-97A5-91187BD91172}"/>
                </a:ext>
              </a:extLst>
            </p:cNvPr>
            <p:cNvSpPr/>
            <p:nvPr/>
          </p:nvSpPr>
          <p:spPr>
            <a:xfrm>
              <a:off x="1293175" y="3935775"/>
              <a:ext cx="122750" cy="12225"/>
            </a:xfrm>
            <a:custGeom>
              <a:avLst/>
              <a:gdLst/>
              <a:ahLst/>
              <a:cxnLst/>
              <a:rect l="0" t="0" r="0" b="0"/>
              <a:pathLst>
                <a:path w="4910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85" name="Shape 501">
              <a:extLst>
                <a:ext uri="{FF2B5EF4-FFF2-40B4-BE49-F238E27FC236}">
                  <a16:creationId xmlns:a16="http://schemas.microsoft.com/office/drawing/2014/main" id="{F9A773CB-F6CF-498F-97E5-BDB0BB8F2747}"/>
                </a:ext>
              </a:extLst>
            </p:cNvPr>
            <p:cNvSpPr/>
            <p:nvPr/>
          </p:nvSpPr>
          <p:spPr>
            <a:xfrm>
              <a:off x="1570375" y="3901575"/>
              <a:ext cx="62300" cy="40325"/>
            </a:xfrm>
            <a:custGeom>
              <a:avLst/>
              <a:gdLst/>
              <a:ahLst/>
              <a:cxnLst/>
              <a:rect l="0" t="0" r="0" b="0"/>
              <a:pathLst>
                <a:path w="2492" h="1613" extrusionOk="0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186" name="Shape 502">
            <a:extLst>
              <a:ext uri="{FF2B5EF4-FFF2-40B4-BE49-F238E27FC236}">
                <a16:creationId xmlns:a16="http://schemas.microsoft.com/office/drawing/2014/main" id="{3BEC60A0-88D9-4B28-99FB-7B0E833B3470}"/>
              </a:ext>
            </a:extLst>
          </p:cNvPr>
          <p:cNvGrpSpPr/>
          <p:nvPr/>
        </p:nvGrpSpPr>
        <p:grpSpPr>
          <a:xfrm>
            <a:off x="1707585" y="3575979"/>
            <a:ext cx="338488" cy="270138"/>
            <a:chOff x="1921475" y="3695200"/>
            <a:chExt cx="438400" cy="349875"/>
          </a:xfrm>
          <a:solidFill>
            <a:schemeClr val="tx1"/>
          </a:solidFill>
        </p:grpSpPr>
        <p:sp>
          <p:nvSpPr>
            <p:cNvPr id="187" name="Shape 503">
              <a:extLst>
                <a:ext uri="{FF2B5EF4-FFF2-40B4-BE49-F238E27FC236}">
                  <a16:creationId xmlns:a16="http://schemas.microsoft.com/office/drawing/2014/main" id="{D4722481-1656-4F7D-BC54-563231301456}"/>
                </a:ext>
              </a:extLst>
            </p:cNvPr>
            <p:cNvSpPr/>
            <p:nvPr/>
          </p:nvSpPr>
          <p:spPr>
            <a:xfrm>
              <a:off x="2246900" y="3992550"/>
              <a:ext cx="52525" cy="52525"/>
            </a:xfrm>
            <a:custGeom>
              <a:avLst/>
              <a:gdLst/>
              <a:ahLst/>
              <a:cxnLst/>
              <a:rect l="0" t="0" r="0" b="0"/>
              <a:pathLst>
                <a:path w="2101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88" name="Shape 504">
              <a:extLst>
                <a:ext uri="{FF2B5EF4-FFF2-40B4-BE49-F238E27FC236}">
                  <a16:creationId xmlns:a16="http://schemas.microsoft.com/office/drawing/2014/main" id="{C6DA8ED4-6F39-4C76-86D0-66CE219C1482}"/>
                </a:ext>
              </a:extLst>
            </p:cNvPr>
            <p:cNvSpPr/>
            <p:nvPr/>
          </p:nvSpPr>
          <p:spPr>
            <a:xfrm>
              <a:off x="2033800" y="3992550"/>
              <a:ext cx="52550" cy="52525"/>
            </a:xfrm>
            <a:custGeom>
              <a:avLst/>
              <a:gdLst/>
              <a:ahLst/>
              <a:cxnLst/>
              <a:rect l="0" t="0" r="0" b="0"/>
              <a:pathLst>
                <a:path w="2102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89" name="Shape 505">
              <a:extLst>
                <a:ext uri="{FF2B5EF4-FFF2-40B4-BE49-F238E27FC236}">
                  <a16:creationId xmlns:a16="http://schemas.microsoft.com/office/drawing/2014/main" id="{FED065F2-7625-4157-93AD-7E512041FE7D}"/>
                </a:ext>
              </a:extLst>
            </p:cNvPr>
            <p:cNvSpPr/>
            <p:nvPr/>
          </p:nvSpPr>
          <p:spPr>
            <a:xfrm>
              <a:off x="1921475" y="3695200"/>
              <a:ext cx="438400" cy="297975"/>
            </a:xfrm>
            <a:custGeom>
              <a:avLst/>
              <a:gdLst/>
              <a:ahLst/>
              <a:cxnLst/>
              <a:rect l="0" t="0" r="0" b="0"/>
              <a:pathLst>
                <a:path w="17536" h="11919" extrusionOk="0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190" name="Shape 506">
            <a:extLst>
              <a:ext uri="{FF2B5EF4-FFF2-40B4-BE49-F238E27FC236}">
                <a16:creationId xmlns:a16="http://schemas.microsoft.com/office/drawing/2014/main" id="{A4D0EE64-A28F-4312-B241-06A8E898146F}"/>
              </a:ext>
            </a:extLst>
          </p:cNvPr>
          <p:cNvGrpSpPr/>
          <p:nvPr/>
        </p:nvGrpSpPr>
        <p:grpSpPr>
          <a:xfrm>
            <a:off x="2231339" y="3571733"/>
            <a:ext cx="331887" cy="278168"/>
            <a:chOff x="2599825" y="3689700"/>
            <a:chExt cx="429850" cy="360275"/>
          </a:xfrm>
          <a:solidFill>
            <a:schemeClr val="tx1"/>
          </a:solidFill>
        </p:grpSpPr>
        <p:sp>
          <p:nvSpPr>
            <p:cNvPr id="191" name="Shape 507">
              <a:extLst>
                <a:ext uri="{FF2B5EF4-FFF2-40B4-BE49-F238E27FC236}">
                  <a16:creationId xmlns:a16="http://schemas.microsoft.com/office/drawing/2014/main" id="{7025F564-3671-48DC-A5F2-DF29205415DB}"/>
                </a:ext>
              </a:extLst>
            </p:cNvPr>
            <p:cNvSpPr/>
            <p:nvPr/>
          </p:nvSpPr>
          <p:spPr>
            <a:xfrm>
              <a:off x="2599825" y="3689700"/>
              <a:ext cx="429850" cy="169150"/>
            </a:xfrm>
            <a:custGeom>
              <a:avLst/>
              <a:gdLst/>
              <a:ahLst/>
              <a:cxnLst/>
              <a:rect l="0" t="0" r="0" b="0"/>
              <a:pathLst>
                <a:path w="17194" h="6766" extrusionOk="0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92" name="Shape 508">
              <a:extLst>
                <a:ext uri="{FF2B5EF4-FFF2-40B4-BE49-F238E27FC236}">
                  <a16:creationId xmlns:a16="http://schemas.microsoft.com/office/drawing/2014/main" id="{4118C14B-4197-4EED-9189-4F1AE7B48379}"/>
                </a:ext>
              </a:extLst>
            </p:cNvPr>
            <p:cNvSpPr/>
            <p:nvPr/>
          </p:nvSpPr>
          <p:spPr>
            <a:xfrm>
              <a:off x="2599825" y="3861275"/>
              <a:ext cx="429850" cy="188700"/>
            </a:xfrm>
            <a:custGeom>
              <a:avLst/>
              <a:gdLst/>
              <a:ahLst/>
              <a:cxnLst/>
              <a:rect l="0" t="0" r="0" b="0"/>
              <a:pathLst>
                <a:path w="17194" h="7548" extrusionOk="0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193" name="Shape 509">
            <a:extLst>
              <a:ext uri="{FF2B5EF4-FFF2-40B4-BE49-F238E27FC236}">
                <a16:creationId xmlns:a16="http://schemas.microsoft.com/office/drawing/2014/main" id="{E79A7DF4-6270-4234-953A-D08E5B3EB124}"/>
              </a:ext>
            </a:extLst>
          </p:cNvPr>
          <p:cNvGrpSpPr/>
          <p:nvPr/>
        </p:nvGrpSpPr>
        <p:grpSpPr>
          <a:xfrm>
            <a:off x="2767814" y="3542972"/>
            <a:ext cx="299845" cy="313047"/>
            <a:chOff x="3294650" y="3652450"/>
            <a:chExt cx="388350" cy="405450"/>
          </a:xfrm>
          <a:solidFill>
            <a:schemeClr val="tx1"/>
          </a:solidFill>
        </p:grpSpPr>
        <p:sp>
          <p:nvSpPr>
            <p:cNvPr id="194" name="Shape 510">
              <a:extLst>
                <a:ext uri="{FF2B5EF4-FFF2-40B4-BE49-F238E27FC236}">
                  <a16:creationId xmlns:a16="http://schemas.microsoft.com/office/drawing/2014/main" id="{3B535311-71CF-4E08-BFA1-C4B35B151030}"/>
                </a:ext>
              </a:extLst>
            </p:cNvPr>
            <p:cNvSpPr/>
            <p:nvPr/>
          </p:nvSpPr>
          <p:spPr>
            <a:xfrm>
              <a:off x="3294650" y="3681775"/>
              <a:ext cx="376150" cy="376125"/>
            </a:xfrm>
            <a:custGeom>
              <a:avLst/>
              <a:gdLst/>
              <a:ahLst/>
              <a:cxnLst/>
              <a:rect l="0" t="0" r="0" b="0"/>
              <a:pathLst>
                <a:path w="15046" h="15045" extrusionOk="0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95" name="Shape 511">
              <a:extLst>
                <a:ext uri="{FF2B5EF4-FFF2-40B4-BE49-F238E27FC236}">
                  <a16:creationId xmlns:a16="http://schemas.microsoft.com/office/drawing/2014/main" id="{2E4678D9-46A2-4497-9F77-30266A63C9A3}"/>
                </a:ext>
              </a:extLst>
            </p:cNvPr>
            <p:cNvSpPr/>
            <p:nvPr/>
          </p:nvSpPr>
          <p:spPr>
            <a:xfrm>
              <a:off x="3494925" y="3760525"/>
              <a:ext cx="188075" cy="97100"/>
            </a:xfrm>
            <a:custGeom>
              <a:avLst/>
              <a:gdLst/>
              <a:ahLst/>
              <a:cxnLst/>
              <a:rect l="0" t="0" r="0" b="0"/>
              <a:pathLst>
                <a:path w="7523" h="3884" extrusionOk="0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96" name="Shape 512">
              <a:extLst>
                <a:ext uri="{FF2B5EF4-FFF2-40B4-BE49-F238E27FC236}">
                  <a16:creationId xmlns:a16="http://schemas.microsoft.com/office/drawing/2014/main" id="{57423E8B-4C79-4474-9FF9-F36249FE4C78}"/>
                </a:ext>
              </a:extLst>
            </p:cNvPr>
            <p:cNvSpPr/>
            <p:nvPr/>
          </p:nvSpPr>
          <p:spPr>
            <a:xfrm>
              <a:off x="3494925" y="3652450"/>
              <a:ext cx="161200" cy="188100"/>
            </a:xfrm>
            <a:custGeom>
              <a:avLst/>
              <a:gdLst/>
              <a:ahLst/>
              <a:cxnLst/>
              <a:rect l="0" t="0" r="0" b="0"/>
              <a:pathLst>
                <a:path w="6447" h="7524" extrusionOk="0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197" name="Shape 513">
            <a:extLst>
              <a:ext uri="{FF2B5EF4-FFF2-40B4-BE49-F238E27FC236}">
                <a16:creationId xmlns:a16="http://schemas.microsoft.com/office/drawing/2014/main" id="{AC8854AB-93A3-443D-BCAD-5B97BA55DB95}"/>
              </a:ext>
            </a:extLst>
          </p:cNvPr>
          <p:cNvGrpSpPr/>
          <p:nvPr/>
        </p:nvGrpSpPr>
        <p:grpSpPr>
          <a:xfrm>
            <a:off x="3263289" y="3582581"/>
            <a:ext cx="349799" cy="256472"/>
            <a:chOff x="3936375" y="3703750"/>
            <a:chExt cx="453050" cy="332175"/>
          </a:xfrm>
          <a:solidFill>
            <a:schemeClr val="tx1"/>
          </a:solidFill>
        </p:grpSpPr>
        <p:sp>
          <p:nvSpPr>
            <p:cNvPr id="198" name="Shape 514">
              <a:extLst>
                <a:ext uri="{FF2B5EF4-FFF2-40B4-BE49-F238E27FC236}">
                  <a16:creationId xmlns:a16="http://schemas.microsoft.com/office/drawing/2014/main" id="{945D1A90-B1E3-4F4B-A68C-FA56639285E1}"/>
                </a:ext>
              </a:extLst>
            </p:cNvPr>
            <p:cNvSpPr/>
            <p:nvPr/>
          </p:nvSpPr>
          <p:spPr>
            <a:xfrm>
              <a:off x="3936375" y="3703750"/>
              <a:ext cx="453050" cy="332175"/>
            </a:xfrm>
            <a:custGeom>
              <a:avLst/>
              <a:gdLst/>
              <a:ahLst/>
              <a:cxnLst/>
              <a:rect l="0" t="0" r="0" b="0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199" name="Shape 515">
              <a:extLst>
                <a:ext uri="{FF2B5EF4-FFF2-40B4-BE49-F238E27FC236}">
                  <a16:creationId xmlns:a16="http://schemas.microsoft.com/office/drawing/2014/main" id="{7D6B94C6-FBB8-45BB-9519-6CE003BB61BB}"/>
                </a:ext>
              </a:extLst>
            </p:cNvPr>
            <p:cNvSpPr/>
            <p:nvPr/>
          </p:nvSpPr>
          <p:spPr>
            <a:xfrm>
              <a:off x="3988875" y="3864325"/>
              <a:ext cx="77575" cy="133125"/>
            </a:xfrm>
            <a:custGeom>
              <a:avLst/>
              <a:gdLst/>
              <a:ahLst/>
              <a:cxnLst/>
              <a:rect l="0" t="0" r="0" b="0"/>
              <a:pathLst>
                <a:path w="3103" h="5325" extrusionOk="0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00" name="Shape 516">
              <a:extLst>
                <a:ext uri="{FF2B5EF4-FFF2-40B4-BE49-F238E27FC236}">
                  <a16:creationId xmlns:a16="http://schemas.microsoft.com/office/drawing/2014/main" id="{5DF1F0A4-425B-4984-91A1-F7EB7B24652C}"/>
                </a:ext>
              </a:extLst>
            </p:cNvPr>
            <p:cNvSpPr/>
            <p:nvPr/>
          </p:nvSpPr>
          <p:spPr>
            <a:xfrm>
              <a:off x="4259350" y="3864325"/>
              <a:ext cx="77575" cy="133125"/>
            </a:xfrm>
            <a:custGeom>
              <a:avLst/>
              <a:gdLst/>
              <a:ahLst/>
              <a:cxnLst/>
              <a:rect l="0" t="0" r="0" b="0"/>
              <a:pathLst>
                <a:path w="3103" h="532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01" name="Shape 517">
              <a:extLst>
                <a:ext uri="{FF2B5EF4-FFF2-40B4-BE49-F238E27FC236}">
                  <a16:creationId xmlns:a16="http://schemas.microsoft.com/office/drawing/2014/main" id="{8E743C40-4011-4063-9776-B2F4C6343015}"/>
                </a:ext>
              </a:extLst>
            </p:cNvPr>
            <p:cNvSpPr/>
            <p:nvPr/>
          </p:nvSpPr>
          <p:spPr>
            <a:xfrm>
              <a:off x="4078625" y="3717800"/>
              <a:ext cx="77575" cy="279650"/>
            </a:xfrm>
            <a:custGeom>
              <a:avLst/>
              <a:gdLst/>
              <a:ahLst/>
              <a:cxnLst/>
              <a:rect l="0" t="0" r="0" b="0"/>
              <a:pathLst>
                <a:path w="3103" h="1118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02" name="Shape 518">
              <a:extLst>
                <a:ext uri="{FF2B5EF4-FFF2-40B4-BE49-F238E27FC236}">
                  <a16:creationId xmlns:a16="http://schemas.microsoft.com/office/drawing/2014/main" id="{0A9DBEF1-09CF-429B-AEA7-DDDFDFFEDCAA}"/>
                </a:ext>
              </a:extLst>
            </p:cNvPr>
            <p:cNvSpPr/>
            <p:nvPr/>
          </p:nvSpPr>
          <p:spPr>
            <a:xfrm>
              <a:off x="4168375" y="3788625"/>
              <a:ext cx="78175" cy="208825"/>
            </a:xfrm>
            <a:custGeom>
              <a:avLst/>
              <a:gdLst/>
              <a:ahLst/>
              <a:cxnLst/>
              <a:rect l="0" t="0" r="0" b="0"/>
              <a:pathLst>
                <a:path w="3127" h="8353" extrusionOk="0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203" name="Shape 519">
            <a:extLst>
              <a:ext uri="{FF2B5EF4-FFF2-40B4-BE49-F238E27FC236}">
                <a16:creationId xmlns:a16="http://schemas.microsoft.com/office/drawing/2014/main" id="{5E7DDD68-564C-47D8-91B7-DE217E311AA4}"/>
              </a:ext>
            </a:extLst>
          </p:cNvPr>
          <p:cNvGrpSpPr/>
          <p:nvPr/>
        </p:nvGrpSpPr>
        <p:grpSpPr>
          <a:xfrm>
            <a:off x="3783743" y="3582581"/>
            <a:ext cx="349799" cy="256472"/>
            <a:chOff x="4610450" y="3703750"/>
            <a:chExt cx="453050" cy="332175"/>
          </a:xfrm>
          <a:solidFill>
            <a:schemeClr val="tx1"/>
          </a:solidFill>
        </p:grpSpPr>
        <p:sp>
          <p:nvSpPr>
            <p:cNvPr id="204" name="Shape 520">
              <a:extLst>
                <a:ext uri="{FF2B5EF4-FFF2-40B4-BE49-F238E27FC236}">
                  <a16:creationId xmlns:a16="http://schemas.microsoft.com/office/drawing/2014/main" id="{FAA6B65E-C8EC-46FC-8197-A29D5B39CB11}"/>
                </a:ext>
              </a:extLst>
            </p:cNvPr>
            <p:cNvSpPr/>
            <p:nvPr/>
          </p:nvSpPr>
          <p:spPr>
            <a:xfrm>
              <a:off x="4610450" y="3703750"/>
              <a:ext cx="453050" cy="332175"/>
            </a:xfrm>
            <a:custGeom>
              <a:avLst/>
              <a:gdLst/>
              <a:ahLst/>
              <a:cxnLst/>
              <a:rect l="0" t="0" r="0" b="0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05" name="Shape 521">
              <a:extLst>
                <a:ext uri="{FF2B5EF4-FFF2-40B4-BE49-F238E27FC236}">
                  <a16:creationId xmlns:a16="http://schemas.microsoft.com/office/drawing/2014/main" id="{8EB6D264-98C7-4961-B788-E76D89DCDAA1}"/>
                </a:ext>
              </a:extLst>
            </p:cNvPr>
            <p:cNvSpPr/>
            <p:nvPr/>
          </p:nvSpPr>
          <p:spPr>
            <a:xfrm>
              <a:off x="4642200" y="3730000"/>
              <a:ext cx="389550" cy="249150"/>
            </a:xfrm>
            <a:custGeom>
              <a:avLst/>
              <a:gdLst/>
              <a:ahLst/>
              <a:cxnLst/>
              <a:rect l="0" t="0" r="0" b="0"/>
              <a:pathLst>
                <a:path w="15582" h="9966" extrusionOk="0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206" name="Shape 522">
            <a:extLst>
              <a:ext uri="{FF2B5EF4-FFF2-40B4-BE49-F238E27FC236}">
                <a16:creationId xmlns:a16="http://schemas.microsoft.com/office/drawing/2014/main" id="{C890085F-9591-49F7-A0A4-634D229E6AF9}"/>
              </a:ext>
            </a:extLst>
          </p:cNvPr>
          <p:cNvGrpSpPr/>
          <p:nvPr/>
        </p:nvGrpSpPr>
        <p:grpSpPr>
          <a:xfrm>
            <a:off x="4316453" y="3556658"/>
            <a:ext cx="325285" cy="308318"/>
            <a:chOff x="5300400" y="3670175"/>
            <a:chExt cx="421300" cy="399325"/>
          </a:xfrm>
          <a:solidFill>
            <a:schemeClr val="tx1"/>
          </a:solidFill>
        </p:grpSpPr>
        <p:sp>
          <p:nvSpPr>
            <p:cNvPr id="207" name="Shape 523">
              <a:extLst>
                <a:ext uri="{FF2B5EF4-FFF2-40B4-BE49-F238E27FC236}">
                  <a16:creationId xmlns:a16="http://schemas.microsoft.com/office/drawing/2014/main" id="{528B5668-88A7-49A4-927E-C7D4A41017A7}"/>
                </a:ext>
              </a:extLst>
            </p:cNvPr>
            <p:cNvSpPr/>
            <p:nvPr/>
          </p:nvSpPr>
          <p:spPr>
            <a:xfrm>
              <a:off x="5300400" y="3708025"/>
              <a:ext cx="421300" cy="267450"/>
            </a:xfrm>
            <a:custGeom>
              <a:avLst/>
              <a:gdLst/>
              <a:ahLst/>
              <a:cxnLst/>
              <a:rect l="0" t="0" r="0" b="0"/>
              <a:pathLst>
                <a:path w="16852" h="10698" extrusionOk="0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08" name="Shape 524">
              <a:extLst>
                <a:ext uri="{FF2B5EF4-FFF2-40B4-BE49-F238E27FC236}">
                  <a16:creationId xmlns:a16="http://schemas.microsoft.com/office/drawing/2014/main" id="{A3EA7521-3374-48ED-94A3-364AD7E6B2A3}"/>
                </a:ext>
              </a:extLst>
            </p:cNvPr>
            <p:cNvSpPr/>
            <p:nvPr/>
          </p:nvSpPr>
          <p:spPr>
            <a:xfrm>
              <a:off x="5498825" y="3670175"/>
              <a:ext cx="24450" cy="25650"/>
            </a:xfrm>
            <a:custGeom>
              <a:avLst/>
              <a:gdLst/>
              <a:ahLst/>
              <a:cxnLst/>
              <a:rect l="0" t="0" r="0" b="0"/>
              <a:pathLst>
                <a:path w="978" h="102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09" name="Shape 525">
              <a:extLst>
                <a:ext uri="{FF2B5EF4-FFF2-40B4-BE49-F238E27FC236}">
                  <a16:creationId xmlns:a16="http://schemas.microsoft.com/office/drawing/2014/main" id="{E939BA01-0062-4B23-88B8-F0B74A463712}"/>
                </a:ext>
              </a:extLst>
            </p:cNvPr>
            <p:cNvSpPr/>
            <p:nvPr/>
          </p:nvSpPr>
          <p:spPr>
            <a:xfrm>
              <a:off x="5366325" y="3987675"/>
              <a:ext cx="61100" cy="81825"/>
            </a:xfrm>
            <a:custGeom>
              <a:avLst/>
              <a:gdLst/>
              <a:ahLst/>
              <a:cxnLst/>
              <a:rect l="0" t="0" r="0" b="0"/>
              <a:pathLst>
                <a:path w="2444" h="3273" extrusionOk="0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10" name="Shape 526">
              <a:extLst>
                <a:ext uri="{FF2B5EF4-FFF2-40B4-BE49-F238E27FC236}">
                  <a16:creationId xmlns:a16="http://schemas.microsoft.com/office/drawing/2014/main" id="{1ABE8DFB-5D5E-42D5-9863-D5CD4D9F395B}"/>
                </a:ext>
              </a:extLst>
            </p:cNvPr>
            <p:cNvSpPr/>
            <p:nvPr/>
          </p:nvSpPr>
          <p:spPr>
            <a:xfrm>
              <a:off x="5594700" y="3987675"/>
              <a:ext cx="61075" cy="81825"/>
            </a:xfrm>
            <a:custGeom>
              <a:avLst/>
              <a:gdLst/>
              <a:ahLst/>
              <a:cxnLst/>
              <a:rect l="0" t="0" r="0" b="0"/>
              <a:pathLst>
                <a:path w="2443" h="3273" extrusionOk="0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11" name="Shape 527">
              <a:extLst>
                <a:ext uri="{FF2B5EF4-FFF2-40B4-BE49-F238E27FC236}">
                  <a16:creationId xmlns:a16="http://schemas.microsoft.com/office/drawing/2014/main" id="{081509D4-3359-4F3C-A137-A21645A62FEA}"/>
                </a:ext>
              </a:extLst>
            </p:cNvPr>
            <p:cNvSpPr/>
            <p:nvPr/>
          </p:nvSpPr>
          <p:spPr>
            <a:xfrm>
              <a:off x="5324825" y="3732450"/>
              <a:ext cx="372475" cy="218600"/>
            </a:xfrm>
            <a:custGeom>
              <a:avLst/>
              <a:gdLst/>
              <a:ahLst/>
              <a:cxnLst/>
              <a:rect l="0" t="0" r="0" b="0"/>
              <a:pathLst>
                <a:path w="14899" h="8744" extrusionOk="0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212" name="Shape 528">
            <a:extLst>
              <a:ext uri="{FF2B5EF4-FFF2-40B4-BE49-F238E27FC236}">
                <a16:creationId xmlns:a16="http://schemas.microsoft.com/office/drawing/2014/main" id="{ECD68D42-83E2-4207-A2CB-ADCD1EA4DFD1}"/>
              </a:ext>
            </a:extLst>
          </p:cNvPr>
          <p:cNvSpPr/>
          <p:nvPr/>
        </p:nvSpPr>
        <p:spPr>
          <a:xfrm>
            <a:off x="4818873" y="3530009"/>
            <a:ext cx="362076" cy="362056"/>
          </a:xfrm>
          <a:custGeom>
            <a:avLst/>
            <a:gdLst/>
            <a:ahLst/>
            <a:cxnLst/>
            <a:rect l="0" t="0" r="0" b="0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213" name="Shape 529">
            <a:extLst>
              <a:ext uri="{FF2B5EF4-FFF2-40B4-BE49-F238E27FC236}">
                <a16:creationId xmlns:a16="http://schemas.microsoft.com/office/drawing/2014/main" id="{F6EDFCCE-D018-4785-85C7-B6A8BD01ADAF}"/>
              </a:ext>
            </a:extLst>
          </p:cNvPr>
          <p:cNvGrpSpPr/>
          <p:nvPr/>
        </p:nvGrpSpPr>
        <p:grpSpPr>
          <a:xfrm>
            <a:off x="5362070" y="3552874"/>
            <a:ext cx="315866" cy="315885"/>
            <a:chOff x="6654650" y="3665275"/>
            <a:chExt cx="409100" cy="409125"/>
          </a:xfrm>
          <a:solidFill>
            <a:schemeClr val="tx1"/>
          </a:solidFill>
        </p:grpSpPr>
        <p:sp>
          <p:nvSpPr>
            <p:cNvPr id="214" name="Shape 530">
              <a:extLst>
                <a:ext uri="{FF2B5EF4-FFF2-40B4-BE49-F238E27FC236}">
                  <a16:creationId xmlns:a16="http://schemas.microsoft.com/office/drawing/2014/main" id="{179FE706-C756-47B1-8193-A635ACD51267}"/>
                </a:ext>
              </a:extLst>
            </p:cNvPr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0" t="0" r="0" b="0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15" name="Shape 531">
              <a:extLst>
                <a:ext uri="{FF2B5EF4-FFF2-40B4-BE49-F238E27FC236}">
                  <a16:creationId xmlns:a16="http://schemas.microsoft.com/office/drawing/2014/main" id="{471577FE-2744-47EF-B90D-B43B347F2960}"/>
                </a:ext>
              </a:extLst>
            </p:cNvPr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0" t="0" r="0" b="0"/>
              <a:pathLst>
                <a:path w="16363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216" name="Shape 532">
            <a:extLst>
              <a:ext uri="{FF2B5EF4-FFF2-40B4-BE49-F238E27FC236}">
                <a16:creationId xmlns:a16="http://schemas.microsoft.com/office/drawing/2014/main" id="{D1CC9E23-A923-4F46-B993-CAF556FB83ED}"/>
              </a:ext>
            </a:extLst>
          </p:cNvPr>
          <p:cNvGrpSpPr/>
          <p:nvPr/>
        </p:nvGrpSpPr>
        <p:grpSpPr>
          <a:xfrm>
            <a:off x="664787" y="4060125"/>
            <a:ext cx="342271" cy="342291"/>
            <a:chOff x="570875" y="4322250"/>
            <a:chExt cx="443300" cy="443325"/>
          </a:xfrm>
          <a:solidFill>
            <a:schemeClr val="tx1"/>
          </a:solidFill>
        </p:grpSpPr>
        <p:sp>
          <p:nvSpPr>
            <p:cNvPr id="217" name="Shape 533">
              <a:extLst>
                <a:ext uri="{FF2B5EF4-FFF2-40B4-BE49-F238E27FC236}">
                  <a16:creationId xmlns:a16="http://schemas.microsoft.com/office/drawing/2014/main" id="{33EB524A-715E-4930-9E7E-F6C85CC52600}"/>
                </a:ext>
              </a:extLst>
            </p:cNvPr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0" t="0" r="0" b="0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18" name="Shape 534">
              <a:extLst>
                <a:ext uri="{FF2B5EF4-FFF2-40B4-BE49-F238E27FC236}">
                  <a16:creationId xmlns:a16="http://schemas.microsoft.com/office/drawing/2014/main" id="{CCA0E414-5688-483B-871C-D5A01771647B}"/>
                </a:ext>
              </a:extLst>
            </p:cNvPr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0" t="0" r="0" b="0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19" name="Shape 535">
              <a:extLst>
                <a:ext uri="{FF2B5EF4-FFF2-40B4-BE49-F238E27FC236}">
                  <a16:creationId xmlns:a16="http://schemas.microsoft.com/office/drawing/2014/main" id="{54E287E2-A96A-43A7-BB6B-D59AAA8DABA1}"/>
                </a:ext>
              </a:extLst>
            </p:cNvPr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0" t="0" r="0" b="0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20" name="Shape 536">
              <a:extLst>
                <a:ext uri="{FF2B5EF4-FFF2-40B4-BE49-F238E27FC236}">
                  <a16:creationId xmlns:a16="http://schemas.microsoft.com/office/drawing/2014/main" id="{BE1017F0-EE41-4479-8F16-EC953CCF1857}"/>
                </a:ext>
              </a:extLst>
            </p:cNvPr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0" t="0" r="0" b="0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221" name="Shape 537">
            <a:extLst>
              <a:ext uri="{FF2B5EF4-FFF2-40B4-BE49-F238E27FC236}">
                <a16:creationId xmlns:a16="http://schemas.microsoft.com/office/drawing/2014/main" id="{E3D51EF9-1F18-4008-AE5A-66B2AE04796E}"/>
              </a:ext>
            </a:extLst>
          </p:cNvPr>
          <p:cNvSpPr/>
          <p:nvPr/>
        </p:nvSpPr>
        <p:spPr>
          <a:xfrm>
            <a:off x="1171166" y="4126870"/>
            <a:ext cx="370569" cy="209335"/>
          </a:xfrm>
          <a:custGeom>
            <a:avLst/>
            <a:gdLst/>
            <a:ahLst/>
            <a:cxnLst/>
            <a:rect l="0" t="0" r="0" b="0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222" name="Shape 538">
            <a:extLst>
              <a:ext uri="{FF2B5EF4-FFF2-40B4-BE49-F238E27FC236}">
                <a16:creationId xmlns:a16="http://schemas.microsoft.com/office/drawing/2014/main" id="{A96F2252-52FF-45F0-80BE-D388758A4B1D}"/>
              </a:ext>
            </a:extLst>
          </p:cNvPr>
          <p:cNvGrpSpPr/>
          <p:nvPr/>
        </p:nvGrpSpPr>
        <p:grpSpPr>
          <a:xfrm>
            <a:off x="1752367" y="4034684"/>
            <a:ext cx="248925" cy="393172"/>
            <a:chOff x="1979475" y="4289300"/>
            <a:chExt cx="322400" cy="509225"/>
          </a:xfrm>
          <a:solidFill>
            <a:schemeClr val="tx1"/>
          </a:solidFill>
        </p:grpSpPr>
        <p:sp>
          <p:nvSpPr>
            <p:cNvPr id="223" name="Shape 539">
              <a:extLst>
                <a:ext uri="{FF2B5EF4-FFF2-40B4-BE49-F238E27FC236}">
                  <a16:creationId xmlns:a16="http://schemas.microsoft.com/office/drawing/2014/main" id="{1C30E011-5A62-4478-98DE-3B13315D65C5}"/>
                </a:ext>
              </a:extLst>
            </p:cNvPr>
            <p:cNvSpPr/>
            <p:nvPr/>
          </p:nvSpPr>
          <p:spPr>
            <a:xfrm>
              <a:off x="2187075" y="4509100"/>
              <a:ext cx="114800" cy="114800"/>
            </a:xfrm>
            <a:custGeom>
              <a:avLst/>
              <a:gdLst/>
              <a:ahLst/>
              <a:cxnLst/>
              <a:rect l="0" t="0" r="0" b="0"/>
              <a:pathLst>
                <a:path w="4592" h="4592" extrusionOk="0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24" name="Shape 540">
              <a:extLst>
                <a:ext uri="{FF2B5EF4-FFF2-40B4-BE49-F238E27FC236}">
                  <a16:creationId xmlns:a16="http://schemas.microsoft.com/office/drawing/2014/main" id="{3090C275-CE63-4311-9769-8D900ED0B5B8}"/>
                </a:ext>
              </a:extLst>
            </p:cNvPr>
            <p:cNvSpPr/>
            <p:nvPr/>
          </p:nvSpPr>
          <p:spPr>
            <a:xfrm>
              <a:off x="1979475" y="4542675"/>
              <a:ext cx="156925" cy="156950"/>
            </a:xfrm>
            <a:custGeom>
              <a:avLst/>
              <a:gdLst/>
              <a:ahLst/>
              <a:cxnLst/>
              <a:rect l="0" t="0" r="0" b="0"/>
              <a:pathLst>
                <a:path w="6277" h="6278" extrusionOk="0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25" name="Shape 541">
              <a:extLst>
                <a:ext uri="{FF2B5EF4-FFF2-40B4-BE49-F238E27FC236}">
                  <a16:creationId xmlns:a16="http://schemas.microsoft.com/office/drawing/2014/main" id="{8989DA85-D48F-4FCD-BB94-09FEAFFCAA92}"/>
                </a:ext>
              </a:extLst>
            </p:cNvPr>
            <p:cNvSpPr/>
            <p:nvPr/>
          </p:nvSpPr>
          <p:spPr>
            <a:xfrm>
              <a:off x="2041125" y="4289300"/>
              <a:ext cx="240000" cy="509225"/>
            </a:xfrm>
            <a:custGeom>
              <a:avLst/>
              <a:gdLst/>
              <a:ahLst/>
              <a:cxnLst/>
              <a:rect l="0" t="0" r="0" b="0"/>
              <a:pathLst>
                <a:path w="9600" h="20369" extrusionOk="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226" name="Shape 542">
            <a:extLst>
              <a:ext uri="{FF2B5EF4-FFF2-40B4-BE49-F238E27FC236}">
                <a16:creationId xmlns:a16="http://schemas.microsoft.com/office/drawing/2014/main" id="{7D5B2AEF-7750-4A5D-823E-C5EAF2FA8A52}"/>
              </a:ext>
            </a:extLst>
          </p:cNvPr>
          <p:cNvGrpSpPr/>
          <p:nvPr/>
        </p:nvGrpSpPr>
        <p:grpSpPr>
          <a:xfrm>
            <a:off x="2250661" y="4039857"/>
            <a:ext cx="293706" cy="382826"/>
            <a:chOff x="2624850" y="4296000"/>
            <a:chExt cx="380400" cy="495825"/>
          </a:xfrm>
          <a:solidFill>
            <a:schemeClr val="tx1"/>
          </a:solidFill>
        </p:grpSpPr>
        <p:sp>
          <p:nvSpPr>
            <p:cNvPr id="227" name="Shape 543">
              <a:extLst>
                <a:ext uri="{FF2B5EF4-FFF2-40B4-BE49-F238E27FC236}">
                  <a16:creationId xmlns:a16="http://schemas.microsoft.com/office/drawing/2014/main" id="{891E1347-4CBF-434F-A820-F735CDA934CA}"/>
                </a:ext>
              </a:extLst>
            </p:cNvPr>
            <p:cNvSpPr/>
            <p:nvPr/>
          </p:nvSpPr>
          <p:spPr>
            <a:xfrm>
              <a:off x="2845875" y="4296000"/>
              <a:ext cx="126425" cy="125800"/>
            </a:xfrm>
            <a:custGeom>
              <a:avLst/>
              <a:gdLst/>
              <a:ahLst/>
              <a:cxnLst/>
              <a:rect l="0" t="0" r="0" b="0"/>
              <a:pathLst>
                <a:path w="5057" h="5032" extrusionOk="0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28" name="Shape 544">
              <a:extLst>
                <a:ext uri="{FF2B5EF4-FFF2-40B4-BE49-F238E27FC236}">
                  <a16:creationId xmlns:a16="http://schemas.microsoft.com/office/drawing/2014/main" id="{34B18681-D602-410B-ADB1-10C4B11496D4}"/>
                </a:ext>
              </a:extLst>
            </p:cNvPr>
            <p:cNvSpPr/>
            <p:nvPr/>
          </p:nvSpPr>
          <p:spPr>
            <a:xfrm>
              <a:off x="2635850" y="4316150"/>
              <a:ext cx="369400" cy="475675"/>
            </a:xfrm>
            <a:custGeom>
              <a:avLst/>
              <a:gdLst/>
              <a:ahLst/>
              <a:cxnLst/>
              <a:rect l="0" t="0" r="0" b="0"/>
              <a:pathLst>
                <a:path w="14776" h="19027" extrusionOk="0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29" name="Shape 545">
              <a:extLst>
                <a:ext uri="{FF2B5EF4-FFF2-40B4-BE49-F238E27FC236}">
                  <a16:creationId xmlns:a16="http://schemas.microsoft.com/office/drawing/2014/main" id="{6DF6D401-2130-42D4-9DF0-C3A4DA5FF1CC}"/>
                </a:ext>
              </a:extLst>
            </p:cNvPr>
            <p:cNvSpPr/>
            <p:nvPr/>
          </p:nvSpPr>
          <p:spPr>
            <a:xfrm>
              <a:off x="2624850" y="4357675"/>
              <a:ext cx="171600" cy="171600"/>
            </a:xfrm>
            <a:custGeom>
              <a:avLst/>
              <a:gdLst/>
              <a:ahLst/>
              <a:cxnLst/>
              <a:rect l="0" t="0" r="0" b="0"/>
              <a:pathLst>
                <a:path w="6864" h="6864" extrusionOk="0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230" name="Shape 546">
            <a:extLst>
              <a:ext uri="{FF2B5EF4-FFF2-40B4-BE49-F238E27FC236}">
                <a16:creationId xmlns:a16="http://schemas.microsoft.com/office/drawing/2014/main" id="{BE2FBFD9-6AFD-467C-AEA5-A853A1D3E175}"/>
              </a:ext>
            </a:extLst>
          </p:cNvPr>
          <p:cNvSpPr/>
          <p:nvPr/>
        </p:nvSpPr>
        <p:spPr>
          <a:xfrm>
            <a:off x="3281443" y="4074537"/>
            <a:ext cx="313974" cy="313993"/>
          </a:xfrm>
          <a:custGeom>
            <a:avLst/>
            <a:gdLst/>
            <a:ahLst/>
            <a:cxnLst/>
            <a:rect l="0" t="0" r="0" b="0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231" name="Shape 547">
            <a:extLst>
              <a:ext uri="{FF2B5EF4-FFF2-40B4-BE49-F238E27FC236}">
                <a16:creationId xmlns:a16="http://schemas.microsoft.com/office/drawing/2014/main" id="{B5C423D7-2324-400E-9696-0B05913D69C4}"/>
              </a:ext>
            </a:extLst>
          </p:cNvPr>
          <p:cNvSpPr/>
          <p:nvPr/>
        </p:nvSpPr>
        <p:spPr>
          <a:xfrm>
            <a:off x="2760948" y="4094343"/>
            <a:ext cx="313974" cy="274385"/>
          </a:xfrm>
          <a:custGeom>
            <a:avLst/>
            <a:gdLst/>
            <a:ahLst/>
            <a:cxnLst/>
            <a:rect l="0" t="0" r="0" b="0"/>
            <a:pathLst>
              <a:path w="16266" h="14215" extrusionOk="0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232" name="Shape 548">
            <a:extLst>
              <a:ext uri="{FF2B5EF4-FFF2-40B4-BE49-F238E27FC236}">
                <a16:creationId xmlns:a16="http://schemas.microsoft.com/office/drawing/2014/main" id="{FFB3AB72-4747-46BD-ACC2-A1DC63C77B66}"/>
              </a:ext>
            </a:extLst>
          </p:cNvPr>
          <p:cNvSpPr/>
          <p:nvPr/>
        </p:nvSpPr>
        <p:spPr>
          <a:xfrm>
            <a:off x="3800509" y="4073128"/>
            <a:ext cx="316831" cy="316811"/>
          </a:xfrm>
          <a:custGeom>
            <a:avLst/>
            <a:gdLst/>
            <a:ahLst/>
            <a:cxnLst/>
            <a:rect l="0" t="0" r="0" b="0"/>
            <a:pathLst>
              <a:path w="16414" h="16413" extrusionOk="0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233" name="Shape 549">
            <a:extLst>
              <a:ext uri="{FF2B5EF4-FFF2-40B4-BE49-F238E27FC236}">
                <a16:creationId xmlns:a16="http://schemas.microsoft.com/office/drawing/2014/main" id="{6245380D-AF79-490F-B6A9-BD9BF86F5989}"/>
              </a:ext>
            </a:extLst>
          </p:cNvPr>
          <p:cNvGrpSpPr/>
          <p:nvPr/>
        </p:nvGrpSpPr>
        <p:grpSpPr>
          <a:xfrm>
            <a:off x="4297595" y="4077574"/>
            <a:ext cx="363002" cy="307392"/>
            <a:chOff x="5275975" y="4344850"/>
            <a:chExt cx="470150" cy="398125"/>
          </a:xfrm>
          <a:solidFill>
            <a:schemeClr val="tx1"/>
          </a:solidFill>
        </p:grpSpPr>
        <p:sp>
          <p:nvSpPr>
            <p:cNvPr id="234" name="Shape 550">
              <a:extLst>
                <a:ext uri="{FF2B5EF4-FFF2-40B4-BE49-F238E27FC236}">
                  <a16:creationId xmlns:a16="http://schemas.microsoft.com/office/drawing/2014/main" id="{50910C97-EE5D-4D21-8507-8D7EACC6617E}"/>
                </a:ext>
              </a:extLst>
            </p:cNvPr>
            <p:cNvSpPr/>
            <p:nvPr/>
          </p:nvSpPr>
          <p:spPr>
            <a:xfrm>
              <a:off x="5661250" y="4690450"/>
              <a:ext cx="65950" cy="52525"/>
            </a:xfrm>
            <a:custGeom>
              <a:avLst/>
              <a:gdLst/>
              <a:ahLst/>
              <a:cxnLst/>
              <a:rect l="0" t="0" r="0" b="0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35" name="Shape 551">
              <a:extLst>
                <a:ext uri="{FF2B5EF4-FFF2-40B4-BE49-F238E27FC236}">
                  <a16:creationId xmlns:a16="http://schemas.microsoft.com/office/drawing/2014/main" id="{A307A031-5CA6-445A-A00B-8BE347EF2697}"/>
                </a:ext>
              </a:extLst>
            </p:cNvPr>
            <p:cNvSpPr/>
            <p:nvPr/>
          </p:nvSpPr>
          <p:spPr>
            <a:xfrm>
              <a:off x="5294900" y="4690450"/>
              <a:ext cx="65950" cy="52525"/>
            </a:xfrm>
            <a:custGeom>
              <a:avLst/>
              <a:gdLst/>
              <a:ahLst/>
              <a:cxnLst/>
              <a:rect l="0" t="0" r="0" b="0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36" name="Shape 552">
              <a:extLst>
                <a:ext uri="{FF2B5EF4-FFF2-40B4-BE49-F238E27FC236}">
                  <a16:creationId xmlns:a16="http://schemas.microsoft.com/office/drawing/2014/main" id="{5D453028-7294-407D-8692-E504E48E49BD}"/>
                </a:ext>
              </a:extLst>
            </p:cNvPr>
            <p:cNvSpPr/>
            <p:nvPr/>
          </p:nvSpPr>
          <p:spPr>
            <a:xfrm>
              <a:off x="5275975" y="4344850"/>
              <a:ext cx="470150" cy="334025"/>
            </a:xfrm>
            <a:custGeom>
              <a:avLst/>
              <a:gdLst/>
              <a:ahLst/>
              <a:cxnLst/>
              <a:rect l="0" t="0" r="0" b="0"/>
              <a:pathLst>
                <a:path w="18806" h="13361" extrusionOk="0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237" name="Shape 553">
            <a:extLst>
              <a:ext uri="{FF2B5EF4-FFF2-40B4-BE49-F238E27FC236}">
                <a16:creationId xmlns:a16="http://schemas.microsoft.com/office/drawing/2014/main" id="{D277D78E-FE2E-4840-A610-035112D57A2B}"/>
              </a:ext>
            </a:extLst>
          </p:cNvPr>
          <p:cNvSpPr/>
          <p:nvPr/>
        </p:nvSpPr>
        <p:spPr>
          <a:xfrm>
            <a:off x="4836787" y="4068418"/>
            <a:ext cx="326250" cy="326231"/>
          </a:xfrm>
          <a:custGeom>
            <a:avLst/>
            <a:gdLst/>
            <a:ahLst/>
            <a:cxnLst/>
            <a:rect l="0" t="0" r="0" b="0"/>
            <a:pathLst>
              <a:path w="16902" h="16901" extrusionOk="0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238" name="Shape 554">
            <a:extLst>
              <a:ext uri="{FF2B5EF4-FFF2-40B4-BE49-F238E27FC236}">
                <a16:creationId xmlns:a16="http://schemas.microsoft.com/office/drawing/2014/main" id="{A6616CC6-E791-4E90-A5E7-42A84A4DD5AF}"/>
              </a:ext>
            </a:extLst>
          </p:cNvPr>
          <p:cNvGrpSpPr/>
          <p:nvPr/>
        </p:nvGrpSpPr>
        <p:grpSpPr>
          <a:xfrm>
            <a:off x="5352631" y="4052597"/>
            <a:ext cx="334743" cy="357347"/>
            <a:chOff x="6642425" y="4312500"/>
            <a:chExt cx="433550" cy="462825"/>
          </a:xfrm>
          <a:solidFill>
            <a:schemeClr val="tx1"/>
          </a:solidFill>
        </p:grpSpPr>
        <p:sp>
          <p:nvSpPr>
            <p:cNvPr id="239" name="Shape 555">
              <a:extLst>
                <a:ext uri="{FF2B5EF4-FFF2-40B4-BE49-F238E27FC236}">
                  <a16:creationId xmlns:a16="http://schemas.microsoft.com/office/drawing/2014/main" id="{A4ED2A06-EAE0-4612-9C31-A086A5581BCE}"/>
                </a:ext>
              </a:extLst>
            </p:cNvPr>
            <p:cNvSpPr/>
            <p:nvPr/>
          </p:nvSpPr>
          <p:spPr>
            <a:xfrm>
              <a:off x="6642425" y="4687375"/>
              <a:ext cx="433550" cy="39125"/>
            </a:xfrm>
            <a:custGeom>
              <a:avLst/>
              <a:gdLst/>
              <a:ahLst/>
              <a:cxnLst/>
              <a:rect l="0" t="0" r="0" b="0"/>
              <a:pathLst>
                <a:path w="17342" h="156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40" name="Shape 556">
              <a:extLst>
                <a:ext uri="{FF2B5EF4-FFF2-40B4-BE49-F238E27FC236}">
                  <a16:creationId xmlns:a16="http://schemas.microsoft.com/office/drawing/2014/main" id="{34C976C0-85CA-419F-94C7-FA3BA2C61FE4}"/>
                </a:ext>
              </a:extLst>
            </p:cNvPr>
            <p:cNvSpPr/>
            <p:nvPr/>
          </p:nvSpPr>
          <p:spPr>
            <a:xfrm>
              <a:off x="6642425" y="4736225"/>
              <a:ext cx="433550" cy="39100"/>
            </a:xfrm>
            <a:custGeom>
              <a:avLst/>
              <a:gdLst/>
              <a:ahLst/>
              <a:cxnLst/>
              <a:rect l="0" t="0" r="0" b="0"/>
              <a:pathLst>
                <a:path w="17342" h="1564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41" name="Shape 557">
              <a:extLst>
                <a:ext uri="{FF2B5EF4-FFF2-40B4-BE49-F238E27FC236}">
                  <a16:creationId xmlns:a16="http://schemas.microsoft.com/office/drawing/2014/main" id="{D9F31F74-F7AA-49B4-9567-1964DF4C5890}"/>
                </a:ext>
              </a:extLst>
            </p:cNvPr>
            <p:cNvSpPr/>
            <p:nvPr/>
          </p:nvSpPr>
          <p:spPr>
            <a:xfrm>
              <a:off x="6684575" y="4312500"/>
              <a:ext cx="349875" cy="377350"/>
            </a:xfrm>
            <a:custGeom>
              <a:avLst/>
              <a:gdLst/>
              <a:ahLst/>
              <a:cxnLst/>
              <a:rect l="0" t="0" r="0" b="0"/>
              <a:pathLst>
                <a:path w="13995" h="15094" extrusionOk="0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242" name="Shape 558">
            <a:extLst>
              <a:ext uri="{FF2B5EF4-FFF2-40B4-BE49-F238E27FC236}">
                <a16:creationId xmlns:a16="http://schemas.microsoft.com/office/drawing/2014/main" id="{EFE0751F-A03F-4ECC-B349-33A30A4C7BEA}"/>
              </a:ext>
            </a:extLst>
          </p:cNvPr>
          <p:cNvSpPr/>
          <p:nvPr/>
        </p:nvSpPr>
        <p:spPr>
          <a:xfrm>
            <a:off x="620982" y="4625203"/>
            <a:ext cx="429943" cy="253654"/>
          </a:xfrm>
          <a:custGeom>
            <a:avLst/>
            <a:gdLst/>
            <a:ahLst/>
            <a:cxnLst/>
            <a:rect l="0" t="0" r="0" b="0"/>
            <a:pathLst>
              <a:path w="22274" h="13141" extrusionOk="0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243" name="Shape 559">
            <a:extLst>
              <a:ext uri="{FF2B5EF4-FFF2-40B4-BE49-F238E27FC236}">
                <a16:creationId xmlns:a16="http://schemas.microsoft.com/office/drawing/2014/main" id="{79CE9C1A-5C98-4D73-BC37-A0BFD2D614A2}"/>
              </a:ext>
            </a:extLst>
          </p:cNvPr>
          <p:cNvGrpSpPr/>
          <p:nvPr/>
        </p:nvGrpSpPr>
        <p:grpSpPr>
          <a:xfrm>
            <a:off x="1184758" y="4582952"/>
            <a:ext cx="343217" cy="337562"/>
            <a:chOff x="1244325" y="4999400"/>
            <a:chExt cx="444525" cy="437200"/>
          </a:xfrm>
          <a:solidFill>
            <a:schemeClr val="tx1"/>
          </a:solidFill>
        </p:grpSpPr>
        <p:sp>
          <p:nvSpPr>
            <p:cNvPr id="244" name="Shape 560">
              <a:extLst>
                <a:ext uri="{FF2B5EF4-FFF2-40B4-BE49-F238E27FC236}">
                  <a16:creationId xmlns:a16="http://schemas.microsoft.com/office/drawing/2014/main" id="{E2081D41-2DD2-4275-A941-A362EB98610B}"/>
                </a:ext>
              </a:extLst>
            </p:cNvPr>
            <p:cNvSpPr/>
            <p:nvPr/>
          </p:nvSpPr>
          <p:spPr>
            <a:xfrm>
              <a:off x="1244325" y="5161200"/>
              <a:ext cx="374925" cy="222275"/>
            </a:xfrm>
            <a:custGeom>
              <a:avLst/>
              <a:gdLst/>
              <a:ahLst/>
              <a:cxnLst/>
              <a:rect l="0" t="0" r="0" b="0"/>
              <a:pathLst>
                <a:path w="14997" h="8891" extrusionOk="0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45" name="Shape 561">
              <a:extLst>
                <a:ext uri="{FF2B5EF4-FFF2-40B4-BE49-F238E27FC236}">
                  <a16:creationId xmlns:a16="http://schemas.microsoft.com/office/drawing/2014/main" id="{93A1208D-51C8-442F-BE1A-74DD989B59BF}"/>
                </a:ext>
              </a:extLst>
            </p:cNvPr>
            <p:cNvSpPr/>
            <p:nvPr/>
          </p:nvSpPr>
          <p:spPr>
            <a:xfrm>
              <a:off x="1244325" y="5397500"/>
              <a:ext cx="444525" cy="39100"/>
            </a:xfrm>
            <a:custGeom>
              <a:avLst/>
              <a:gdLst/>
              <a:ahLst/>
              <a:cxnLst/>
              <a:rect l="0" t="0" r="0" b="0"/>
              <a:pathLst>
                <a:path w="17781" h="1564" extrusionOk="0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46" name="Shape 562">
              <a:extLst>
                <a:ext uri="{FF2B5EF4-FFF2-40B4-BE49-F238E27FC236}">
                  <a16:creationId xmlns:a16="http://schemas.microsoft.com/office/drawing/2014/main" id="{8A403D17-5C71-4072-AF6B-58D516C3788A}"/>
                </a:ext>
              </a:extLst>
            </p:cNvPr>
            <p:cNvSpPr/>
            <p:nvPr/>
          </p:nvSpPr>
          <p:spPr>
            <a:xfrm>
              <a:off x="1451925" y="4999400"/>
              <a:ext cx="31175" cy="129450"/>
            </a:xfrm>
            <a:custGeom>
              <a:avLst/>
              <a:gdLst/>
              <a:ahLst/>
              <a:cxnLst/>
              <a:rect l="0" t="0" r="0" b="0"/>
              <a:pathLst>
                <a:path w="1247" h="5178" extrusionOk="0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47" name="Shape 563">
              <a:extLst>
                <a:ext uri="{FF2B5EF4-FFF2-40B4-BE49-F238E27FC236}">
                  <a16:creationId xmlns:a16="http://schemas.microsoft.com/office/drawing/2014/main" id="{299BBAC0-0F2B-473D-94E4-DC853D1B2CCB}"/>
                </a:ext>
              </a:extLst>
            </p:cNvPr>
            <p:cNvSpPr/>
            <p:nvPr/>
          </p:nvSpPr>
          <p:spPr>
            <a:xfrm>
              <a:off x="1407975" y="4999400"/>
              <a:ext cx="31150" cy="129450"/>
            </a:xfrm>
            <a:custGeom>
              <a:avLst/>
              <a:gdLst/>
              <a:ahLst/>
              <a:cxnLst/>
              <a:rect l="0" t="0" r="0" b="0"/>
              <a:pathLst>
                <a:path w="1246" h="5178" extrusionOk="0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48" name="Shape 564">
              <a:extLst>
                <a:ext uri="{FF2B5EF4-FFF2-40B4-BE49-F238E27FC236}">
                  <a16:creationId xmlns:a16="http://schemas.microsoft.com/office/drawing/2014/main" id="{756DF932-175E-4787-91E8-1BA12826A787}"/>
                </a:ext>
              </a:extLst>
            </p:cNvPr>
            <p:cNvSpPr/>
            <p:nvPr/>
          </p:nvSpPr>
          <p:spPr>
            <a:xfrm>
              <a:off x="1495900" y="4999400"/>
              <a:ext cx="30550" cy="129450"/>
            </a:xfrm>
            <a:custGeom>
              <a:avLst/>
              <a:gdLst/>
              <a:ahLst/>
              <a:cxnLst/>
              <a:rect l="0" t="0" r="0" b="0"/>
              <a:pathLst>
                <a:path w="1222" h="5178" extrusionOk="0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249" name="Shape 565">
            <a:extLst>
              <a:ext uri="{FF2B5EF4-FFF2-40B4-BE49-F238E27FC236}">
                <a16:creationId xmlns:a16="http://schemas.microsoft.com/office/drawing/2014/main" id="{689FE535-C810-4CC2-8B91-D7687CE2D47A}"/>
              </a:ext>
            </a:extLst>
          </p:cNvPr>
          <p:cNvGrpSpPr/>
          <p:nvPr/>
        </p:nvGrpSpPr>
        <p:grpSpPr>
          <a:xfrm>
            <a:off x="1735863" y="4572104"/>
            <a:ext cx="281932" cy="359238"/>
            <a:chOff x="1958100" y="4985350"/>
            <a:chExt cx="365150" cy="465275"/>
          </a:xfrm>
          <a:solidFill>
            <a:schemeClr val="tx1"/>
          </a:solidFill>
        </p:grpSpPr>
        <p:sp>
          <p:nvSpPr>
            <p:cNvPr id="250" name="Shape 566">
              <a:extLst>
                <a:ext uri="{FF2B5EF4-FFF2-40B4-BE49-F238E27FC236}">
                  <a16:creationId xmlns:a16="http://schemas.microsoft.com/office/drawing/2014/main" id="{3A8B897C-57A5-4E7B-B6F5-0C021BD39469}"/>
                </a:ext>
              </a:extLst>
            </p:cNvPr>
            <p:cNvSpPr/>
            <p:nvPr/>
          </p:nvSpPr>
          <p:spPr>
            <a:xfrm>
              <a:off x="1958100" y="4985350"/>
              <a:ext cx="365150" cy="465275"/>
            </a:xfrm>
            <a:custGeom>
              <a:avLst/>
              <a:gdLst/>
              <a:ahLst/>
              <a:cxnLst/>
              <a:rect l="0" t="0" r="0" b="0"/>
              <a:pathLst>
                <a:path w="14606" h="18611" extrusionOk="0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51" name="Shape 567">
              <a:extLst>
                <a:ext uri="{FF2B5EF4-FFF2-40B4-BE49-F238E27FC236}">
                  <a16:creationId xmlns:a16="http://schemas.microsoft.com/office/drawing/2014/main" id="{2C37B229-EA69-459F-BD12-4047D15FAE54}"/>
                </a:ext>
              </a:extLst>
            </p:cNvPr>
            <p:cNvSpPr/>
            <p:nvPr/>
          </p:nvSpPr>
          <p:spPr>
            <a:xfrm>
              <a:off x="1977625" y="5237525"/>
              <a:ext cx="113600" cy="213100"/>
            </a:xfrm>
            <a:custGeom>
              <a:avLst/>
              <a:gdLst/>
              <a:ahLst/>
              <a:cxnLst/>
              <a:rect l="0" t="0" r="0" b="0"/>
              <a:pathLst>
                <a:path w="4544" h="8524" extrusionOk="0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52" name="Shape 568">
              <a:extLst>
                <a:ext uri="{FF2B5EF4-FFF2-40B4-BE49-F238E27FC236}">
                  <a16:creationId xmlns:a16="http://schemas.microsoft.com/office/drawing/2014/main" id="{B5BC9F94-A957-44B6-AD4A-FFB96F338C83}"/>
                </a:ext>
              </a:extLst>
            </p:cNvPr>
            <p:cNvSpPr/>
            <p:nvPr/>
          </p:nvSpPr>
          <p:spPr>
            <a:xfrm>
              <a:off x="2190125" y="5237525"/>
              <a:ext cx="113575" cy="213100"/>
            </a:xfrm>
            <a:custGeom>
              <a:avLst/>
              <a:gdLst/>
              <a:ahLst/>
              <a:cxnLst/>
              <a:rect l="0" t="0" r="0" b="0"/>
              <a:pathLst>
                <a:path w="4543" h="8524" extrusionOk="0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253" name="Shape 569">
            <a:extLst>
              <a:ext uri="{FF2B5EF4-FFF2-40B4-BE49-F238E27FC236}">
                <a16:creationId xmlns:a16="http://schemas.microsoft.com/office/drawing/2014/main" id="{1A36FBB0-279D-4164-AA35-BFDF6BC3BEFD}"/>
              </a:ext>
            </a:extLst>
          </p:cNvPr>
          <p:cNvGrpSpPr/>
          <p:nvPr/>
        </p:nvGrpSpPr>
        <p:grpSpPr>
          <a:xfrm>
            <a:off x="2235566" y="4585770"/>
            <a:ext cx="323432" cy="332369"/>
            <a:chOff x="2605300" y="5003050"/>
            <a:chExt cx="418900" cy="430475"/>
          </a:xfrm>
          <a:solidFill>
            <a:schemeClr val="tx1"/>
          </a:solidFill>
        </p:grpSpPr>
        <p:sp>
          <p:nvSpPr>
            <p:cNvPr id="254" name="Shape 570">
              <a:extLst>
                <a:ext uri="{FF2B5EF4-FFF2-40B4-BE49-F238E27FC236}">
                  <a16:creationId xmlns:a16="http://schemas.microsoft.com/office/drawing/2014/main" id="{F2B42543-66D8-4E57-9F89-08C5DEE55613}"/>
                </a:ext>
              </a:extLst>
            </p:cNvPr>
            <p:cNvSpPr/>
            <p:nvPr/>
          </p:nvSpPr>
          <p:spPr>
            <a:xfrm>
              <a:off x="2820225" y="5222250"/>
              <a:ext cx="202750" cy="211275"/>
            </a:xfrm>
            <a:custGeom>
              <a:avLst/>
              <a:gdLst/>
              <a:ahLst/>
              <a:cxnLst/>
              <a:rect l="0" t="0" r="0" b="0"/>
              <a:pathLst>
                <a:path w="8110" h="8451" extrusionOk="0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55" name="Shape 571">
              <a:extLst>
                <a:ext uri="{FF2B5EF4-FFF2-40B4-BE49-F238E27FC236}">
                  <a16:creationId xmlns:a16="http://schemas.microsoft.com/office/drawing/2014/main" id="{D1A8C6CC-CC28-4DB2-ADBF-BA4518E1B7E9}"/>
                </a:ext>
              </a:extLst>
            </p:cNvPr>
            <p:cNvSpPr/>
            <p:nvPr/>
          </p:nvSpPr>
          <p:spPr>
            <a:xfrm>
              <a:off x="2606525" y="5003050"/>
              <a:ext cx="203975" cy="208225"/>
            </a:xfrm>
            <a:custGeom>
              <a:avLst/>
              <a:gdLst/>
              <a:ahLst/>
              <a:cxnLst/>
              <a:rect l="0" t="0" r="0" b="0"/>
              <a:pathLst>
                <a:path w="8159" h="8329" extrusionOk="0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56" name="Shape 572">
              <a:extLst>
                <a:ext uri="{FF2B5EF4-FFF2-40B4-BE49-F238E27FC236}">
                  <a16:creationId xmlns:a16="http://schemas.microsoft.com/office/drawing/2014/main" id="{80F43BFE-B4E5-4508-BFC9-B44ABC3F4490}"/>
                </a:ext>
              </a:extLst>
            </p:cNvPr>
            <p:cNvSpPr/>
            <p:nvPr/>
          </p:nvSpPr>
          <p:spPr>
            <a:xfrm>
              <a:off x="2605300" y="5008550"/>
              <a:ext cx="418900" cy="418875"/>
            </a:xfrm>
            <a:custGeom>
              <a:avLst/>
              <a:gdLst/>
              <a:ahLst/>
              <a:cxnLst/>
              <a:rect l="0" t="0" r="0" b="0"/>
              <a:pathLst>
                <a:path w="16756" h="16755" extrusionOk="0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257" name="Shape 573">
            <a:extLst>
              <a:ext uri="{FF2B5EF4-FFF2-40B4-BE49-F238E27FC236}">
                <a16:creationId xmlns:a16="http://schemas.microsoft.com/office/drawing/2014/main" id="{4E07EB2A-C703-4E70-BB48-9EB737402698}"/>
              </a:ext>
            </a:extLst>
          </p:cNvPr>
          <p:cNvGrpSpPr/>
          <p:nvPr/>
        </p:nvGrpSpPr>
        <p:grpSpPr>
          <a:xfrm>
            <a:off x="2724441" y="4592854"/>
            <a:ext cx="386590" cy="317757"/>
            <a:chOff x="3238475" y="5012225"/>
            <a:chExt cx="500700" cy="411550"/>
          </a:xfrm>
          <a:solidFill>
            <a:schemeClr val="tx1"/>
          </a:solidFill>
        </p:grpSpPr>
        <p:sp>
          <p:nvSpPr>
            <p:cNvPr id="258" name="Shape 574">
              <a:extLst>
                <a:ext uri="{FF2B5EF4-FFF2-40B4-BE49-F238E27FC236}">
                  <a16:creationId xmlns:a16="http://schemas.microsoft.com/office/drawing/2014/main" id="{7EC59445-CD30-43CA-A3DC-E23B69A28474}"/>
                </a:ext>
              </a:extLst>
            </p:cNvPr>
            <p:cNvSpPr/>
            <p:nvPr/>
          </p:nvSpPr>
          <p:spPr>
            <a:xfrm>
              <a:off x="3238475" y="5315050"/>
              <a:ext cx="500700" cy="108725"/>
            </a:xfrm>
            <a:custGeom>
              <a:avLst/>
              <a:gdLst/>
              <a:ahLst/>
              <a:cxnLst/>
              <a:rect l="0" t="0" r="0" b="0"/>
              <a:pathLst>
                <a:path w="20028" h="4349" extrusionOk="0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59" name="Shape 575">
              <a:extLst>
                <a:ext uri="{FF2B5EF4-FFF2-40B4-BE49-F238E27FC236}">
                  <a16:creationId xmlns:a16="http://schemas.microsoft.com/office/drawing/2014/main" id="{0786984D-1530-46E9-9532-5986078B8649}"/>
                </a:ext>
              </a:extLst>
            </p:cNvPr>
            <p:cNvSpPr/>
            <p:nvPr/>
          </p:nvSpPr>
          <p:spPr>
            <a:xfrm>
              <a:off x="3282450" y="5160575"/>
              <a:ext cx="412750" cy="140475"/>
            </a:xfrm>
            <a:custGeom>
              <a:avLst/>
              <a:gdLst/>
              <a:ahLst/>
              <a:cxnLst/>
              <a:rect l="0" t="0" r="0" b="0"/>
              <a:pathLst>
                <a:path w="16510" h="5619" extrusionOk="0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60" name="Shape 576">
              <a:extLst>
                <a:ext uri="{FF2B5EF4-FFF2-40B4-BE49-F238E27FC236}">
                  <a16:creationId xmlns:a16="http://schemas.microsoft.com/office/drawing/2014/main" id="{E428BF06-4C58-4348-8700-BBDFD828831F}"/>
                </a:ext>
              </a:extLst>
            </p:cNvPr>
            <p:cNvSpPr/>
            <p:nvPr/>
          </p:nvSpPr>
          <p:spPr>
            <a:xfrm>
              <a:off x="3473550" y="5012225"/>
              <a:ext cx="30550" cy="129450"/>
            </a:xfrm>
            <a:custGeom>
              <a:avLst/>
              <a:gdLst/>
              <a:ahLst/>
              <a:cxnLst/>
              <a:rect l="0" t="0" r="0" b="0"/>
              <a:pathLst>
                <a:path w="1222" h="5178" extrusionOk="0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61" name="Shape 577">
              <a:extLst>
                <a:ext uri="{FF2B5EF4-FFF2-40B4-BE49-F238E27FC236}">
                  <a16:creationId xmlns:a16="http://schemas.microsoft.com/office/drawing/2014/main" id="{5A9A6552-01FC-4394-B40F-931140569C75}"/>
                </a:ext>
              </a:extLst>
            </p:cNvPr>
            <p:cNvSpPr/>
            <p:nvPr/>
          </p:nvSpPr>
          <p:spPr>
            <a:xfrm>
              <a:off x="3429575" y="5012225"/>
              <a:ext cx="31175" cy="129450"/>
            </a:xfrm>
            <a:custGeom>
              <a:avLst/>
              <a:gdLst/>
              <a:ahLst/>
              <a:cxnLst/>
              <a:rect l="0" t="0" r="0" b="0"/>
              <a:pathLst>
                <a:path w="1247" h="5178" extrusionOk="0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62" name="Shape 578">
              <a:extLst>
                <a:ext uri="{FF2B5EF4-FFF2-40B4-BE49-F238E27FC236}">
                  <a16:creationId xmlns:a16="http://schemas.microsoft.com/office/drawing/2014/main" id="{B36A8B5C-6E9C-4D05-BC6A-539E3038A6CC}"/>
                </a:ext>
              </a:extLst>
            </p:cNvPr>
            <p:cNvSpPr/>
            <p:nvPr/>
          </p:nvSpPr>
          <p:spPr>
            <a:xfrm>
              <a:off x="3516900" y="5012225"/>
              <a:ext cx="31175" cy="129450"/>
            </a:xfrm>
            <a:custGeom>
              <a:avLst/>
              <a:gdLst/>
              <a:ahLst/>
              <a:cxnLst/>
              <a:rect l="0" t="0" r="0" b="0"/>
              <a:pathLst>
                <a:path w="1247" h="5178" extrusionOk="0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263" name="Shape 579">
            <a:extLst>
              <a:ext uri="{FF2B5EF4-FFF2-40B4-BE49-F238E27FC236}">
                <a16:creationId xmlns:a16="http://schemas.microsoft.com/office/drawing/2014/main" id="{2D2B3E57-D342-44A5-9260-CB92FF16BE52}"/>
              </a:ext>
            </a:extLst>
          </p:cNvPr>
          <p:cNvGrpSpPr/>
          <p:nvPr/>
        </p:nvGrpSpPr>
        <p:grpSpPr>
          <a:xfrm>
            <a:off x="3746489" y="4558901"/>
            <a:ext cx="424307" cy="385644"/>
            <a:chOff x="4562200" y="4968250"/>
            <a:chExt cx="549550" cy="499475"/>
          </a:xfrm>
          <a:solidFill>
            <a:schemeClr val="tx1"/>
          </a:solidFill>
        </p:grpSpPr>
        <p:sp>
          <p:nvSpPr>
            <p:cNvPr id="264" name="Shape 580">
              <a:extLst>
                <a:ext uri="{FF2B5EF4-FFF2-40B4-BE49-F238E27FC236}">
                  <a16:creationId xmlns:a16="http://schemas.microsoft.com/office/drawing/2014/main" id="{3048AA95-8EAD-499F-B3B5-2198442386D1}"/>
                </a:ext>
              </a:extLst>
            </p:cNvPr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0" t="0" r="0" b="0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65" name="Shape 581">
              <a:extLst>
                <a:ext uri="{FF2B5EF4-FFF2-40B4-BE49-F238E27FC236}">
                  <a16:creationId xmlns:a16="http://schemas.microsoft.com/office/drawing/2014/main" id="{CA509651-2867-4326-B5BA-8DDE1E2FB88A}"/>
                </a:ext>
              </a:extLst>
            </p:cNvPr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0" t="0" r="0" b="0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66" name="Shape 582">
              <a:extLst>
                <a:ext uri="{FF2B5EF4-FFF2-40B4-BE49-F238E27FC236}">
                  <a16:creationId xmlns:a16="http://schemas.microsoft.com/office/drawing/2014/main" id="{081899CD-65B4-4915-844A-088CA344EB37}"/>
                </a:ext>
              </a:extLst>
            </p:cNvPr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0" t="0" r="0" b="0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67" name="Shape 583">
              <a:extLst>
                <a:ext uri="{FF2B5EF4-FFF2-40B4-BE49-F238E27FC236}">
                  <a16:creationId xmlns:a16="http://schemas.microsoft.com/office/drawing/2014/main" id="{38725FF8-F590-41EA-86C3-45C2DE1CB9F3}"/>
                </a:ext>
              </a:extLst>
            </p:cNvPr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0" t="0" r="0" b="0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68" name="Shape 584">
              <a:extLst>
                <a:ext uri="{FF2B5EF4-FFF2-40B4-BE49-F238E27FC236}">
                  <a16:creationId xmlns:a16="http://schemas.microsoft.com/office/drawing/2014/main" id="{3793DE9E-ABA1-463A-A02B-104C6AA068E4}"/>
                </a:ext>
              </a:extLst>
            </p:cNvPr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0" t="0" r="0" b="0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269" name="Shape 585">
            <a:extLst>
              <a:ext uri="{FF2B5EF4-FFF2-40B4-BE49-F238E27FC236}">
                <a16:creationId xmlns:a16="http://schemas.microsoft.com/office/drawing/2014/main" id="{BBE797E2-EBC7-4374-8CDB-B3BACB00266E}"/>
              </a:ext>
            </a:extLst>
          </p:cNvPr>
          <p:cNvGrpSpPr/>
          <p:nvPr/>
        </p:nvGrpSpPr>
        <p:grpSpPr>
          <a:xfrm>
            <a:off x="3291104" y="4580597"/>
            <a:ext cx="294170" cy="341789"/>
            <a:chOff x="3972400" y="4996350"/>
            <a:chExt cx="381000" cy="442675"/>
          </a:xfrm>
          <a:solidFill>
            <a:schemeClr val="tx1"/>
          </a:solidFill>
        </p:grpSpPr>
        <p:sp>
          <p:nvSpPr>
            <p:cNvPr id="270" name="Shape 586">
              <a:extLst>
                <a:ext uri="{FF2B5EF4-FFF2-40B4-BE49-F238E27FC236}">
                  <a16:creationId xmlns:a16="http://schemas.microsoft.com/office/drawing/2014/main" id="{96663B3C-D6F4-4F33-AE4D-0EF3250E92FF}"/>
                </a:ext>
              </a:extLst>
            </p:cNvPr>
            <p:cNvSpPr/>
            <p:nvPr/>
          </p:nvSpPr>
          <p:spPr>
            <a:xfrm>
              <a:off x="4157400" y="4996350"/>
              <a:ext cx="86725" cy="103200"/>
            </a:xfrm>
            <a:custGeom>
              <a:avLst/>
              <a:gdLst/>
              <a:ahLst/>
              <a:cxnLst/>
              <a:rect l="0" t="0" r="0" b="0"/>
              <a:pathLst>
                <a:path w="3469" h="4128" extrusionOk="0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71" name="Shape 587">
              <a:extLst>
                <a:ext uri="{FF2B5EF4-FFF2-40B4-BE49-F238E27FC236}">
                  <a16:creationId xmlns:a16="http://schemas.microsoft.com/office/drawing/2014/main" id="{15F28D76-19FF-4387-86E9-87EA5B660A2B}"/>
                </a:ext>
              </a:extLst>
            </p:cNvPr>
            <p:cNvSpPr/>
            <p:nvPr/>
          </p:nvSpPr>
          <p:spPr>
            <a:xfrm>
              <a:off x="3972400" y="5048250"/>
              <a:ext cx="381000" cy="390775"/>
            </a:xfrm>
            <a:custGeom>
              <a:avLst/>
              <a:gdLst/>
              <a:ahLst/>
              <a:cxnLst/>
              <a:rect l="0" t="0" r="0" b="0"/>
              <a:pathLst>
                <a:path w="15240" h="15630" extrusionOk="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272" name="Shape 588">
            <a:extLst>
              <a:ext uri="{FF2B5EF4-FFF2-40B4-BE49-F238E27FC236}">
                <a16:creationId xmlns:a16="http://schemas.microsoft.com/office/drawing/2014/main" id="{B01B2282-B118-4800-9B7E-1EDEAC674FB4}"/>
              </a:ext>
            </a:extLst>
          </p:cNvPr>
          <p:cNvGrpSpPr/>
          <p:nvPr/>
        </p:nvGrpSpPr>
        <p:grpSpPr>
          <a:xfrm>
            <a:off x="4270725" y="4551837"/>
            <a:ext cx="416760" cy="399774"/>
            <a:chOff x="5241175" y="4959100"/>
            <a:chExt cx="539775" cy="517775"/>
          </a:xfrm>
          <a:solidFill>
            <a:schemeClr val="tx1"/>
          </a:solidFill>
        </p:grpSpPr>
        <p:sp>
          <p:nvSpPr>
            <p:cNvPr id="273" name="Shape 589">
              <a:extLst>
                <a:ext uri="{FF2B5EF4-FFF2-40B4-BE49-F238E27FC236}">
                  <a16:creationId xmlns:a16="http://schemas.microsoft.com/office/drawing/2014/main" id="{944D4C61-CB26-43CA-9424-A2B3B7A68C2C}"/>
                </a:ext>
              </a:extLst>
            </p:cNvPr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0" t="0" r="0" b="0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74" name="Shape 590">
              <a:extLst>
                <a:ext uri="{FF2B5EF4-FFF2-40B4-BE49-F238E27FC236}">
                  <a16:creationId xmlns:a16="http://schemas.microsoft.com/office/drawing/2014/main" id="{A4AD1353-815E-43E3-B1DB-995FB5EE8797}"/>
                </a:ext>
              </a:extLst>
            </p:cNvPr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0" t="0" r="0" b="0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75" name="Shape 591">
              <a:extLst>
                <a:ext uri="{FF2B5EF4-FFF2-40B4-BE49-F238E27FC236}">
                  <a16:creationId xmlns:a16="http://schemas.microsoft.com/office/drawing/2014/main" id="{A1785737-1DBC-408C-8876-B2FE2C941ABF}"/>
                </a:ext>
              </a:extLst>
            </p:cNvPr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0" t="0" r="0" b="0"/>
              <a:pathLst>
                <a:path w="7204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76" name="Shape 592">
              <a:extLst>
                <a:ext uri="{FF2B5EF4-FFF2-40B4-BE49-F238E27FC236}">
                  <a16:creationId xmlns:a16="http://schemas.microsoft.com/office/drawing/2014/main" id="{FA979D2C-D115-4654-ACFA-701672A7D8DE}"/>
                </a:ext>
              </a:extLst>
            </p:cNvPr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0" t="0" r="0" b="0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77" name="Shape 593">
              <a:extLst>
                <a:ext uri="{FF2B5EF4-FFF2-40B4-BE49-F238E27FC236}">
                  <a16:creationId xmlns:a16="http://schemas.microsoft.com/office/drawing/2014/main" id="{D53EE298-B541-4D5C-ABB5-4FB81F25CCF4}"/>
                </a:ext>
              </a:extLst>
            </p:cNvPr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0" t="0" r="0" b="0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78" name="Shape 594">
              <a:extLst>
                <a:ext uri="{FF2B5EF4-FFF2-40B4-BE49-F238E27FC236}">
                  <a16:creationId xmlns:a16="http://schemas.microsoft.com/office/drawing/2014/main" id="{B50144B0-0068-4846-916B-4EA6CC97EAB5}"/>
                </a:ext>
              </a:extLst>
            </p:cNvPr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0" t="0" r="0" b="0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279" name="Shape 595">
            <a:extLst>
              <a:ext uri="{FF2B5EF4-FFF2-40B4-BE49-F238E27FC236}">
                <a16:creationId xmlns:a16="http://schemas.microsoft.com/office/drawing/2014/main" id="{4C92227C-DAAB-4E2A-A79A-712A4BE2ED60}"/>
              </a:ext>
            </a:extLst>
          </p:cNvPr>
          <p:cNvSpPr/>
          <p:nvPr/>
        </p:nvSpPr>
        <p:spPr>
          <a:xfrm>
            <a:off x="4816518" y="4650665"/>
            <a:ext cx="366786" cy="202734"/>
          </a:xfrm>
          <a:custGeom>
            <a:avLst/>
            <a:gdLst/>
            <a:ahLst/>
            <a:cxnLst/>
            <a:rect l="0" t="0" r="0" b="0"/>
            <a:pathLst>
              <a:path w="19002" h="10503" extrusionOk="0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280" name="Shape 596">
            <a:extLst>
              <a:ext uri="{FF2B5EF4-FFF2-40B4-BE49-F238E27FC236}">
                <a16:creationId xmlns:a16="http://schemas.microsoft.com/office/drawing/2014/main" id="{804EA542-D389-4BCA-B6E5-A5EE8103A510}"/>
              </a:ext>
            </a:extLst>
          </p:cNvPr>
          <p:cNvGrpSpPr/>
          <p:nvPr/>
        </p:nvGrpSpPr>
        <p:grpSpPr>
          <a:xfrm>
            <a:off x="5385638" y="4611230"/>
            <a:ext cx="267320" cy="307392"/>
            <a:chOff x="6685175" y="5036025"/>
            <a:chExt cx="346225" cy="398125"/>
          </a:xfrm>
          <a:solidFill>
            <a:schemeClr val="tx1"/>
          </a:solidFill>
        </p:grpSpPr>
        <p:sp>
          <p:nvSpPr>
            <p:cNvPr id="281" name="Shape 597">
              <a:extLst>
                <a:ext uri="{FF2B5EF4-FFF2-40B4-BE49-F238E27FC236}">
                  <a16:creationId xmlns:a16="http://schemas.microsoft.com/office/drawing/2014/main" id="{5745057B-C8A9-4F91-9FBB-F9DDDEF75018}"/>
                </a:ext>
              </a:extLst>
            </p:cNvPr>
            <p:cNvSpPr/>
            <p:nvPr/>
          </p:nvSpPr>
          <p:spPr>
            <a:xfrm>
              <a:off x="6743800" y="5036025"/>
              <a:ext cx="105650" cy="147775"/>
            </a:xfrm>
            <a:custGeom>
              <a:avLst/>
              <a:gdLst/>
              <a:ahLst/>
              <a:cxnLst/>
              <a:rect l="0" t="0" r="0" b="0"/>
              <a:pathLst>
                <a:path w="4226" h="5911" extrusionOk="0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82" name="Shape 598">
              <a:extLst>
                <a:ext uri="{FF2B5EF4-FFF2-40B4-BE49-F238E27FC236}">
                  <a16:creationId xmlns:a16="http://schemas.microsoft.com/office/drawing/2014/main" id="{06A923B1-55DE-4308-870C-E6492F8DD051}"/>
                </a:ext>
              </a:extLst>
            </p:cNvPr>
            <p:cNvSpPr/>
            <p:nvPr/>
          </p:nvSpPr>
          <p:spPr>
            <a:xfrm>
              <a:off x="6685175" y="5152025"/>
              <a:ext cx="84275" cy="117275"/>
            </a:xfrm>
            <a:custGeom>
              <a:avLst/>
              <a:gdLst/>
              <a:ahLst/>
              <a:cxnLst/>
              <a:rect l="0" t="0" r="0" b="0"/>
              <a:pathLst>
                <a:path w="3370" h="4691" extrusionOk="0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83" name="Shape 599">
              <a:extLst>
                <a:ext uri="{FF2B5EF4-FFF2-40B4-BE49-F238E27FC236}">
                  <a16:creationId xmlns:a16="http://schemas.microsoft.com/office/drawing/2014/main" id="{E2ECAAC8-CD1D-4BEE-B7ED-592566BAD714}"/>
                </a:ext>
              </a:extLst>
            </p:cNvPr>
            <p:cNvSpPr/>
            <p:nvPr/>
          </p:nvSpPr>
          <p:spPr>
            <a:xfrm>
              <a:off x="6871400" y="5038475"/>
              <a:ext cx="105650" cy="145325"/>
            </a:xfrm>
            <a:custGeom>
              <a:avLst/>
              <a:gdLst/>
              <a:ahLst/>
              <a:cxnLst/>
              <a:rect l="0" t="0" r="0" b="0"/>
              <a:pathLst>
                <a:path w="4226" h="5813" extrusionOk="0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84" name="Shape 600">
              <a:extLst>
                <a:ext uri="{FF2B5EF4-FFF2-40B4-BE49-F238E27FC236}">
                  <a16:creationId xmlns:a16="http://schemas.microsoft.com/office/drawing/2014/main" id="{123C7460-5AB1-4BDF-BB13-C244EFD8A88A}"/>
                </a:ext>
              </a:extLst>
            </p:cNvPr>
            <p:cNvSpPr/>
            <p:nvPr/>
          </p:nvSpPr>
          <p:spPr>
            <a:xfrm>
              <a:off x="6944050" y="5155700"/>
              <a:ext cx="87350" cy="116025"/>
            </a:xfrm>
            <a:custGeom>
              <a:avLst/>
              <a:gdLst/>
              <a:ahLst/>
              <a:cxnLst/>
              <a:rect l="0" t="0" r="0" b="0"/>
              <a:pathLst>
                <a:path w="3494" h="4641" extrusionOk="0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85" name="Shape 601">
              <a:extLst>
                <a:ext uri="{FF2B5EF4-FFF2-40B4-BE49-F238E27FC236}">
                  <a16:creationId xmlns:a16="http://schemas.microsoft.com/office/drawing/2014/main" id="{85BCC721-3ECE-4B5B-B924-453B6CF443DA}"/>
                </a:ext>
              </a:extLst>
            </p:cNvPr>
            <p:cNvSpPr/>
            <p:nvPr/>
          </p:nvSpPr>
          <p:spPr>
            <a:xfrm>
              <a:off x="6727300" y="5185625"/>
              <a:ext cx="263800" cy="248525"/>
            </a:xfrm>
            <a:custGeom>
              <a:avLst/>
              <a:gdLst/>
              <a:ahLst/>
              <a:cxnLst/>
              <a:rect l="0" t="0" r="0" b="0"/>
              <a:pathLst>
                <a:path w="10552" h="9941" extrusionOk="0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286" name="Shape 445">
            <a:extLst>
              <a:ext uri="{FF2B5EF4-FFF2-40B4-BE49-F238E27FC236}">
                <a16:creationId xmlns:a16="http://schemas.microsoft.com/office/drawing/2014/main" id="{ACFCFF77-5E76-483C-9AEB-BF650F710100}"/>
              </a:ext>
            </a:extLst>
          </p:cNvPr>
          <p:cNvGrpSpPr/>
          <p:nvPr/>
        </p:nvGrpSpPr>
        <p:grpSpPr>
          <a:xfrm>
            <a:off x="6173725" y="888416"/>
            <a:ext cx="293149" cy="382393"/>
            <a:chOff x="590250" y="244200"/>
            <a:chExt cx="407975" cy="532175"/>
          </a:xfrm>
          <a:solidFill>
            <a:srgbClr val="00B050"/>
          </a:solidFill>
        </p:grpSpPr>
        <p:sp>
          <p:nvSpPr>
            <p:cNvPr id="287" name="Shape 446">
              <a:extLst>
                <a:ext uri="{FF2B5EF4-FFF2-40B4-BE49-F238E27FC236}">
                  <a16:creationId xmlns:a16="http://schemas.microsoft.com/office/drawing/2014/main" id="{6CAAF28C-9503-46A5-A90D-47D51AA01504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88" name="Shape 447">
              <a:extLst>
                <a:ext uri="{FF2B5EF4-FFF2-40B4-BE49-F238E27FC236}">
                  <a16:creationId xmlns:a16="http://schemas.microsoft.com/office/drawing/2014/main" id="{49FBC66C-F1D4-4D61-819D-D21BBAF28FD1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89" name="Shape 448">
              <a:extLst>
                <a:ext uri="{FF2B5EF4-FFF2-40B4-BE49-F238E27FC236}">
                  <a16:creationId xmlns:a16="http://schemas.microsoft.com/office/drawing/2014/main" id="{919F95B7-BD06-438A-A96D-73BF5EACC0A8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90" name="Shape 449">
              <a:extLst>
                <a:ext uri="{FF2B5EF4-FFF2-40B4-BE49-F238E27FC236}">
                  <a16:creationId xmlns:a16="http://schemas.microsoft.com/office/drawing/2014/main" id="{F8BC3CA5-0C96-4F13-A656-2387CE52E7E4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91" name="Shape 450">
              <a:extLst>
                <a:ext uri="{FF2B5EF4-FFF2-40B4-BE49-F238E27FC236}">
                  <a16:creationId xmlns:a16="http://schemas.microsoft.com/office/drawing/2014/main" id="{AD7366E8-8ACA-4E55-A883-E0FA79D3890C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92" name="Shape 451">
              <a:extLst>
                <a:ext uri="{FF2B5EF4-FFF2-40B4-BE49-F238E27FC236}">
                  <a16:creationId xmlns:a16="http://schemas.microsoft.com/office/drawing/2014/main" id="{D1E6BAE6-1B82-4118-8076-DC2CE94F1175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93" name="Shape 452">
              <a:extLst>
                <a:ext uri="{FF2B5EF4-FFF2-40B4-BE49-F238E27FC236}">
                  <a16:creationId xmlns:a16="http://schemas.microsoft.com/office/drawing/2014/main" id="{0AE06110-284B-4724-8981-816E6218C96F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94" name="Shape 453">
              <a:extLst>
                <a:ext uri="{FF2B5EF4-FFF2-40B4-BE49-F238E27FC236}">
                  <a16:creationId xmlns:a16="http://schemas.microsoft.com/office/drawing/2014/main" id="{C2DF1E02-1CA1-4691-84A5-75753BE2162B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95" name="Shape 454">
              <a:extLst>
                <a:ext uri="{FF2B5EF4-FFF2-40B4-BE49-F238E27FC236}">
                  <a16:creationId xmlns:a16="http://schemas.microsoft.com/office/drawing/2014/main" id="{BC650540-13A3-4B5D-8663-46BE013E775A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96" name="Shape 455">
              <a:extLst>
                <a:ext uri="{FF2B5EF4-FFF2-40B4-BE49-F238E27FC236}">
                  <a16:creationId xmlns:a16="http://schemas.microsoft.com/office/drawing/2014/main" id="{C72FBCFE-0500-46FB-9D44-0C0275E056B5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97" name="Shape 456">
              <a:extLst>
                <a:ext uri="{FF2B5EF4-FFF2-40B4-BE49-F238E27FC236}">
                  <a16:creationId xmlns:a16="http://schemas.microsoft.com/office/drawing/2014/main" id="{A89C825D-73FB-43F0-9F0F-1EB79E2FE250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98" name="Shape 457">
              <a:extLst>
                <a:ext uri="{FF2B5EF4-FFF2-40B4-BE49-F238E27FC236}">
                  <a16:creationId xmlns:a16="http://schemas.microsoft.com/office/drawing/2014/main" id="{541A5A55-04DE-47AF-B0CC-7F2403C9688C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299" name="Shape 458">
              <a:extLst>
                <a:ext uri="{FF2B5EF4-FFF2-40B4-BE49-F238E27FC236}">
                  <a16:creationId xmlns:a16="http://schemas.microsoft.com/office/drawing/2014/main" id="{0581304A-2BAC-4C35-BD86-A16AB853FD20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00" name="Shape 459">
              <a:extLst>
                <a:ext uri="{FF2B5EF4-FFF2-40B4-BE49-F238E27FC236}">
                  <a16:creationId xmlns:a16="http://schemas.microsoft.com/office/drawing/2014/main" id="{B74D0D3B-6ED7-4267-9E23-ADE175FA43A8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301" name="Shape 460">
            <a:extLst>
              <a:ext uri="{FF2B5EF4-FFF2-40B4-BE49-F238E27FC236}">
                <a16:creationId xmlns:a16="http://schemas.microsoft.com/office/drawing/2014/main" id="{91AF4201-E879-4389-AA7D-31C38489F927}"/>
              </a:ext>
            </a:extLst>
          </p:cNvPr>
          <p:cNvGrpSpPr/>
          <p:nvPr/>
        </p:nvGrpSpPr>
        <p:grpSpPr>
          <a:xfrm>
            <a:off x="6726418" y="954438"/>
            <a:ext cx="318532" cy="265144"/>
            <a:chOff x="1247825" y="322750"/>
            <a:chExt cx="443300" cy="369000"/>
          </a:xfrm>
          <a:solidFill>
            <a:srgbClr val="00B050"/>
          </a:solidFill>
        </p:grpSpPr>
        <p:sp>
          <p:nvSpPr>
            <p:cNvPr id="302" name="Shape 461">
              <a:extLst>
                <a:ext uri="{FF2B5EF4-FFF2-40B4-BE49-F238E27FC236}">
                  <a16:creationId xmlns:a16="http://schemas.microsoft.com/office/drawing/2014/main" id="{B055C114-6825-40E1-B90F-789C062251C9}"/>
                </a:ext>
              </a:extLst>
            </p:cNvPr>
            <p:cNvSpPr/>
            <p:nvPr/>
          </p:nvSpPr>
          <p:spPr>
            <a:xfrm>
              <a:off x="1247825" y="322750"/>
              <a:ext cx="443300" cy="369000"/>
            </a:xfrm>
            <a:custGeom>
              <a:avLst/>
              <a:gdLst/>
              <a:ahLst/>
              <a:cxnLst/>
              <a:rect l="0" t="0" r="0" b="0"/>
              <a:pathLst>
                <a:path w="17732" h="14760" fill="none" extrusionOk="0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03" name="Shape 462">
              <a:extLst>
                <a:ext uri="{FF2B5EF4-FFF2-40B4-BE49-F238E27FC236}">
                  <a16:creationId xmlns:a16="http://schemas.microsoft.com/office/drawing/2014/main" id="{0A716E8A-FBFE-4E2F-9DBC-5E3346FA3F2F}"/>
                </a:ext>
              </a:extLst>
            </p:cNvPr>
            <p:cNvSpPr/>
            <p:nvPr/>
          </p:nvSpPr>
          <p:spPr>
            <a:xfrm>
              <a:off x="1398225" y="386675"/>
              <a:ext cx="142500" cy="25"/>
            </a:xfrm>
            <a:custGeom>
              <a:avLst/>
              <a:gdLst/>
              <a:ahLst/>
              <a:cxnLst/>
              <a:rect l="0" t="0" r="0" b="0"/>
              <a:pathLst>
                <a:path w="5700" h="1" fill="none" extrusionOk="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04" name="Shape 463">
              <a:extLst>
                <a:ext uri="{FF2B5EF4-FFF2-40B4-BE49-F238E27FC236}">
                  <a16:creationId xmlns:a16="http://schemas.microsoft.com/office/drawing/2014/main" id="{AA6310E3-EF51-416F-BDF5-DD5E0A8CF2CC}"/>
                </a:ext>
              </a:extLst>
            </p:cNvPr>
            <p:cNvSpPr/>
            <p:nvPr/>
          </p:nvSpPr>
          <p:spPr>
            <a:xfrm>
              <a:off x="1370225" y="450000"/>
              <a:ext cx="198500" cy="197900"/>
            </a:xfrm>
            <a:custGeom>
              <a:avLst/>
              <a:gdLst/>
              <a:ahLst/>
              <a:cxnLst/>
              <a:rect l="0" t="0" r="0" b="0"/>
              <a:pathLst>
                <a:path w="7940" h="7916" fill="none" extrusionOk="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05" name="Shape 464">
              <a:extLst>
                <a:ext uri="{FF2B5EF4-FFF2-40B4-BE49-F238E27FC236}">
                  <a16:creationId xmlns:a16="http://schemas.microsoft.com/office/drawing/2014/main" id="{A46016ED-5F36-4896-BE51-4E6F4F676B3E}"/>
                </a:ext>
              </a:extLst>
            </p:cNvPr>
            <p:cNvSpPr/>
            <p:nvPr/>
          </p:nvSpPr>
          <p:spPr>
            <a:xfrm>
              <a:off x="1403100" y="482875"/>
              <a:ext cx="132750" cy="132150"/>
            </a:xfrm>
            <a:custGeom>
              <a:avLst/>
              <a:gdLst/>
              <a:ahLst/>
              <a:cxnLst/>
              <a:rect l="0" t="0" r="0" b="0"/>
              <a:pathLst>
                <a:path w="5310" h="5286" fill="none" extrusionOk="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06" name="Shape 465">
              <a:extLst>
                <a:ext uri="{FF2B5EF4-FFF2-40B4-BE49-F238E27FC236}">
                  <a16:creationId xmlns:a16="http://schemas.microsoft.com/office/drawing/2014/main" id="{0042511F-F0EE-4DE7-9473-B3219A464D9A}"/>
                </a:ext>
              </a:extLst>
            </p:cNvPr>
            <p:cNvSpPr/>
            <p:nvPr/>
          </p:nvSpPr>
          <p:spPr>
            <a:xfrm>
              <a:off x="1588800" y="435400"/>
              <a:ext cx="66400" cy="43850"/>
            </a:xfrm>
            <a:custGeom>
              <a:avLst/>
              <a:gdLst/>
              <a:ahLst/>
              <a:cxnLst/>
              <a:rect l="0" t="0" r="0" b="0"/>
              <a:pathLst>
                <a:path w="2656" h="1754" fill="none" extrusionOk="0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307" name="Shape 466">
            <a:extLst>
              <a:ext uri="{FF2B5EF4-FFF2-40B4-BE49-F238E27FC236}">
                <a16:creationId xmlns:a16="http://schemas.microsoft.com/office/drawing/2014/main" id="{FD28500F-6B81-4ADC-866C-DE209924B096}"/>
              </a:ext>
            </a:extLst>
          </p:cNvPr>
          <p:cNvGrpSpPr/>
          <p:nvPr/>
        </p:nvGrpSpPr>
        <p:grpSpPr>
          <a:xfrm>
            <a:off x="7299597" y="952903"/>
            <a:ext cx="304520" cy="267767"/>
            <a:chOff x="1929775" y="320925"/>
            <a:chExt cx="423800" cy="372650"/>
          </a:xfrm>
          <a:solidFill>
            <a:srgbClr val="00B050"/>
          </a:solidFill>
        </p:grpSpPr>
        <p:sp>
          <p:nvSpPr>
            <p:cNvPr id="308" name="Shape 467">
              <a:extLst>
                <a:ext uri="{FF2B5EF4-FFF2-40B4-BE49-F238E27FC236}">
                  <a16:creationId xmlns:a16="http://schemas.microsoft.com/office/drawing/2014/main" id="{DAEB68CD-B789-4098-9DFC-999E7220875B}"/>
                </a:ext>
              </a:extLst>
            </p:cNvPr>
            <p:cNvSpPr/>
            <p:nvPr/>
          </p:nvSpPr>
          <p:spPr>
            <a:xfrm>
              <a:off x="1929775" y="320925"/>
              <a:ext cx="423800" cy="372650"/>
            </a:xfrm>
            <a:custGeom>
              <a:avLst/>
              <a:gdLst/>
              <a:ahLst/>
              <a:cxnLst/>
              <a:rect l="0" t="0" r="0" b="0"/>
              <a:pathLst>
                <a:path w="16952" h="14906" fill="none" extrusionOk="0">
                  <a:moveTo>
                    <a:pt x="16172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3"/>
                  </a:lnTo>
                  <a:lnTo>
                    <a:pt x="341" y="146"/>
                  </a:lnTo>
                  <a:lnTo>
                    <a:pt x="220" y="244"/>
                  </a:lnTo>
                  <a:lnTo>
                    <a:pt x="122" y="341"/>
                  </a:lnTo>
                  <a:lnTo>
                    <a:pt x="74" y="487"/>
                  </a:lnTo>
                  <a:lnTo>
                    <a:pt x="25" y="634"/>
                  </a:lnTo>
                  <a:lnTo>
                    <a:pt x="0" y="780"/>
                  </a:lnTo>
                  <a:lnTo>
                    <a:pt x="0" y="14126"/>
                  </a:lnTo>
                  <a:lnTo>
                    <a:pt x="0" y="14126"/>
                  </a:lnTo>
                  <a:lnTo>
                    <a:pt x="25" y="14272"/>
                  </a:lnTo>
                  <a:lnTo>
                    <a:pt x="74" y="14418"/>
                  </a:lnTo>
                  <a:lnTo>
                    <a:pt x="122" y="14565"/>
                  </a:lnTo>
                  <a:lnTo>
                    <a:pt x="220" y="14662"/>
                  </a:lnTo>
                  <a:lnTo>
                    <a:pt x="341" y="14759"/>
                  </a:lnTo>
                  <a:lnTo>
                    <a:pt x="488" y="14832"/>
                  </a:lnTo>
                  <a:lnTo>
                    <a:pt x="634" y="14881"/>
                  </a:lnTo>
                  <a:lnTo>
                    <a:pt x="780" y="14906"/>
                  </a:lnTo>
                  <a:lnTo>
                    <a:pt x="16172" y="14906"/>
                  </a:lnTo>
                  <a:lnTo>
                    <a:pt x="16172" y="14906"/>
                  </a:lnTo>
                  <a:lnTo>
                    <a:pt x="16318" y="14881"/>
                  </a:lnTo>
                  <a:lnTo>
                    <a:pt x="16464" y="14832"/>
                  </a:lnTo>
                  <a:lnTo>
                    <a:pt x="16611" y="14759"/>
                  </a:lnTo>
                  <a:lnTo>
                    <a:pt x="16732" y="14662"/>
                  </a:lnTo>
                  <a:lnTo>
                    <a:pt x="16830" y="14565"/>
                  </a:lnTo>
                  <a:lnTo>
                    <a:pt x="16878" y="14418"/>
                  </a:lnTo>
                  <a:lnTo>
                    <a:pt x="16927" y="14272"/>
                  </a:lnTo>
                  <a:lnTo>
                    <a:pt x="16952" y="14126"/>
                  </a:lnTo>
                  <a:lnTo>
                    <a:pt x="16952" y="780"/>
                  </a:lnTo>
                  <a:lnTo>
                    <a:pt x="16952" y="780"/>
                  </a:lnTo>
                  <a:lnTo>
                    <a:pt x="16927" y="634"/>
                  </a:lnTo>
                  <a:lnTo>
                    <a:pt x="16878" y="487"/>
                  </a:lnTo>
                  <a:lnTo>
                    <a:pt x="16830" y="341"/>
                  </a:lnTo>
                  <a:lnTo>
                    <a:pt x="16732" y="244"/>
                  </a:lnTo>
                  <a:lnTo>
                    <a:pt x="16611" y="146"/>
                  </a:lnTo>
                  <a:lnTo>
                    <a:pt x="16464" y="73"/>
                  </a:lnTo>
                  <a:lnTo>
                    <a:pt x="16318" y="25"/>
                  </a:lnTo>
                  <a:lnTo>
                    <a:pt x="16172" y="0"/>
                  </a:lnTo>
                  <a:lnTo>
                    <a:pt x="16172" y="0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09" name="Shape 468">
              <a:extLst>
                <a:ext uri="{FF2B5EF4-FFF2-40B4-BE49-F238E27FC236}">
                  <a16:creationId xmlns:a16="http://schemas.microsoft.com/office/drawing/2014/main" id="{C454743A-901D-44B2-9418-DBC3B9418167}"/>
                </a:ext>
              </a:extLst>
            </p:cNvPr>
            <p:cNvSpPr/>
            <p:nvPr/>
          </p:nvSpPr>
          <p:spPr>
            <a:xfrm>
              <a:off x="1954125" y="345275"/>
              <a:ext cx="375100" cy="323950"/>
            </a:xfrm>
            <a:custGeom>
              <a:avLst/>
              <a:gdLst/>
              <a:ahLst/>
              <a:cxnLst/>
              <a:rect l="0" t="0" r="0" b="0"/>
              <a:pathLst>
                <a:path w="15004" h="12958" fill="none" extrusionOk="0">
                  <a:moveTo>
                    <a:pt x="15003" y="12957"/>
                  </a:moveTo>
                  <a:lnTo>
                    <a:pt x="1" y="12957"/>
                  </a:lnTo>
                  <a:lnTo>
                    <a:pt x="1" y="0"/>
                  </a:lnTo>
                  <a:lnTo>
                    <a:pt x="15003" y="0"/>
                  </a:lnTo>
                  <a:lnTo>
                    <a:pt x="15003" y="12957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10" name="Shape 469">
              <a:extLst>
                <a:ext uri="{FF2B5EF4-FFF2-40B4-BE49-F238E27FC236}">
                  <a16:creationId xmlns:a16="http://schemas.microsoft.com/office/drawing/2014/main" id="{5D964486-438C-4BB7-8B15-A148C8D261ED}"/>
                </a:ext>
              </a:extLst>
            </p:cNvPr>
            <p:cNvSpPr/>
            <p:nvPr/>
          </p:nvSpPr>
          <p:spPr>
            <a:xfrm>
              <a:off x="2162375" y="534625"/>
              <a:ext cx="146750" cy="113275"/>
            </a:xfrm>
            <a:custGeom>
              <a:avLst/>
              <a:gdLst/>
              <a:ahLst/>
              <a:cxnLst/>
              <a:rect l="0" t="0" r="0" b="0"/>
              <a:pathLst>
                <a:path w="5870" h="4531" fill="none" extrusionOk="0">
                  <a:moveTo>
                    <a:pt x="0" y="2266"/>
                  </a:moveTo>
                  <a:lnTo>
                    <a:pt x="1534" y="244"/>
                  </a:lnTo>
                  <a:lnTo>
                    <a:pt x="1534" y="244"/>
                  </a:lnTo>
                  <a:lnTo>
                    <a:pt x="1632" y="147"/>
                  </a:lnTo>
                  <a:lnTo>
                    <a:pt x="1754" y="50"/>
                  </a:lnTo>
                  <a:lnTo>
                    <a:pt x="1875" y="1"/>
                  </a:lnTo>
                  <a:lnTo>
                    <a:pt x="2022" y="1"/>
                  </a:lnTo>
                  <a:lnTo>
                    <a:pt x="2143" y="1"/>
                  </a:lnTo>
                  <a:lnTo>
                    <a:pt x="2289" y="50"/>
                  </a:lnTo>
                  <a:lnTo>
                    <a:pt x="2411" y="147"/>
                  </a:lnTo>
                  <a:lnTo>
                    <a:pt x="2509" y="244"/>
                  </a:lnTo>
                  <a:lnTo>
                    <a:pt x="5870" y="453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11" name="Shape 470">
              <a:extLst>
                <a:ext uri="{FF2B5EF4-FFF2-40B4-BE49-F238E27FC236}">
                  <a16:creationId xmlns:a16="http://schemas.microsoft.com/office/drawing/2014/main" id="{114FBF82-3B62-4FF3-A66A-B6CCD44CD535}"/>
                </a:ext>
              </a:extLst>
            </p:cNvPr>
            <p:cNvSpPr/>
            <p:nvPr/>
          </p:nvSpPr>
          <p:spPr>
            <a:xfrm>
              <a:off x="1974225" y="468875"/>
              <a:ext cx="232600" cy="179025"/>
            </a:xfrm>
            <a:custGeom>
              <a:avLst/>
              <a:gdLst/>
              <a:ahLst/>
              <a:cxnLst/>
              <a:rect l="0" t="0" r="0" b="0"/>
              <a:pathLst>
                <a:path w="9304" h="7161" fill="none" extrusionOk="0">
                  <a:moveTo>
                    <a:pt x="0" y="3995"/>
                  </a:moveTo>
                  <a:lnTo>
                    <a:pt x="2923" y="244"/>
                  </a:lnTo>
                  <a:lnTo>
                    <a:pt x="2923" y="244"/>
                  </a:lnTo>
                  <a:lnTo>
                    <a:pt x="3020" y="147"/>
                  </a:lnTo>
                  <a:lnTo>
                    <a:pt x="3142" y="49"/>
                  </a:lnTo>
                  <a:lnTo>
                    <a:pt x="3264" y="1"/>
                  </a:lnTo>
                  <a:lnTo>
                    <a:pt x="3410" y="1"/>
                  </a:lnTo>
                  <a:lnTo>
                    <a:pt x="3532" y="1"/>
                  </a:lnTo>
                  <a:lnTo>
                    <a:pt x="3678" y="49"/>
                  </a:lnTo>
                  <a:lnTo>
                    <a:pt x="3800" y="147"/>
                  </a:lnTo>
                  <a:lnTo>
                    <a:pt x="3897" y="244"/>
                  </a:lnTo>
                  <a:lnTo>
                    <a:pt x="9304" y="716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12" name="Shape 471">
              <a:extLst>
                <a:ext uri="{FF2B5EF4-FFF2-40B4-BE49-F238E27FC236}">
                  <a16:creationId xmlns:a16="http://schemas.microsoft.com/office/drawing/2014/main" id="{EA31372F-B105-44DC-B792-F4B44B067CD9}"/>
                </a:ext>
              </a:extLst>
            </p:cNvPr>
            <p:cNvSpPr/>
            <p:nvPr/>
          </p:nvSpPr>
          <p:spPr>
            <a:xfrm>
              <a:off x="2169675" y="396425"/>
              <a:ext cx="97450" cy="97450"/>
            </a:xfrm>
            <a:custGeom>
              <a:avLst/>
              <a:gdLst/>
              <a:ahLst/>
              <a:cxnLst/>
              <a:rect l="0" t="0" r="0" b="0"/>
              <a:pathLst>
                <a:path w="3898" h="3898" fill="none" extrusionOk="0">
                  <a:moveTo>
                    <a:pt x="1949" y="3897"/>
                  </a:moveTo>
                  <a:lnTo>
                    <a:pt x="1949" y="3897"/>
                  </a:lnTo>
                  <a:lnTo>
                    <a:pt x="1754" y="3897"/>
                  </a:lnTo>
                  <a:lnTo>
                    <a:pt x="1559" y="3873"/>
                  </a:lnTo>
                  <a:lnTo>
                    <a:pt x="1364" y="3824"/>
                  </a:lnTo>
                  <a:lnTo>
                    <a:pt x="1194" y="3751"/>
                  </a:lnTo>
                  <a:lnTo>
                    <a:pt x="1023" y="3678"/>
                  </a:lnTo>
                  <a:lnTo>
                    <a:pt x="853" y="3580"/>
                  </a:lnTo>
                  <a:lnTo>
                    <a:pt x="707" y="3459"/>
                  </a:lnTo>
                  <a:lnTo>
                    <a:pt x="560" y="3337"/>
                  </a:lnTo>
                  <a:lnTo>
                    <a:pt x="439" y="3191"/>
                  </a:lnTo>
                  <a:lnTo>
                    <a:pt x="317" y="3045"/>
                  </a:lnTo>
                  <a:lnTo>
                    <a:pt x="220" y="2874"/>
                  </a:lnTo>
                  <a:lnTo>
                    <a:pt x="146" y="2704"/>
                  </a:lnTo>
                  <a:lnTo>
                    <a:pt x="73" y="2533"/>
                  </a:lnTo>
                  <a:lnTo>
                    <a:pt x="25" y="2338"/>
                  </a:lnTo>
                  <a:lnTo>
                    <a:pt x="0" y="2168"/>
                  </a:lnTo>
                  <a:lnTo>
                    <a:pt x="0" y="1949"/>
                  </a:lnTo>
                  <a:lnTo>
                    <a:pt x="0" y="1949"/>
                  </a:lnTo>
                  <a:lnTo>
                    <a:pt x="0" y="1754"/>
                  </a:lnTo>
                  <a:lnTo>
                    <a:pt x="25" y="1559"/>
                  </a:lnTo>
                  <a:lnTo>
                    <a:pt x="73" y="1389"/>
                  </a:lnTo>
                  <a:lnTo>
                    <a:pt x="146" y="1194"/>
                  </a:lnTo>
                  <a:lnTo>
                    <a:pt x="220" y="1023"/>
                  </a:lnTo>
                  <a:lnTo>
                    <a:pt x="317" y="877"/>
                  </a:lnTo>
                  <a:lnTo>
                    <a:pt x="439" y="707"/>
                  </a:lnTo>
                  <a:lnTo>
                    <a:pt x="560" y="585"/>
                  </a:lnTo>
                  <a:lnTo>
                    <a:pt x="707" y="463"/>
                  </a:lnTo>
                  <a:lnTo>
                    <a:pt x="853" y="341"/>
                  </a:lnTo>
                  <a:lnTo>
                    <a:pt x="1023" y="244"/>
                  </a:lnTo>
                  <a:lnTo>
                    <a:pt x="1194" y="171"/>
                  </a:lnTo>
                  <a:lnTo>
                    <a:pt x="1364" y="98"/>
                  </a:lnTo>
                  <a:lnTo>
                    <a:pt x="1559" y="49"/>
                  </a:lnTo>
                  <a:lnTo>
                    <a:pt x="1754" y="25"/>
                  </a:lnTo>
                  <a:lnTo>
                    <a:pt x="1949" y="0"/>
                  </a:lnTo>
                  <a:lnTo>
                    <a:pt x="1949" y="0"/>
                  </a:lnTo>
                  <a:lnTo>
                    <a:pt x="2144" y="25"/>
                  </a:lnTo>
                  <a:lnTo>
                    <a:pt x="2338" y="49"/>
                  </a:lnTo>
                  <a:lnTo>
                    <a:pt x="2533" y="98"/>
                  </a:lnTo>
                  <a:lnTo>
                    <a:pt x="2704" y="171"/>
                  </a:lnTo>
                  <a:lnTo>
                    <a:pt x="2874" y="244"/>
                  </a:lnTo>
                  <a:lnTo>
                    <a:pt x="3020" y="341"/>
                  </a:lnTo>
                  <a:lnTo>
                    <a:pt x="3191" y="463"/>
                  </a:lnTo>
                  <a:lnTo>
                    <a:pt x="3313" y="585"/>
                  </a:lnTo>
                  <a:lnTo>
                    <a:pt x="3459" y="707"/>
                  </a:lnTo>
                  <a:lnTo>
                    <a:pt x="3556" y="877"/>
                  </a:lnTo>
                  <a:lnTo>
                    <a:pt x="3654" y="1023"/>
                  </a:lnTo>
                  <a:lnTo>
                    <a:pt x="3727" y="1194"/>
                  </a:lnTo>
                  <a:lnTo>
                    <a:pt x="3800" y="1389"/>
                  </a:lnTo>
                  <a:lnTo>
                    <a:pt x="3848" y="1559"/>
                  </a:lnTo>
                  <a:lnTo>
                    <a:pt x="3873" y="1754"/>
                  </a:lnTo>
                  <a:lnTo>
                    <a:pt x="3897" y="1949"/>
                  </a:lnTo>
                  <a:lnTo>
                    <a:pt x="3897" y="1949"/>
                  </a:lnTo>
                  <a:lnTo>
                    <a:pt x="3873" y="2168"/>
                  </a:lnTo>
                  <a:lnTo>
                    <a:pt x="3848" y="2338"/>
                  </a:lnTo>
                  <a:lnTo>
                    <a:pt x="3800" y="2533"/>
                  </a:lnTo>
                  <a:lnTo>
                    <a:pt x="3727" y="2704"/>
                  </a:lnTo>
                  <a:lnTo>
                    <a:pt x="3654" y="2874"/>
                  </a:lnTo>
                  <a:lnTo>
                    <a:pt x="3556" y="3045"/>
                  </a:lnTo>
                  <a:lnTo>
                    <a:pt x="3459" y="3191"/>
                  </a:lnTo>
                  <a:lnTo>
                    <a:pt x="3313" y="3337"/>
                  </a:lnTo>
                  <a:lnTo>
                    <a:pt x="3191" y="3459"/>
                  </a:lnTo>
                  <a:lnTo>
                    <a:pt x="3020" y="3580"/>
                  </a:lnTo>
                  <a:lnTo>
                    <a:pt x="2874" y="3678"/>
                  </a:lnTo>
                  <a:lnTo>
                    <a:pt x="2704" y="3751"/>
                  </a:lnTo>
                  <a:lnTo>
                    <a:pt x="2533" y="3824"/>
                  </a:lnTo>
                  <a:lnTo>
                    <a:pt x="2338" y="3873"/>
                  </a:lnTo>
                  <a:lnTo>
                    <a:pt x="2144" y="3897"/>
                  </a:lnTo>
                  <a:lnTo>
                    <a:pt x="1949" y="3897"/>
                  </a:lnTo>
                  <a:lnTo>
                    <a:pt x="1949" y="3897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313" name="Shape 472">
            <a:extLst>
              <a:ext uri="{FF2B5EF4-FFF2-40B4-BE49-F238E27FC236}">
                <a16:creationId xmlns:a16="http://schemas.microsoft.com/office/drawing/2014/main" id="{03A7A972-442B-4A37-BA52-5EDB3146EDBA}"/>
              </a:ext>
            </a:extLst>
          </p:cNvPr>
          <p:cNvSpPr/>
          <p:nvPr/>
        </p:nvSpPr>
        <p:spPr>
          <a:xfrm>
            <a:off x="7896899" y="941651"/>
            <a:ext cx="249390" cy="287024"/>
          </a:xfrm>
          <a:custGeom>
            <a:avLst/>
            <a:gdLst/>
            <a:ahLst/>
            <a:cxnLst/>
            <a:rect l="0" t="0" r="0" b="0"/>
            <a:pathLst>
              <a:path w="13883" h="15977" fill="none" extrusionOk="0">
                <a:moveTo>
                  <a:pt x="3240" y="3240"/>
                </a:moveTo>
                <a:lnTo>
                  <a:pt x="3240" y="12616"/>
                </a:lnTo>
                <a:lnTo>
                  <a:pt x="3240" y="12616"/>
                </a:lnTo>
                <a:lnTo>
                  <a:pt x="2899" y="12592"/>
                </a:lnTo>
                <a:lnTo>
                  <a:pt x="2558" y="12592"/>
                </a:lnTo>
                <a:lnTo>
                  <a:pt x="2193" y="12641"/>
                </a:lnTo>
                <a:lnTo>
                  <a:pt x="1827" y="12738"/>
                </a:lnTo>
                <a:lnTo>
                  <a:pt x="1827" y="12738"/>
                </a:lnTo>
                <a:lnTo>
                  <a:pt x="1608" y="12811"/>
                </a:lnTo>
                <a:lnTo>
                  <a:pt x="1389" y="12909"/>
                </a:lnTo>
                <a:lnTo>
                  <a:pt x="1194" y="13030"/>
                </a:lnTo>
                <a:lnTo>
                  <a:pt x="999" y="13128"/>
                </a:lnTo>
                <a:lnTo>
                  <a:pt x="804" y="13274"/>
                </a:lnTo>
                <a:lnTo>
                  <a:pt x="658" y="13396"/>
                </a:lnTo>
                <a:lnTo>
                  <a:pt x="512" y="13542"/>
                </a:lnTo>
                <a:lnTo>
                  <a:pt x="390" y="13688"/>
                </a:lnTo>
                <a:lnTo>
                  <a:pt x="269" y="13858"/>
                </a:lnTo>
                <a:lnTo>
                  <a:pt x="171" y="14005"/>
                </a:lnTo>
                <a:lnTo>
                  <a:pt x="98" y="14175"/>
                </a:lnTo>
                <a:lnTo>
                  <a:pt x="49" y="14346"/>
                </a:lnTo>
                <a:lnTo>
                  <a:pt x="25" y="14492"/>
                </a:lnTo>
                <a:lnTo>
                  <a:pt x="1" y="14662"/>
                </a:lnTo>
                <a:lnTo>
                  <a:pt x="25" y="14833"/>
                </a:lnTo>
                <a:lnTo>
                  <a:pt x="49" y="14979"/>
                </a:lnTo>
                <a:lnTo>
                  <a:pt x="49" y="14979"/>
                </a:lnTo>
                <a:lnTo>
                  <a:pt x="122" y="15149"/>
                </a:lnTo>
                <a:lnTo>
                  <a:pt x="196" y="15295"/>
                </a:lnTo>
                <a:lnTo>
                  <a:pt x="293" y="15417"/>
                </a:lnTo>
                <a:lnTo>
                  <a:pt x="415" y="15539"/>
                </a:lnTo>
                <a:lnTo>
                  <a:pt x="561" y="15636"/>
                </a:lnTo>
                <a:lnTo>
                  <a:pt x="707" y="15734"/>
                </a:lnTo>
                <a:lnTo>
                  <a:pt x="877" y="15807"/>
                </a:lnTo>
                <a:lnTo>
                  <a:pt x="1072" y="15880"/>
                </a:lnTo>
                <a:lnTo>
                  <a:pt x="1243" y="15929"/>
                </a:lnTo>
                <a:lnTo>
                  <a:pt x="1462" y="15953"/>
                </a:lnTo>
                <a:lnTo>
                  <a:pt x="1657" y="15977"/>
                </a:lnTo>
                <a:lnTo>
                  <a:pt x="1876" y="15977"/>
                </a:lnTo>
                <a:lnTo>
                  <a:pt x="2095" y="15953"/>
                </a:lnTo>
                <a:lnTo>
                  <a:pt x="2339" y="15929"/>
                </a:lnTo>
                <a:lnTo>
                  <a:pt x="2558" y="15880"/>
                </a:lnTo>
                <a:lnTo>
                  <a:pt x="2801" y="15831"/>
                </a:lnTo>
                <a:lnTo>
                  <a:pt x="2801" y="15831"/>
                </a:lnTo>
                <a:lnTo>
                  <a:pt x="3216" y="15661"/>
                </a:lnTo>
                <a:lnTo>
                  <a:pt x="3581" y="15466"/>
                </a:lnTo>
                <a:lnTo>
                  <a:pt x="3897" y="15247"/>
                </a:lnTo>
                <a:lnTo>
                  <a:pt x="4165" y="14979"/>
                </a:lnTo>
                <a:lnTo>
                  <a:pt x="4360" y="14711"/>
                </a:lnTo>
                <a:lnTo>
                  <a:pt x="4458" y="14565"/>
                </a:lnTo>
                <a:lnTo>
                  <a:pt x="4531" y="14419"/>
                </a:lnTo>
                <a:lnTo>
                  <a:pt x="4579" y="14272"/>
                </a:lnTo>
                <a:lnTo>
                  <a:pt x="4604" y="14126"/>
                </a:lnTo>
                <a:lnTo>
                  <a:pt x="4628" y="13980"/>
                </a:lnTo>
                <a:lnTo>
                  <a:pt x="4628" y="13834"/>
                </a:lnTo>
                <a:lnTo>
                  <a:pt x="4628" y="6187"/>
                </a:lnTo>
                <a:lnTo>
                  <a:pt x="12470" y="3727"/>
                </a:lnTo>
                <a:lnTo>
                  <a:pt x="12470" y="10108"/>
                </a:lnTo>
                <a:lnTo>
                  <a:pt x="12470" y="10108"/>
                </a:lnTo>
                <a:lnTo>
                  <a:pt x="12154" y="10083"/>
                </a:lnTo>
                <a:lnTo>
                  <a:pt x="11813" y="10083"/>
                </a:lnTo>
                <a:lnTo>
                  <a:pt x="11447" y="10132"/>
                </a:lnTo>
                <a:lnTo>
                  <a:pt x="11082" y="10230"/>
                </a:lnTo>
                <a:lnTo>
                  <a:pt x="11082" y="10230"/>
                </a:lnTo>
                <a:lnTo>
                  <a:pt x="10863" y="10303"/>
                </a:lnTo>
                <a:lnTo>
                  <a:pt x="10644" y="10400"/>
                </a:lnTo>
                <a:lnTo>
                  <a:pt x="10425" y="10522"/>
                </a:lnTo>
                <a:lnTo>
                  <a:pt x="10254" y="10619"/>
                </a:lnTo>
                <a:lnTo>
                  <a:pt x="10059" y="10765"/>
                </a:lnTo>
                <a:lnTo>
                  <a:pt x="9913" y="10887"/>
                </a:lnTo>
                <a:lnTo>
                  <a:pt x="9767" y="11033"/>
                </a:lnTo>
                <a:lnTo>
                  <a:pt x="9621" y="11179"/>
                </a:lnTo>
                <a:lnTo>
                  <a:pt x="9523" y="11350"/>
                </a:lnTo>
                <a:lnTo>
                  <a:pt x="9426" y="11496"/>
                </a:lnTo>
                <a:lnTo>
                  <a:pt x="9353" y="11666"/>
                </a:lnTo>
                <a:lnTo>
                  <a:pt x="9304" y="11837"/>
                </a:lnTo>
                <a:lnTo>
                  <a:pt x="9280" y="11983"/>
                </a:lnTo>
                <a:lnTo>
                  <a:pt x="9256" y="12154"/>
                </a:lnTo>
                <a:lnTo>
                  <a:pt x="9280" y="12324"/>
                </a:lnTo>
                <a:lnTo>
                  <a:pt x="9304" y="12470"/>
                </a:lnTo>
                <a:lnTo>
                  <a:pt x="9304" y="12470"/>
                </a:lnTo>
                <a:lnTo>
                  <a:pt x="9377" y="12641"/>
                </a:lnTo>
                <a:lnTo>
                  <a:pt x="9450" y="12787"/>
                </a:lnTo>
                <a:lnTo>
                  <a:pt x="9548" y="12909"/>
                </a:lnTo>
                <a:lnTo>
                  <a:pt x="9670" y="13030"/>
                </a:lnTo>
                <a:lnTo>
                  <a:pt x="9816" y="13128"/>
                </a:lnTo>
                <a:lnTo>
                  <a:pt x="9962" y="13225"/>
                </a:lnTo>
                <a:lnTo>
                  <a:pt x="10132" y="13298"/>
                </a:lnTo>
                <a:lnTo>
                  <a:pt x="10303" y="13371"/>
                </a:lnTo>
                <a:lnTo>
                  <a:pt x="10498" y="13420"/>
                </a:lnTo>
                <a:lnTo>
                  <a:pt x="10717" y="13444"/>
                </a:lnTo>
                <a:lnTo>
                  <a:pt x="10912" y="13469"/>
                </a:lnTo>
                <a:lnTo>
                  <a:pt x="11131" y="13469"/>
                </a:lnTo>
                <a:lnTo>
                  <a:pt x="11350" y="13444"/>
                </a:lnTo>
                <a:lnTo>
                  <a:pt x="11594" y="13420"/>
                </a:lnTo>
                <a:lnTo>
                  <a:pt x="11813" y="13371"/>
                </a:lnTo>
                <a:lnTo>
                  <a:pt x="12056" y="13323"/>
                </a:lnTo>
                <a:lnTo>
                  <a:pt x="12056" y="13323"/>
                </a:lnTo>
                <a:lnTo>
                  <a:pt x="12422" y="13176"/>
                </a:lnTo>
                <a:lnTo>
                  <a:pt x="12763" y="13006"/>
                </a:lnTo>
                <a:lnTo>
                  <a:pt x="13055" y="12787"/>
                </a:lnTo>
                <a:lnTo>
                  <a:pt x="13323" y="12568"/>
                </a:lnTo>
                <a:lnTo>
                  <a:pt x="13542" y="12324"/>
                </a:lnTo>
                <a:lnTo>
                  <a:pt x="13713" y="12056"/>
                </a:lnTo>
                <a:lnTo>
                  <a:pt x="13810" y="11788"/>
                </a:lnTo>
                <a:lnTo>
                  <a:pt x="13859" y="11642"/>
                </a:lnTo>
                <a:lnTo>
                  <a:pt x="13883" y="11520"/>
                </a:lnTo>
                <a:lnTo>
                  <a:pt x="13883" y="0"/>
                </a:lnTo>
                <a:lnTo>
                  <a:pt x="3240" y="3240"/>
                </a:lnTo>
                <a:close/>
              </a:path>
            </a:pathLst>
          </a:custGeom>
          <a:solidFill>
            <a:srgbClr val="00B050"/>
          </a:solidFill>
          <a:ln w="12175" cap="rnd" cmpd="sng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314" name="Shape 473">
            <a:extLst>
              <a:ext uri="{FF2B5EF4-FFF2-40B4-BE49-F238E27FC236}">
                <a16:creationId xmlns:a16="http://schemas.microsoft.com/office/drawing/2014/main" id="{BE45E37F-8A19-49DF-B5B1-8CEE6FB85E1B}"/>
              </a:ext>
            </a:extLst>
          </p:cNvPr>
          <p:cNvSpPr/>
          <p:nvPr/>
        </p:nvSpPr>
        <p:spPr>
          <a:xfrm>
            <a:off x="8481866" y="942680"/>
            <a:ext cx="215259" cy="285264"/>
          </a:xfrm>
          <a:custGeom>
            <a:avLst/>
            <a:gdLst/>
            <a:ahLst/>
            <a:cxnLst/>
            <a:rect l="0" t="0" r="0" b="0"/>
            <a:pathLst>
              <a:path w="11983" h="15880" fill="none" extrusionOk="0">
                <a:moveTo>
                  <a:pt x="5992" y="0"/>
                </a:moveTo>
                <a:lnTo>
                  <a:pt x="5992" y="0"/>
                </a:lnTo>
                <a:lnTo>
                  <a:pt x="5675" y="0"/>
                </a:lnTo>
                <a:lnTo>
                  <a:pt x="5383" y="25"/>
                </a:lnTo>
                <a:lnTo>
                  <a:pt x="5091" y="73"/>
                </a:lnTo>
                <a:lnTo>
                  <a:pt x="4774" y="122"/>
                </a:lnTo>
                <a:lnTo>
                  <a:pt x="4506" y="195"/>
                </a:lnTo>
                <a:lnTo>
                  <a:pt x="4214" y="268"/>
                </a:lnTo>
                <a:lnTo>
                  <a:pt x="3654" y="463"/>
                </a:lnTo>
                <a:lnTo>
                  <a:pt x="3142" y="731"/>
                </a:lnTo>
                <a:lnTo>
                  <a:pt x="2631" y="1023"/>
                </a:lnTo>
                <a:lnTo>
                  <a:pt x="2192" y="1364"/>
                </a:lnTo>
                <a:lnTo>
                  <a:pt x="1754" y="1754"/>
                </a:lnTo>
                <a:lnTo>
                  <a:pt x="1364" y="2192"/>
                </a:lnTo>
                <a:lnTo>
                  <a:pt x="1023" y="2631"/>
                </a:lnTo>
                <a:lnTo>
                  <a:pt x="731" y="3142"/>
                </a:lnTo>
                <a:lnTo>
                  <a:pt x="463" y="3653"/>
                </a:lnTo>
                <a:lnTo>
                  <a:pt x="268" y="4214"/>
                </a:lnTo>
                <a:lnTo>
                  <a:pt x="195" y="4506"/>
                </a:lnTo>
                <a:lnTo>
                  <a:pt x="122" y="4774"/>
                </a:lnTo>
                <a:lnTo>
                  <a:pt x="73" y="5090"/>
                </a:lnTo>
                <a:lnTo>
                  <a:pt x="25" y="5383"/>
                </a:lnTo>
                <a:lnTo>
                  <a:pt x="0" y="5675"/>
                </a:lnTo>
                <a:lnTo>
                  <a:pt x="0" y="5991"/>
                </a:lnTo>
                <a:lnTo>
                  <a:pt x="0" y="5991"/>
                </a:lnTo>
                <a:lnTo>
                  <a:pt x="25" y="6430"/>
                </a:lnTo>
                <a:lnTo>
                  <a:pt x="73" y="6868"/>
                </a:lnTo>
                <a:lnTo>
                  <a:pt x="147" y="7331"/>
                </a:lnTo>
                <a:lnTo>
                  <a:pt x="268" y="7769"/>
                </a:lnTo>
                <a:lnTo>
                  <a:pt x="390" y="8208"/>
                </a:lnTo>
                <a:lnTo>
                  <a:pt x="561" y="8646"/>
                </a:lnTo>
                <a:lnTo>
                  <a:pt x="731" y="9085"/>
                </a:lnTo>
                <a:lnTo>
                  <a:pt x="926" y="9523"/>
                </a:lnTo>
                <a:lnTo>
                  <a:pt x="1145" y="9937"/>
                </a:lnTo>
                <a:lnTo>
                  <a:pt x="1389" y="10375"/>
                </a:lnTo>
                <a:lnTo>
                  <a:pt x="1900" y="11179"/>
                </a:lnTo>
                <a:lnTo>
                  <a:pt x="2436" y="11958"/>
                </a:lnTo>
                <a:lnTo>
                  <a:pt x="2996" y="12689"/>
                </a:lnTo>
                <a:lnTo>
                  <a:pt x="3556" y="13371"/>
                </a:lnTo>
                <a:lnTo>
                  <a:pt x="4092" y="13980"/>
                </a:lnTo>
                <a:lnTo>
                  <a:pt x="4603" y="14540"/>
                </a:lnTo>
                <a:lnTo>
                  <a:pt x="5066" y="15003"/>
                </a:lnTo>
                <a:lnTo>
                  <a:pt x="5724" y="15636"/>
                </a:lnTo>
                <a:lnTo>
                  <a:pt x="5992" y="15880"/>
                </a:lnTo>
                <a:lnTo>
                  <a:pt x="5992" y="15880"/>
                </a:lnTo>
                <a:lnTo>
                  <a:pt x="6260" y="15636"/>
                </a:lnTo>
                <a:lnTo>
                  <a:pt x="6917" y="15003"/>
                </a:lnTo>
                <a:lnTo>
                  <a:pt x="7380" y="14540"/>
                </a:lnTo>
                <a:lnTo>
                  <a:pt x="7891" y="13980"/>
                </a:lnTo>
                <a:lnTo>
                  <a:pt x="8427" y="13371"/>
                </a:lnTo>
                <a:lnTo>
                  <a:pt x="8987" y="12689"/>
                </a:lnTo>
                <a:lnTo>
                  <a:pt x="9548" y="11958"/>
                </a:lnTo>
                <a:lnTo>
                  <a:pt x="10083" y="11179"/>
                </a:lnTo>
                <a:lnTo>
                  <a:pt x="10595" y="10375"/>
                </a:lnTo>
                <a:lnTo>
                  <a:pt x="10838" y="9937"/>
                </a:lnTo>
                <a:lnTo>
                  <a:pt x="11058" y="9523"/>
                </a:lnTo>
                <a:lnTo>
                  <a:pt x="11252" y="9085"/>
                </a:lnTo>
                <a:lnTo>
                  <a:pt x="11423" y="8646"/>
                </a:lnTo>
                <a:lnTo>
                  <a:pt x="11593" y="8208"/>
                </a:lnTo>
                <a:lnTo>
                  <a:pt x="11715" y="7769"/>
                </a:lnTo>
                <a:lnTo>
                  <a:pt x="11837" y="7331"/>
                </a:lnTo>
                <a:lnTo>
                  <a:pt x="11910" y="6868"/>
                </a:lnTo>
                <a:lnTo>
                  <a:pt x="11959" y="6430"/>
                </a:lnTo>
                <a:lnTo>
                  <a:pt x="11983" y="5991"/>
                </a:lnTo>
                <a:lnTo>
                  <a:pt x="11983" y="5991"/>
                </a:lnTo>
                <a:lnTo>
                  <a:pt x="11983" y="5675"/>
                </a:lnTo>
                <a:lnTo>
                  <a:pt x="11959" y="5383"/>
                </a:lnTo>
                <a:lnTo>
                  <a:pt x="11910" y="5090"/>
                </a:lnTo>
                <a:lnTo>
                  <a:pt x="11861" y="4774"/>
                </a:lnTo>
                <a:lnTo>
                  <a:pt x="11788" y="4506"/>
                </a:lnTo>
                <a:lnTo>
                  <a:pt x="11715" y="4214"/>
                </a:lnTo>
                <a:lnTo>
                  <a:pt x="11520" y="3653"/>
                </a:lnTo>
                <a:lnTo>
                  <a:pt x="11252" y="3142"/>
                </a:lnTo>
                <a:lnTo>
                  <a:pt x="10960" y="2631"/>
                </a:lnTo>
                <a:lnTo>
                  <a:pt x="10619" y="2192"/>
                </a:lnTo>
                <a:lnTo>
                  <a:pt x="10229" y="1754"/>
                </a:lnTo>
                <a:lnTo>
                  <a:pt x="9791" y="1364"/>
                </a:lnTo>
                <a:lnTo>
                  <a:pt x="9353" y="1023"/>
                </a:lnTo>
                <a:lnTo>
                  <a:pt x="8841" y="731"/>
                </a:lnTo>
                <a:lnTo>
                  <a:pt x="8330" y="463"/>
                </a:lnTo>
                <a:lnTo>
                  <a:pt x="7770" y="268"/>
                </a:lnTo>
                <a:lnTo>
                  <a:pt x="7477" y="195"/>
                </a:lnTo>
                <a:lnTo>
                  <a:pt x="7209" y="122"/>
                </a:lnTo>
                <a:lnTo>
                  <a:pt x="6893" y="73"/>
                </a:lnTo>
                <a:lnTo>
                  <a:pt x="6601" y="25"/>
                </a:lnTo>
                <a:lnTo>
                  <a:pt x="6308" y="0"/>
                </a:lnTo>
                <a:lnTo>
                  <a:pt x="5992" y="0"/>
                </a:lnTo>
                <a:lnTo>
                  <a:pt x="5992" y="0"/>
                </a:lnTo>
                <a:close/>
                <a:moveTo>
                  <a:pt x="5992" y="8549"/>
                </a:moveTo>
                <a:lnTo>
                  <a:pt x="5992" y="8549"/>
                </a:lnTo>
                <a:lnTo>
                  <a:pt x="5724" y="8549"/>
                </a:lnTo>
                <a:lnTo>
                  <a:pt x="5480" y="8500"/>
                </a:lnTo>
                <a:lnTo>
                  <a:pt x="5237" y="8451"/>
                </a:lnTo>
                <a:lnTo>
                  <a:pt x="4993" y="8354"/>
                </a:lnTo>
                <a:lnTo>
                  <a:pt x="4774" y="8257"/>
                </a:lnTo>
                <a:lnTo>
                  <a:pt x="4555" y="8110"/>
                </a:lnTo>
                <a:lnTo>
                  <a:pt x="4360" y="7964"/>
                </a:lnTo>
                <a:lnTo>
                  <a:pt x="4189" y="7794"/>
                </a:lnTo>
                <a:lnTo>
                  <a:pt x="4019" y="7623"/>
                </a:lnTo>
                <a:lnTo>
                  <a:pt x="3873" y="7428"/>
                </a:lnTo>
                <a:lnTo>
                  <a:pt x="3727" y="7209"/>
                </a:lnTo>
                <a:lnTo>
                  <a:pt x="3629" y="6990"/>
                </a:lnTo>
                <a:lnTo>
                  <a:pt x="3532" y="6746"/>
                </a:lnTo>
                <a:lnTo>
                  <a:pt x="3483" y="6503"/>
                </a:lnTo>
                <a:lnTo>
                  <a:pt x="3434" y="6259"/>
                </a:lnTo>
                <a:lnTo>
                  <a:pt x="3434" y="5991"/>
                </a:lnTo>
                <a:lnTo>
                  <a:pt x="3434" y="5991"/>
                </a:lnTo>
                <a:lnTo>
                  <a:pt x="3434" y="5724"/>
                </a:lnTo>
                <a:lnTo>
                  <a:pt x="3483" y="5480"/>
                </a:lnTo>
                <a:lnTo>
                  <a:pt x="3532" y="5236"/>
                </a:lnTo>
                <a:lnTo>
                  <a:pt x="3629" y="4993"/>
                </a:lnTo>
                <a:lnTo>
                  <a:pt x="3727" y="4774"/>
                </a:lnTo>
                <a:lnTo>
                  <a:pt x="3873" y="4555"/>
                </a:lnTo>
                <a:lnTo>
                  <a:pt x="4019" y="4360"/>
                </a:lnTo>
                <a:lnTo>
                  <a:pt x="4189" y="4189"/>
                </a:lnTo>
                <a:lnTo>
                  <a:pt x="4360" y="4019"/>
                </a:lnTo>
                <a:lnTo>
                  <a:pt x="4555" y="3873"/>
                </a:lnTo>
                <a:lnTo>
                  <a:pt x="4774" y="3726"/>
                </a:lnTo>
                <a:lnTo>
                  <a:pt x="4993" y="3629"/>
                </a:lnTo>
                <a:lnTo>
                  <a:pt x="5237" y="3532"/>
                </a:lnTo>
                <a:lnTo>
                  <a:pt x="5480" y="3483"/>
                </a:lnTo>
                <a:lnTo>
                  <a:pt x="5724" y="3434"/>
                </a:lnTo>
                <a:lnTo>
                  <a:pt x="5992" y="3434"/>
                </a:lnTo>
                <a:lnTo>
                  <a:pt x="5992" y="3434"/>
                </a:lnTo>
                <a:lnTo>
                  <a:pt x="6260" y="3434"/>
                </a:lnTo>
                <a:lnTo>
                  <a:pt x="6503" y="3483"/>
                </a:lnTo>
                <a:lnTo>
                  <a:pt x="6747" y="3532"/>
                </a:lnTo>
                <a:lnTo>
                  <a:pt x="6990" y="3629"/>
                </a:lnTo>
                <a:lnTo>
                  <a:pt x="7209" y="3726"/>
                </a:lnTo>
                <a:lnTo>
                  <a:pt x="7429" y="3873"/>
                </a:lnTo>
                <a:lnTo>
                  <a:pt x="7623" y="4019"/>
                </a:lnTo>
                <a:lnTo>
                  <a:pt x="7794" y="4189"/>
                </a:lnTo>
                <a:lnTo>
                  <a:pt x="7964" y="4360"/>
                </a:lnTo>
                <a:lnTo>
                  <a:pt x="8111" y="4555"/>
                </a:lnTo>
                <a:lnTo>
                  <a:pt x="8257" y="4774"/>
                </a:lnTo>
                <a:lnTo>
                  <a:pt x="8354" y="4993"/>
                </a:lnTo>
                <a:lnTo>
                  <a:pt x="8452" y="5236"/>
                </a:lnTo>
                <a:lnTo>
                  <a:pt x="8500" y="5480"/>
                </a:lnTo>
                <a:lnTo>
                  <a:pt x="8549" y="5724"/>
                </a:lnTo>
                <a:lnTo>
                  <a:pt x="8549" y="5991"/>
                </a:lnTo>
                <a:lnTo>
                  <a:pt x="8549" y="5991"/>
                </a:lnTo>
                <a:lnTo>
                  <a:pt x="8549" y="6259"/>
                </a:lnTo>
                <a:lnTo>
                  <a:pt x="8500" y="6503"/>
                </a:lnTo>
                <a:lnTo>
                  <a:pt x="8452" y="6746"/>
                </a:lnTo>
                <a:lnTo>
                  <a:pt x="8354" y="6990"/>
                </a:lnTo>
                <a:lnTo>
                  <a:pt x="8257" y="7209"/>
                </a:lnTo>
                <a:lnTo>
                  <a:pt x="8111" y="7428"/>
                </a:lnTo>
                <a:lnTo>
                  <a:pt x="7964" y="7623"/>
                </a:lnTo>
                <a:lnTo>
                  <a:pt x="7794" y="7794"/>
                </a:lnTo>
                <a:lnTo>
                  <a:pt x="7623" y="7964"/>
                </a:lnTo>
                <a:lnTo>
                  <a:pt x="7429" y="8110"/>
                </a:lnTo>
                <a:lnTo>
                  <a:pt x="7209" y="8257"/>
                </a:lnTo>
                <a:lnTo>
                  <a:pt x="6990" y="8354"/>
                </a:lnTo>
                <a:lnTo>
                  <a:pt x="6747" y="8451"/>
                </a:lnTo>
                <a:lnTo>
                  <a:pt x="6503" y="8500"/>
                </a:lnTo>
                <a:lnTo>
                  <a:pt x="6260" y="8549"/>
                </a:lnTo>
                <a:lnTo>
                  <a:pt x="5992" y="8549"/>
                </a:lnTo>
                <a:lnTo>
                  <a:pt x="5992" y="8549"/>
                </a:lnTo>
                <a:close/>
              </a:path>
            </a:pathLst>
          </a:custGeom>
          <a:solidFill>
            <a:srgbClr val="00B050"/>
          </a:solidFill>
          <a:ln w="12175" cap="rnd" cmpd="sng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315" name="Shape 474">
            <a:extLst>
              <a:ext uri="{FF2B5EF4-FFF2-40B4-BE49-F238E27FC236}">
                <a16:creationId xmlns:a16="http://schemas.microsoft.com/office/drawing/2014/main" id="{E813D7BD-D813-48D7-BB42-A5940CFDA735}"/>
              </a:ext>
            </a:extLst>
          </p:cNvPr>
          <p:cNvGrpSpPr/>
          <p:nvPr/>
        </p:nvGrpSpPr>
        <p:grpSpPr>
          <a:xfrm>
            <a:off x="9569241" y="917582"/>
            <a:ext cx="287904" cy="328142"/>
            <a:chOff x="4630125" y="278900"/>
            <a:chExt cx="400675" cy="456675"/>
          </a:xfrm>
          <a:solidFill>
            <a:srgbClr val="00B050"/>
          </a:solidFill>
        </p:grpSpPr>
        <p:sp>
          <p:nvSpPr>
            <p:cNvPr id="316" name="Shape 475">
              <a:extLst>
                <a:ext uri="{FF2B5EF4-FFF2-40B4-BE49-F238E27FC236}">
                  <a16:creationId xmlns:a16="http://schemas.microsoft.com/office/drawing/2014/main" id="{021571FB-1334-4595-848B-44E3241A5DD0}"/>
                </a:ext>
              </a:extLst>
            </p:cNvPr>
            <p:cNvSpPr/>
            <p:nvPr/>
          </p:nvSpPr>
          <p:spPr>
            <a:xfrm>
              <a:off x="4659350" y="328825"/>
              <a:ext cx="371450" cy="96850"/>
            </a:xfrm>
            <a:custGeom>
              <a:avLst/>
              <a:gdLst/>
              <a:ahLst/>
              <a:cxnLst/>
              <a:rect l="0" t="0" r="0" b="0"/>
              <a:pathLst>
                <a:path w="14858" h="3874" fill="none" extrusionOk="0">
                  <a:moveTo>
                    <a:pt x="12763" y="1"/>
                  </a:moveTo>
                  <a:lnTo>
                    <a:pt x="926" y="1"/>
                  </a:lnTo>
                  <a:lnTo>
                    <a:pt x="926" y="1"/>
                  </a:lnTo>
                  <a:lnTo>
                    <a:pt x="731" y="25"/>
                  </a:lnTo>
                  <a:lnTo>
                    <a:pt x="561" y="74"/>
                  </a:lnTo>
                  <a:lnTo>
                    <a:pt x="390" y="171"/>
                  </a:lnTo>
                  <a:lnTo>
                    <a:pt x="269" y="269"/>
                  </a:lnTo>
                  <a:lnTo>
                    <a:pt x="147" y="415"/>
                  </a:lnTo>
                  <a:lnTo>
                    <a:pt x="74" y="561"/>
                  </a:lnTo>
                  <a:lnTo>
                    <a:pt x="1" y="732"/>
                  </a:lnTo>
                  <a:lnTo>
                    <a:pt x="1" y="926"/>
                  </a:lnTo>
                  <a:lnTo>
                    <a:pt x="1" y="2948"/>
                  </a:lnTo>
                  <a:lnTo>
                    <a:pt x="1" y="2948"/>
                  </a:lnTo>
                  <a:lnTo>
                    <a:pt x="1" y="3143"/>
                  </a:lnTo>
                  <a:lnTo>
                    <a:pt x="74" y="3313"/>
                  </a:lnTo>
                  <a:lnTo>
                    <a:pt x="147" y="3459"/>
                  </a:lnTo>
                  <a:lnTo>
                    <a:pt x="269" y="3605"/>
                  </a:lnTo>
                  <a:lnTo>
                    <a:pt x="390" y="3727"/>
                  </a:lnTo>
                  <a:lnTo>
                    <a:pt x="561" y="3800"/>
                  </a:lnTo>
                  <a:lnTo>
                    <a:pt x="731" y="3849"/>
                  </a:lnTo>
                  <a:lnTo>
                    <a:pt x="926" y="3873"/>
                  </a:lnTo>
                  <a:lnTo>
                    <a:pt x="12763" y="3873"/>
                  </a:lnTo>
                  <a:lnTo>
                    <a:pt x="14857" y="1949"/>
                  </a:lnTo>
                  <a:lnTo>
                    <a:pt x="12763" y="1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17" name="Shape 476">
              <a:extLst>
                <a:ext uri="{FF2B5EF4-FFF2-40B4-BE49-F238E27FC236}">
                  <a16:creationId xmlns:a16="http://schemas.microsoft.com/office/drawing/2014/main" id="{7C71AFEE-4606-44AB-A8D2-825EE6287BC4}"/>
                </a:ext>
              </a:extLst>
            </p:cNvPr>
            <p:cNvSpPr/>
            <p:nvPr/>
          </p:nvSpPr>
          <p:spPr>
            <a:xfrm>
              <a:off x="4630125" y="452425"/>
              <a:ext cx="371450" cy="96850"/>
            </a:xfrm>
            <a:custGeom>
              <a:avLst/>
              <a:gdLst/>
              <a:ahLst/>
              <a:cxnLst/>
              <a:rect l="0" t="0" r="0" b="0"/>
              <a:pathLst>
                <a:path w="14858" h="3874" fill="none" extrusionOk="0">
                  <a:moveTo>
                    <a:pt x="2095" y="1"/>
                  </a:moveTo>
                  <a:lnTo>
                    <a:pt x="13932" y="1"/>
                  </a:lnTo>
                  <a:lnTo>
                    <a:pt x="13932" y="1"/>
                  </a:lnTo>
                  <a:lnTo>
                    <a:pt x="14126" y="25"/>
                  </a:lnTo>
                  <a:lnTo>
                    <a:pt x="14297" y="74"/>
                  </a:lnTo>
                  <a:lnTo>
                    <a:pt x="14467" y="147"/>
                  </a:lnTo>
                  <a:lnTo>
                    <a:pt x="14589" y="269"/>
                  </a:lnTo>
                  <a:lnTo>
                    <a:pt x="14711" y="415"/>
                  </a:lnTo>
                  <a:lnTo>
                    <a:pt x="14784" y="561"/>
                  </a:lnTo>
                  <a:lnTo>
                    <a:pt x="14857" y="732"/>
                  </a:lnTo>
                  <a:lnTo>
                    <a:pt x="14857" y="926"/>
                  </a:lnTo>
                  <a:lnTo>
                    <a:pt x="14857" y="2948"/>
                  </a:lnTo>
                  <a:lnTo>
                    <a:pt x="14857" y="2948"/>
                  </a:lnTo>
                  <a:lnTo>
                    <a:pt x="14857" y="3143"/>
                  </a:lnTo>
                  <a:lnTo>
                    <a:pt x="14784" y="3313"/>
                  </a:lnTo>
                  <a:lnTo>
                    <a:pt x="14711" y="3459"/>
                  </a:lnTo>
                  <a:lnTo>
                    <a:pt x="14589" y="3605"/>
                  </a:lnTo>
                  <a:lnTo>
                    <a:pt x="14467" y="3703"/>
                  </a:lnTo>
                  <a:lnTo>
                    <a:pt x="14297" y="3800"/>
                  </a:lnTo>
                  <a:lnTo>
                    <a:pt x="14126" y="3849"/>
                  </a:lnTo>
                  <a:lnTo>
                    <a:pt x="13932" y="3873"/>
                  </a:lnTo>
                  <a:lnTo>
                    <a:pt x="2095" y="3873"/>
                  </a:lnTo>
                  <a:lnTo>
                    <a:pt x="1" y="1925"/>
                  </a:lnTo>
                  <a:lnTo>
                    <a:pt x="2095" y="1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18" name="Shape 477">
              <a:extLst>
                <a:ext uri="{FF2B5EF4-FFF2-40B4-BE49-F238E27FC236}">
                  <a16:creationId xmlns:a16="http://schemas.microsoft.com/office/drawing/2014/main" id="{E20D831B-658B-4A41-9624-423A17C0A990}"/>
                </a:ext>
              </a:extLst>
            </p:cNvPr>
            <p:cNvSpPr/>
            <p:nvPr/>
          </p:nvSpPr>
          <p:spPr>
            <a:xfrm>
              <a:off x="4808525" y="278900"/>
              <a:ext cx="43875" cy="49950"/>
            </a:xfrm>
            <a:custGeom>
              <a:avLst/>
              <a:gdLst/>
              <a:ahLst/>
              <a:cxnLst/>
              <a:rect l="0" t="0" r="0" b="0"/>
              <a:pathLst>
                <a:path w="1754" h="1998" fill="none" extrusionOk="0">
                  <a:moveTo>
                    <a:pt x="1754" y="1998"/>
                  </a:moveTo>
                  <a:lnTo>
                    <a:pt x="1754" y="585"/>
                  </a:lnTo>
                  <a:lnTo>
                    <a:pt x="1754" y="585"/>
                  </a:lnTo>
                  <a:lnTo>
                    <a:pt x="1754" y="464"/>
                  </a:lnTo>
                  <a:lnTo>
                    <a:pt x="1730" y="366"/>
                  </a:lnTo>
                  <a:lnTo>
                    <a:pt x="1657" y="269"/>
                  </a:lnTo>
                  <a:lnTo>
                    <a:pt x="1584" y="171"/>
                  </a:lnTo>
                  <a:lnTo>
                    <a:pt x="1511" y="98"/>
                  </a:lnTo>
                  <a:lnTo>
                    <a:pt x="1413" y="49"/>
                  </a:lnTo>
                  <a:lnTo>
                    <a:pt x="1291" y="25"/>
                  </a:lnTo>
                  <a:lnTo>
                    <a:pt x="1194" y="1"/>
                  </a:lnTo>
                  <a:lnTo>
                    <a:pt x="561" y="1"/>
                  </a:lnTo>
                  <a:lnTo>
                    <a:pt x="561" y="1"/>
                  </a:lnTo>
                  <a:lnTo>
                    <a:pt x="463" y="25"/>
                  </a:lnTo>
                  <a:lnTo>
                    <a:pt x="342" y="49"/>
                  </a:lnTo>
                  <a:lnTo>
                    <a:pt x="244" y="98"/>
                  </a:lnTo>
                  <a:lnTo>
                    <a:pt x="171" y="171"/>
                  </a:lnTo>
                  <a:lnTo>
                    <a:pt x="98" y="269"/>
                  </a:lnTo>
                  <a:lnTo>
                    <a:pt x="25" y="366"/>
                  </a:lnTo>
                  <a:lnTo>
                    <a:pt x="1" y="464"/>
                  </a:lnTo>
                  <a:lnTo>
                    <a:pt x="1" y="585"/>
                  </a:lnTo>
                  <a:lnTo>
                    <a:pt x="1" y="1998"/>
                  </a:lnTo>
                  <a:lnTo>
                    <a:pt x="1754" y="1998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19" name="Shape 478">
              <a:extLst>
                <a:ext uri="{FF2B5EF4-FFF2-40B4-BE49-F238E27FC236}">
                  <a16:creationId xmlns:a16="http://schemas.microsoft.com/office/drawing/2014/main" id="{D89115B9-41F7-49D1-8FCF-9D6A119CE1C4}"/>
                </a:ext>
              </a:extLst>
            </p:cNvPr>
            <p:cNvSpPr/>
            <p:nvPr/>
          </p:nvSpPr>
          <p:spPr>
            <a:xfrm>
              <a:off x="4808525" y="549250"/>
              <a:ext cx="43875" cy="186325"/>
            </a:xfrm>
            <a:custGeom>
              <a:avLst/>
              <a:gdLst/>
              <a:ahLst/>
              <a:cxnLst/>
              <a:rect l="0" t="0" r="0" b="0"/>
              <a:pathLst>
                <a:path w="1754" h="7453" fill="none" extrusionOk="0">
                  <a:moveTo>
                    <a:pt x="1" y="0"/>
                  </a:moveTo>
                  <a:lnTo>
                    <a:pt x="1" y="7453"/>
                  </a:lnTo>
                  <a:lnTo>
                    <a:pt x="1754" y="7453"/>
                  </a:lnTo>
                  <a:lnTo>
                    <a:pt x="1754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320" name="Shape 479">
            <a:extLst>
              <a:ext uri="{FF2B5EF4-FFF2-40B4-BE49-F238E27FC236}">
                <a16:creationId xmlns:a16="http://schemas.microsoft.com/office/drawing/2014/main" id="{75DB1B2A-A61D-4DE1-A168-488863D69295}"/>
              </a:ext>
            </a:extLst>
          </p:cNvPr>
          <p:cNvSpPr/>
          <p:nvPr/>
        </p:nvSpPr>
        <p:spPr>
          <a:xfrm>
            <a:off x="10109831" y="941146"/>
            <a:ext cx="329902" cy="287885"/>
          </a:xfrm>
          <a:custGeom>
            <a:avLst/>
            <a:gdLst/>
            <a:ahLst/>
            <a:cxnLst/>
            <a:rect l="0" t="0" r="0" b="0"/>
            <a:pathLst>
              <a:path w="18365" h="16026" fill="none" extrusionOk="0">
                <a:moveTo>
                  <a:pt x="9182" y="0"/>
                </a:moveTo>
                <a:lnTo>
                  <a:pt x="0" y="8841"/>
                </a:lnTo>
                <a:lnTo>
                  <a:pt x="2874" y="8841"/>
                </a:lnTo>
                <a:lnTo>
                  <a:pt x="2874" y="15246"/>
                </a:lnTo>
                <a:lnTo>
                  <a:pt x="2874" y="15246"/>
                </a:lnTo>
                <a:lnTo>
                  <a:pt x="2899" y="15417"/>
                </a:lnTo>
                <a:lnTo>
                  <a:pt x="2947" y="15563"/>
                </a:lnTo>
                <a:lnTo>
                  <a:pt x="3020" y="15685"/>
                </a:lnTo>
                <a:lnTo>
                  <a:pt x="3093" y="15806"/>
                </a:lnTo>
                <a:lnTo>
                  <a:pt x="3215" y="15904"/>
                </a:lnTo>
                <a:lnTo>
                  <a:pt x="3361" y="15977"/>
                </a:lnTo>
                <a:lnTo>
                  <a:pt x="3508" y="16026"/>
                </a:lnTo>
                <a:lnTo>
                  <a:pt x="3654" y="16026"/>
                </a:lnTo>
                <a:lnTo>
                  <a:pt x="7404" y="16026"/>
                </a:lnTo>
                <a:lnTo>
                  <a:pt x="7404" y="13420"/>
                </a:lnTo>
                <a:lnTo>
                  <a:pt x="7404" y="13420"/>
                </a:lnTo>
                <a:lnTo>
                  <a:pt x="7429" y="13127"/>
                </a:lnTo>
                <a:lnTo>
                  <a:pt x="7526" y="12860"/>
                </a:lnTo>
                <a:lnTo>
                  <a:pt x="7648" y="12616"/>
                </a:lnTo>
                <a:lnTo>
                  <a:pt x="7818" y="12421"/>
                </a:lnTo>
                <a:lnTo>
                  <a:pt x="8038" y="12251"/>
                </a:lnTo>
                <a:lnTo>
                  <a:pt x="8257" y="12129"/>
                </a:lnTo>
                <a:lnTo>
                  <a:pt x="8525" y="12031"/>
                </a:lnTo>
                <a:lnTo>
                  <a:pt x="8817" y="12007"/>
                </a:lnTo>
                <a:lnTo>
                  <a:pt x="9548" y="12007"/>
                </a:lnTo>
                <a:lnTo>
                  <a:pt x="9548" y="12007"/>
                </a:lnTo>
                <a:lnTo>
                  <a:pt x="9840" y="12031"/>
                </a:lnTo>
                <a:lnTo>
                  <a:pt x="10108" y="12129"/>
                </a:lnTo>
                <a:lnTo>
                  <a:pt x="10327" y="12251"/>
                </a:lnTo>
                <a:lnTo>
                  <a:pt x="10546" y="12421"/>
                </a:lnTo>
                <a:lnTo>
                  <a:pt x="10717" y="12616"/>
                </a:lnTo>
                <a:lnTo>
                  <a:pt x="10838" y="12860"/>
                </a:lnTo>
                <a:lnTo>
                  <a:pt x="10936" y="13127"/>
                </a:lnTo>
                <a:lnTo>
                  <a:pt x="10960" y="13420"/>
                </a:lnTo>
                <a:lnTo>
                  <a:pt x="10960" y="16026"/>
                </a:lnTo>
                <a:lnTo>
                  <a:pt x="14711" y="16026"/>
                </a:lnTo>
                <a:lnTo>
                  <a:pt x="14711" y="16026"/>
                </a:lnTo>
                <a:lnTo>
                  <a:pt x="14857" y="16026"/>
                </a:lnTo>
                <a:lnTo>
                  <a:pt x="15003" y="15977"/>
                </a:lnTo>
                <a:lnTo>
                  <a:pt x="15149" y="15904"/>
                </a:lnTo>
                <a:lnTo>
                  <a:pt x="15271" y="15806"/>
                </a:lnTo>
                <a:lnTo>
                  <a:pt x="15344" y="15685"/>
                </a:lnTo>
                <a:lnTo>
                  <a:pt x="15417" y="15563"/>
                </a:lnTo>
                <a:lnTo>
                  <a:pt x="15466" y="15417"/>
                </a:lnTo>
                <a:lnTo>
                  <a:pt x="15490" y="15246"/>
                </a:lnTo>
                <a:lnTo>
                  <a:pt x="15490" y="8841"/>
                </a:lnTo>
                <a:lnTo>
                  <a:pt x="18364" y="8841"/>
                </a:lnTo>
                <a:lnTo>
                  <a:pt x="9182" y="0"/>
                </a:lnTo>
                <a:close/>
              </a:path>
            </a:pathLst>
          </a:custGeom>
          <a:solidFill>
            <a:srgbClr val="00B050"/>
          </a:solidFill>
          <a:ln w="12175" cap="rnd" cmpd="sng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321" name="Shape 480">
            <a:extLst>
              <a:ext uri="{FF2B5EF4-FFF2-40B4-BE49-F238E27FC236}">
                <a16:creationId xmlns:a16="http://schemas.microsoft.com/office/drawing/2014/main" id="{7A4A93FA-1992-4853-B37A-B48AF421C8F7}"/>
              </a:ext>
            </a:extLst>
          </p:cNvPr>
          <p:cNvGrpSpPr/>
          <p:nvPr/>
        </p:nvGrpSpPr>
        <p:grpSpPr>
          <a:xfrm>
            <a:off x="6178853" y="1464138"/>
            <a:ext cx="293131" cy="357460"/>
            <a:chOff x="596350" y="929175"/>
            <a:chExt cx="407950" cy="497475"/>
          </a:xfrm>
          <a:solidFill>
            <a:srgbClr val="00B050"/>
          </a:solidFill>
        </p:grpSpPr>
        <p:sp>
          <p:nvSpPr>
            <p:cNvPr id="322" name="Shape 481">
              <a:extLst>
                <a:ext uri="{FF2B5EF4-FFF2-40B4-BE49-F238E27FC236}">
                  <a16:creationId xmlns:a16="http://schemas.microsoft.com/office/drawing/2014/main" id="{40DE9A79-4579-437E-80E0-018276E9D252}"/>
                </a:ext>
              </a:extLst>
            </p:cNvPr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0" t="0" r="0" b="0"/>
              <a:pathLst>
                <a:path w="15489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23" name="Shape 482">
              <a:extLst>
                <a:ext uri="{FF2B5EF4-FFF2-40B4-BE49-F238E27FC236}">
                  <a16:creationId xmlns:a16="http://schemas.microsoft.com/office/drawing/2014/main" id="{A0AEF8C9-3D5E-438D-9F68-E326913E1CC5}"/>
                </a:ext>
              </a:extLst>
            </p:cNvPr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24" name="Shape 483">
              <a:extLst>
                <a:ext uri="{FF2B5EF4-FFF2-40B4-BE49-F238E27FC236}">
                  <a16:creationId xmlns:a16="http://schemas.microsoft.com/office/drawing/2014/main" id="{4C0B2165-0955-44FC-AD73-9A98AA0CCAF5}"/>
                </a:ext>
              </a:extLst>
            </p:cNvPr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25" name="Shape 484">
              <a:extLst>
                <a:ext uri="{FF2B5EF4-FFF2-40B4-BE49-F238E27FC236}">
                  <a16:creationId xmlns:a16="http://schemas.microsoft.com/office/drawing/2014/main" id="{96EC2324-7CD5-40E1-BD7E-179B1778B8F6}"/>
                </a:ext>
              </a:extLst>
            </p:cNvPr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26" name="Shape 485">
              <a:extLst>
                <a:ext uri="{FF2B5EF4-FFF2-40B4-BE49-F238E27FC236}">
                  <a16:creationId xmlns:a16="http://schemas.microsoft.com/office/drawing/2014/main" id="{FBC39364-8710-41AF-A961-60972854EEC2}"/>
                </a:ext>
              </a:extLst>
            </p:cNvPr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27" name="Shape 486">
              <a:extLst>
                <a:ext uri="{FF2B5EF4-FFF2-40B4-BE49-F238E27FC236}">
                  <a16:creationId xmlns:a16="http://schemas.microsoft.com/office/drawing/2014/main" id="{F88C46D5-868B-4CAA-9781-E2DEA42632E1}"/>
                </a:ext>
              </a:extLst>
            </p:cNvPr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28" name="Shape 487">
              <a:extLst>
                <a:ext uri="{FF2B5EF4-FFF2-40B4-BE49-F238E27FC236}">
                  <a16:creationId xmlns:a16="http://schemas.microsoft.com/office/drawing/2014/main" id="{8C400EBE-60A6-4BDD-AF0C-326862815BC1}"/>
                </a:ext>
              </a:extLst>
            </p:cNvPr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0" t="0" r="0" b="0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329" name="Shape 488">
            <a:extLst>
              <a:ext uri="{FF2B5EF4-FFF2-40B4-BE49-F238E27FC236}">
                <a16:creationId xmlns:a16="http://schemas.microsoft.com/office/drawing/2014/main" id="{6317FDAB-48FD-4C25-AEDB-ED3E1F282226}"/>
              </a:ext>
            </a:extLst>
          </p:cNvPr>
          <p:cNvGrpSpPr/>
          <p:nvPr/>
        </p:nvGrpSpPr>
        <p:grpSpPr>
          <a:xfrm>
            <a:off x="7303169" y="1525054"/>
            <a:ext cx="298412" cy="255515"/>
            <a:chOff x="1934025" y="1001650"/>
            <a:chExt cx="415300" cy="355600"/>
          </a:xfrm>
          <a:solidFill>
            <a:srgbClr val="00B050"/>
          </a:solidFill>
        </p:grpSpPr>
        <p:sp>
          <p:nvSpPr>
            <p:cNvPr id="330" name="Shape 489">
              <a:extLst>
                <a:ext uri="{FF2B5EF4-FFF2-40B4-BE49-F238E27FC236}">
                  <a16:creationId xmlns:a16="http://schemas.microsoft.com/office/drawing/2014/main" id="{F51FCD48-4C7F-4F6C-B1E2-0D0139F24560}"/>
                </a:ext>
              </a:extLst>
            </p:cNvPr>
            <p:cNvSpPr/>
            <p:nvPr/>
          </p:nvSpPr>
          <p:spPr>
            <a:xfrm>
              <a:off x="1934025" y="1303650"/>
              <a:ext cx="207650" cy="53600"/>
            </a:xfrm>
            <a:custGeom>
              <a:avLst/>
              <a:gdLst/>
              <a:ahLst/>
              <a:cxnLst/>
              <a:rect l="0" t="0" r="0" b="0"/>
              <a:pathLst>
                <a:path w="8306" h="2144" fill="none" extrusionOk="0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33"/>
                  </a:lnTo>
                  <a:lnTo>
                    <a:pt x="74" y="755"/>
                  </a:lnTo>
                  <a:lnTo>
                    <a:pt x="147" y="853"/>
                  </a:lnTo>
                  <a:lnTo>
                    <a:pt x="245" y="950"/>
                  </a:lnTo>
                  <a:lnTo>
                    <a:pt x="245" y="950"/>
                  </a:lnTo>
                  <a:lnTo>
                    <a:pt x="391" y="1023"/>
                  </a:lnTo>
                  <a:lnTo>
                    <a:pt x="561" y="1047"/>
                  </a:lnTo>
                  <a:lnTo>
                    <a:pt x="561" y="1047"/>
                  </a:lnTo>
                  <a:lnTo>
                    <a:pt x="732" y="1023"/>
                  </a:lnTo>
                  <a:lnTo>
                    <a:pt x="732" y="1023"/>
                  </a:lnTo>
                  <a:lnTo>
                    <a:pt x="1292" y="853"/>
                  </a:lnTo>
                  <a:lnTo>
                    <a:pt x="1657" y="780"/>
                  </a:lnTo>
                  <a:lnTo>
                    <a:pt x="2071" y="682"/>
                  </a:lnTo>
                  <a:lnTo>
                    <a:pt x="2534" y="609"/>
                  </a:lnTo>
                  <a:lnTo>
                    <a:pt x="3021" y="560"/>
                  </a:lnTo>
                  <a:lnTo>
                    <a:pt x="3581" y="512"/>
                  </a:lnTo>
                  <a:lnTo>
                    <a:pt x="4166" y="487"/>
                  </a:lnTo>
                  <a:lnTo>
                    <a:pt x="4166" y="487"/>
                  </a:lnTo>
                  <a:lnTo>
                    <a:pt x="4604" y="512"/>
                  </a:lnTo>
                  <a:lnTo>
                    <a:pt x="5018" y="536"/>
                  </a:lnTo>
                  <a:lnTo>
                    <a:pt x="5408" y="609"/>
                  </a:lnTo>
                  <a:lnTo>
                    <a:pt x="5773" y="682"/>
                  </a:lnTo>
                  <a:lnTo>
                    <a:pt x="6114" y="780"/>
                  </a:lnTo>
                  <a:lnTo>
                    <a:pt x="6431" y="877"/>
                  </a:lnTo>
                  <a:lnTo>
                    <a:pt x="6699" y="999"/>
                  </a:lnTo>
                  <a:lnTo>
                    <a:pt x="6966" y="1120"/>
                  </a:lnTo>
                  <a:lnTo>
                    <a:pt x="7186" y="1242"/>
                  </a:lnTo>
                  <a:lnTo>
                    <a:pt x="7405" y="1388"/>
                  </a:lnTo>
                  <a:lnTo>
                    <a:pt x="7770" y="1656"/>
                  </a:lnTo>
                  <a:lnTo>
                    <a:pt x="8062" y="1924"/>
                  </a:lnTo>
                  <a:lnTo>
                    <a:pt x="8306" y="214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31" name="Shape 490">
              <a:extLst>
                <a:ext uri="{FF2B5EF4-FFF2-40B4-BE49-F238E27FC236}">
                  <a16:creationId xmlns:a16="http://schemas.microsoft.com/office/drawing/2014/main" id="{F77C046B-D3A0-4688-9E50-7B2BDBA5312F}"/>
                </a:ext>
              </a:extLst>
            </p:cNvPr>
            <p:cNvSpPr/>
            <p:nvPr/>
          </p:nvSpPr>
          <p:spPr>
            <a:xfrm>
              <a:off x="2141650" y="1303650"/>
              <a:ext cx="207675" cy="53600"/>
            </a:xfrm>
            <a:custGeom>
              <a:avLst/>
              <a:gdLst/>
              <a:ahLst/>
              <a:cxnLst/>
              <a:rect l="0" t="0" r="0" b="0"/>
              <a:pathLst>
                <a:path w="8307" h="2144" fill="none" extrusionOk="0">
                  <a:moveTo>
                    <a:pt x="1" y="2143"/>
                  </a:moveTo>
                  <a:lnTo>
                    <a:pt x="1" y="2143"/>
                  </a:lnTo>
                  <a:lnTo>
                    <a:pt x="245" y="1924"/>
                  </a:lnTo>
                  <a:lnTo>
                    <a:pt x="537" y="1656"/>
                  </a:lnTo>
                  <a:lnTo>
                    <a:pt x="902" y="1388"/>
                  </a:lnTo>
                  <a:lnTo>
                    <a:pt x="1121" y="1242"/>
                  </a:lnTo>
                  <a:lnTo>
                    <a:pt x="1341" y="1120"/>
                  </a:lnTo>
                  <a:lnTo>
                    <a:pt x="1608" y="999"/>
                  </a:lnTo>
                  <a:lnTo>
                    <a:pt x="1876" y="877"/>
                  </a:lnTo>
                  <a:lnTo>
                    <a:pt x="2193" y="780"/>
                  </a:lnTo>
                  <a:lnTo>
                    <a:pt x="2534" y="682"/>
                  </a:lnTo>
                  <a:lnTo>
                    <a:pt x="2899" y="609"/>
                  </a:lnTo>
                  <a:lnTo>
                    <a:pt x="3289" y="536"/>
                  </a:lnTo>
                  <a:lnTo>
                    <a:pt x="3703" y="512"/>
                  </a:lnTo>
                  <a:lnTo>
                    <a:pt x="4141" y="487"/>
                  </a:lnTo>
                  <a:lnTo>
                    <a:pt x="4141" y="487"/>
                  </a:lnTo>
                  <a:lnTo>
                    <a:pt x="4726" y="512"/>
                  </a:lnTo>
                  <a:lnTo>
                    <a:pt x="5286" y="560"/>
                  </a:lnTo>
                  <a:lnTo>
                    <a:pt x="5773" y="609"/>
                  </a:lnTo>
                  <a:lnTo>
                    <a:pt x="6236" y="682"/>
                  </a:lnTo>
                  <a:lnTo>
                    <a:pt x="6650" y="780"/>
                  </a:lnTo>
                  <a:lnTo>
                    <a:pt x="7015" y="853"/>
                  </a:lnTo>
                  <a:lnTo>
                    <a:pt x="7575" y="1023"/>
                  </a:lnTo>
                  <a:lnTo>
                    <a:pt x="7575" y="1023"/>
                  </a:lnTo>
                  <a:lnTo>
                    <a:pt x="7746" y="1047"/>
                  </a:lnTo>
                  <a:lnTo>
                    <a:pt x="7746" y="1047"/>
                  </a:lnTo>
                  <a:lnTo>
                    <a:pt x="7916" y="1023"/>
                  </a:lnTo>
                  <a:lnTo>
                    <a:pt x="8062" y="950"/>
                  </a:lnTo>
                  <a:lnTo>
                    <a:pt x="8062" y="950"/>
                  </a:lnTo>
                  <a:lnTo>
                    <a:pt x="8160" y="853"/>
                  </a:lnTo>
                  <a:lnTo>
                    <a:pt x="8233" y="755"/>
                  </a:lnTo>
                  <a:lnTo>
                    <a:pt x="8282" y="633"/>
                  </a:lnTo>
                  <a:lnTo>
                    <a:pt x="8306" y="487"/>
                  </a:lnTo>
                  <a:lnTo>
                    <a:pt x="8306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32" name="Shape 491">
              <a:extLst>
                <a:ext uri="{FF2B5EF4-FFF2-40B4-BE49-F238E27FC236}">
                  <a16:creationId xmlns:a16="http://schemas.microsoft.com/office/drawing/2014/main" id="{86D3D477-4393-4EB7-98C1-17C1CD3E54F1}"/>
                </a:ext>
              </a:extLst>
            </p:cNvPr>
            <p:cNvSpPr/>
            <p:nvPr/>
          </p:nvSpPr>
          <p:spPr>
            <a:xfrm>
              <a:off x="1934025" y="1001650"/>
              <a:ext cx="207650" cy="331250"/>
            </a:xfrm>
            <a:custGeom>
              <a:avLst/>
              <a:gdLst/>
              <a:ahLst/>
              <a:cxnLst/>
              <a:rect l="0" t="0" r="0" b="0"/>
              <a:pathLst>
                <a:path w="8306" h="13249" fill="none" extrusionOk="0">
                  <a:moveTo>
                    <a:pt x="8306" y="2192"/>
                  </a:moveTo>
                  <a:lnTo>
                    <a:pt x="8306" y="13249"/>
                  </a:lnTo>
                  <a:lnTo>
                    <a:pt x="8306" y="13249"/>
                  </a:lnTo>
                  <a:lnTo>
                    <a:pt x="8062" y="13030"/>
                  </a:lnTo>
                  <a:lnTo>
                    <a:pt x="7770" y="12762"/>
                  </a:lnTo>
                  <a:lnTo>
                    <a:pt x="7405" y="12494"/>
                  </a:lnTo>
                  <a:lnTo>
                    <a:pt x="7186" y="12348"/>
                  </a:lnTo>
                  <a:lnTo>
                    <a:pt x="6966" y="12226"/>
                  </a:lnTo>
                  <a:lnTo>
                    <a:pt x="6699" y="12105"/>
                  </a:lnTo>
                  <a:lnTo>
                    <a:pt x="6431" y="11983"/>
                  </a:lnTo>
                  <a:lnTo>
                    <a:pt x="6114" y="11885"/>
                  </a:lnTo>
                  <a:lnTo>
                    <a:pt x="5773" y="11788"/>
                  </a:lnTo>
                  <a:lnTo>
                    <a:pt x="5408" y="11715"/>
                  </a:lnTo>
                  <a:lnTo>
                    <a:pt x="5018" y="11642"/>
                  </a:lnTo>
                  <a:lnTo>
                    <a:pt x="4604" y="11617"/>
                  </a:lnTo>
                  <a:lnTo>
                    <a:pt x="4166" y="11593"/>
                  </a:lnTo>
                  <a:lnTo>
                    <a:pt x="4166" y="11593"/>
                  </a:lnTo>
                  <a:lnTo>
                    <a:pt x="3581" y="11617"/>
                  </a:lnTo>
                  <a:lnTo>
                    <a:pt x="3021" y="11666"/>
                  </a:lnTo>
                  <a:lnTo>
                    <a:pt x="2534" y="11715"/>
                  </a:lnTo>
                  <a:lnTo>
                    <a:pt x="2071" y="11788"/>
                  </a:lnTo>
                  <a:lnTo>
                    <a:pt x="1657" y="11885"/>
                  </a:lnTo>
                  <a:lnTo>
                    <a:pt x="1292" y="11958"/>
                  </a:lnTo>
                  <a:lnTo>
                    <a:pt x="732" y="12129"/>
                  </a:lnTo>
                  <a:lnTo>
                    <a:pt x="732" y="12129"/>
                  </a:lnTo>
                  <a:lnTo>
                    <a:pt x="561" y="12153"/>
                  </a:lnTo>
                  <a:lnTo>
                    <a:pt x="561" y="12153"/>
                  </a:lnTo>
                  <a:lnTo>
                    <a:pt x="391" y="12129"/>
                  </a:lnTo>
                  <a:lnTo>
                    <a:pt x="245" y="12056"/>
                  </a:lnTo>
                  <a:lnTo>
                    <a:pt x="245" y="12056"/>
                  </a:lnTo>
                  <a:lnTo>
                    <a:pt x="147" y="11958"/>
                  </a:lnTo>
                  <a:lnTo>
                    <a:pt x="74" y="11861"/>
                  </a:lnTo>
                  <a:lnTo>
                    <a:pt x="25" y="11739"/>
                  </a:lnTo>
                  <a:lnTo>
                    <a:pt x="1" y="11593"/>
                  </a:lnTo>
                  <a:lnTo>
                    <a:pt x="1" y="1656"/>
                  </a:lnTo>
                  <a:lnTo>
                    <a:pt x="1" y="1656"/>
                  </a:lnTo>
                  <a:lnTo>
                    <a:pt x="25" y="1534"/>
                  </a:lnTo>
                  <a:lnTo>
                    <a:pt x="50" y="1437"/>
                  </a:lnTo>
                  <a:lnTo>
                    <a:pt x="123" y="1315"/>
                  </a:lnTo>
                  <a:lnTo>
                    <a:pt x="196" y="1242"/>
                  </a:lnTo>
                  <a:lnTo>
                    <a:pt x="196" y="1242"/>
                  </a:lnTo>
                  <a:lnTo>
                    <a:pt x="342" y="1120"/>
                  </a:lnTo>
                  <a:lnTo>
                    <a:pt x="512" y="974"/>
                  </a:lnTo>
                  <a:lnTo>
                    <a:pt x="926" y="755"/>
                  </a:lnTo>
                  <a:lnTo>
                    <a:pt x="1389" y="536"/>
                  </a:lnTo>
                  <a:lnTo>
                    <a:pt x="1901" y="341"/>
                  </a:lnTo>
                  <a:lnTo>
                    <a:pt x="2461" y="195"/>
                  </a:lnTo>
                  <a:lnTo>
                    <a:pt x="3021" y="73"/>
                  </a:lnTo>
                  <a:lnTo>
                    <a:pt x="3581" y="24"/>
                  </a:lnTo>
                  <a:lnTo>
                    <a:pt x="4166" y="0"/>
                  </a:lnTo>
                  <a:lnTo>
                    <a:pt x="4166" y="0"/>
                  </a:lnTo>
                  <a:lnTo>
                    <a:pt x="4531" y="0"/>
                  </a:lnTo>
                  <a:lnTo>
                    <a:pt x="4872" y="49"/>
                  </a:lnTo>
                  <a:lnTo>
                    <a:pt x="5213" y="98"/>
                  </a:lnTo>
                  <a:lnTo>
                    <a:pt x="5530" y="171"/>
                  </a:lnTo>
                  <a:lnTo>
                    <a:pt x="5822" y="268"/>
                  </a:lnTo>
                  <a:lnTo>
                    <a:pt x="6114" y="365"/>
                  </a:lnTo>
                  <a:lnTo>
                    <a:pt x="6358" y="487"/>
                  </a:lnTo>
                  <a:lnTo>
                    <a:pt x="6626" y="609"/>
                  </a:lnTo>
                  <a:lnTo>
                    <a:pt x="7064" y="901"/>
                  </a:lnTo>
                  <a:lnTo>
                    <a:pt x="7429" y="1169"/>
                  </a:lnTo>
                  <a:lnTo>
                    <a:pt x="7746" y="1437"/>
                  </a:lnTo>
                  <a:lnTo>
                    <a:pt x="8014" y="1681"/>
                  </a:lnTo>
                  <a:lnTo>
                    <a:pt x="8014" y="1681"/>
                  </a:lnTo>
                  <a:lnTo>
                    <a:pt x="8136" y="1802"/>
                  </a:lnTo>
                  <a:lnTo>
                    <a:pt x="8136" y="1802"/>
                  </a:lnTo>
                  <a:lnTo>
                    <a:pt x="8209" y="1875"/>
                  </a:lnTo>
                  <a:lnTo>
                    <a:pt x="8257" y="1973"/>
                  </a:lnTo>
                  <a:lnTo>
                    <a:pt x="8306" y="2095"/>
                  </a:lnTo>
                  <a:lnTo>
                    <a:pt x="8306" y="2192"/>
                  </a:lnTo>
                  <a:lnTo>
                    <a:pt x="8306" y="2192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33" name="Shape 492">
              <a:extLst>
                <a:ext uri="{FF2B5EF4-FFF2-40B4-BE49-F238E27FC236}">
                  <a16:creationId xmlns:a16="http://schemas.microsoft.com/office/drawing/2014/main" id="{002319A8-F839-4A4A-A977-BA57A75EABD9}"/>
                </a:ext>
              </a:extLst>
            </p:cNvPr>
            <p:cNvSpPr/>
            <p:nvPr/>
          </p:nvSpPr>
          <p:spPr>
            <a:xfrm>
              <a:off x="2141650" y="1001650"/>
              <a:ext cx="207675" cy="331250"/>
            </a:xfrm>
            <a:custGeom>
              <a:avLst/>
              <a:gdLst/>
              <a:ahLst/>
              <a:cxnLst/>
              <a:rect l="0" t="0" r="0" b="0"/>
              <a:pathLst>
                <a:path w="8307" h="13249" fill="none" extrusionOk="0">
                  <a:moveTo>
                    <a:pt x="1" y="2192"/>
                  </a:moveTo>
                  <a:lnTo>
                    <a:pt x="1" y="13249"/>
                  </a:lnTo>
                  <a:lnTo>
                    <a:pt x="1" y="13249"/>
                  </a:lnTo>
                  <a:lnTo>
                    <a:pt x="245" y="13030"/>
                  </a:lnTo>
                  <a:lnTo>
                    <a:pt x="537" y="12762"/>
                  </a:lnTo>
                  <a:lnTo>
                    <a:pt x="902" y="12494"/>
                  </a:lnTo>
                  <a:lnTo>
                    <a:pt x="1121" y="12348"/>
                  </a:lnTo>
                  <a:lnTo>
                    <a:pt x="1341" y="12226"/>
                  </a:lnTo>
                  <a:lnTo>
                    <a:pt x="1608" y="12105"/>
                  </a:lnTo>
                  <a:lnTo>
                    <a:pt x="1876" y="11983"/>
                  </a:lnTo>
                  <a:lnTo>
                    <a:pt x="2193" y="11885"/>
                  </a:lnTo>
                  <a:lnTo>
                    <a:pt x="2534" y="11788"/>
                  </a:lnTo>
                  <a:lnTo>
                    <a:pt x="2899" y="11715"/>
                  </a:lnTo>
                  <a:lnTo>
                    <a:pt x="3289" y="11642"/>
                  </a:lnTo>
                  <a:lnTo>
                    <a:pt x="3703" y="11617"/>
                  </a:lnTo>
                  <a:lnTo>
                    <a:pt x="4141" y="11593"/>
                  </a:lnTo>
                  <a:lnTo>
                    <a:pt x="4141" y="11593"/>
                  </a:lnTo>
                  <a:lnTo>
                    <a:pt x="4726" y="11617"/>
                  </a:lnTo>
                  <a:lnTo>
                    <a:pt x="5286" y="11666"/>
                  </a:lnTo>
                  <a:lnTo>
                    <a:pt x="5773" y="11715"/>
                  </a:lnTo>
                  <a:lnTo>
                    <a:pt x="6236" y="11788"/>
                  </a:lnTo>
                  <a:lnTo>
                    <a:pt x="6650" y="11885"/>
                  </a:lnTo>
                  <a:lnTo>
                    <a:pt x="7015" y="11958"/>
                  </a:lnTo>
                  <a:lnTo>
                    <a:pt x="7575" y="12129"/>
                  </a:lnTo>
                  <a:lnTo>
                    <a:pt x="7575" y="12129"/>
                  </a:lnTo>
                  <a:lnTo>
                    <a:pt x="7746" y="12153"/>
                  </a:lnTo>
                  <a:lnTo>
                    <a:pt x="7746" y="12153"/>
                  </a:lnTo>
                  <a:lnTo>
                    <a:pt x="7916" y="12129"/>
                  </a:lnTo>
                  <a:lnTo>
                    <a:pt x="8062" y="12056"/>
                  </a:lnTo>
                  <a:lnTo>
                    <a:pt x="8062" y="12056"/>
                  </a:lnTo>
                  <a:lnTo>
                    <a:pt x="8160" y="11958"/>
                  </a:lnTo>
                  <a:lnTo>
                    <a:pt x="8233" y="11861"/>
                  </a:lnTo>
                  <a:lnTo>
                    <a:pt x="8282" y="11739"/>
                  </a:lnTo>
                  <a:lnTo>
                    <a:pt x="8306" y="11593"/>
                  </a:lnTo>
                  <a:lnTo>
                    <a:pt x="8306" y="1656"/>
                  </a:lnTo>
                  <a:lnTo>
                    <a:pt x="8306" y="1656"/>
                  </a:lnTo>
                  <a:lnTo>
                    <a:pt x="8282" y="1534"/>
                  </a:lnTo>
                  <a:lnTo>
                    <a:pt x="8257" y="1437"/>
                  </a:lnTo>
                  <a:lnTo>
                    <a:pt x="8184" y="1315"/>
                  </a:lnTo>
                  <a:lnTo>
                    <a:pt x="8111" y="1242"/>
                  </a:lnTo>
                  <a:lnTo>
                    <a:pt x="8111" y="1242"/>
                  </a:lnTo>
                  <a:lnTo>
                    <a:pt x="7965" y="1120"/>
                  </a:lnTo>
                  <a:lnTo>
                    <a:pt x="7795" y="974"/>
                  </a:lnTo>
                  <a:lnTo>
                    <a:pt x="7381" y="755"/>
                  </a:lnTo>
                  <a:lnTo>
                    <a:pt x="6918" y="536"/>
                  </a:lnTo>
                  <a:lnTo>
                    <a:pt x="6406" y="341"/>
                  </a:lnTo>
                  <a:lnTo>
                    <a:pt x="5846" y="195"/>
                  </a:lnTo>
                  <a:lnTo>
                    <a:pt x="5286" y="73"/>
                  </a:lnTo>
                  <a:lnTo>
                    <a:pt x="4726" y="24"/>
                  </a:lnTo>
                  <a:lnTo>
                    <a:pt x="4141" y="0"/>
                  </a:lnTo>
                  <a:lnTo>
                    <a:pt x="4141" y="0"/>
                  </a:lnTo>
                  <a:lnTo>
                    <a:pt x="3776" y="0"/>
                  </a:lnTo>
                  <a:lnTo>
                    <a:pt x="3435" y="49"/>
                  </a:lnTo>
                  <a:lnTo>
                    <a:pt x="3094" y="98"/>
                  </a:lnTo>
                  <a:lnTo>
                    <a:pt x="2777" y="171"/>
                  </a:lnTo>
                  <a:lnTo>
                    <a:pt x="2485" y="268"/>
                  </a:lnTo>
                  <a:lnTo>
                    <a:pt x="2193" y="365"/>
                  </a:lnTo>
                  <a:lnTo>
                    <a:pt x="1949" y="487"/>
                  </a:lnTo>
                  <a:lnTo>
                    <a:pt x="1681" y="609"/>
                  </a:lnTo>
                  <a:lnTo>
                    <a:pt x="1243" y="901"/>
                  </a:lnTo>
                  <a:lnTo>
                    <a:pt x="878" y="1169"/>
                  </a:lnTo>
                  <a:lnTo>
                    <a:pt x="561" y="1437"/>
                  </a:lnTo>
                  <a:lnTo>
                    <a:pt x="293" y="1681"/>
                  </a:lnTo>
                  <a:lnTo>
                    <a:pt x="293" y="1681"/>
                  </a:lnTo>
                  <a:lnTo>
                    <a:pt x="171" y="1802"/>
                  </a:lnTo>
                  <a:lnTo>
                    <a:pt x="171" y="1802"/>
                  </a:lnTo>
                  <a:lnTo>
                    <a:pt x="98" y="1875"/>
                  </a:lnTo>
                  <a:lnTo>
                    <a:pt x="50" y="1973"/>
                  </a:lnTo>
                  <a:lnTo>
                    <a:pt x="1" y="2095"/>
                  </a:lnTo>
                  <a:lnTo>
                    <a:pt x="1" y="2192"/>
                  </a:lnTo>
                  <a:lnTo>
                    <a:pt x="1" y="2192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334" name="Shape 493">
            <a:extLst>
              <a:ext uri="{FF2B5EF4-FFF2-40B4-BE49-F238E27FC236}">
                <a16:creationId xmlns:a16="http://schemas.microsoft.com/office/drawing/2014/main" id="{28EEE0DA-D6A3-4AA2-A674-621EFFE11A00}"/>
              </a:ext>
            </a:extLst>
          </p:cNvPr>
          <p:cNvSpPr/>
          <p:nvPr/>
        </p:nvSpPr>
        <p:spPr>
          <a:xfrm>
            <a:off x="7867227" y="1499995"/>
            <a:ext cx="300136" cy="298394"/>
          </a:xfrm>
          <a:custGeom>
            <a:avLst/>
            <a:gdLst/>
            <a:ahLst/>
            <a:cxnLst/>
            <a:rect l="0" t="0" r="0" b="0"/>
            <a:pathLst>
              <a:path w="16708" h="16611" fill="none" extrusionOk="0">
                <a:moveTo>
                  <a:pt x="414" y="8842"/>
                </a:moveTo>
                <a:lnTo>
                  <a:pt x="8403" y="1048"/>
                </a:lnTo>
                <a:lnTo>
                  <a:pt x="8403" y="1048"/>
                </a:lnTo>
                <a:lnTo>
                  <a:pt x="8500" y="951"/>
                </a:lnTo>
                <a:lnTo>
                  <a:pt x="8597" y="829"/>
                </a:lnTo>
                <a:lnTo>
                  <a:pt x="8865" y="658"/>
                </a:lnTo>
                <a:lnTo>
                  <a:pt x="9158" y="488"/>
                </a:lnTo>
                <a:lnTo>
                  <a:pt x="9450" y="317"/>
                </a:lnTo>
                <a:lnTo>
                  <a:pt x="9450" y="317"/>
                </a:lnTo>
                <a:lnTo>
                  <a:pt x="9839" y="171"/>
                </a:lnTo>
                <a:lnTo>
                  <a:pt x="10180" y="74"/>
                </a:lnTo>
                <a:lnTo>
                  <a:pt x="10497" y="25"/>
                </a:lnTo>
                <a:lnTo>
                  <a:pt x="10814" y="1"/>
                </a:lnTo>
                <a:lnTo>
                  <a:pt x="15344" y="1"/>
                </a:lnTo>
                <a:lnTo>
                  <a:pt x="15344" y="1"/>
                </a:lnTo>
                <a:lnTo>
                  <a:pt x="15465" y="1"/>
                </a:lnTo>
                <a:lnTo>
                  <a:pt x="15587" y="49"/>
                </a:lnTo>
                <a:lnTo>
                  <a:pt x="15855" y="122"/>
                </a:lnTo>
                <a:lnTo>
                  <a:pt x="16099" y="269"/>
                </a:lnTo>
                <a:lnTo>
                  <a:pt x="16294" y="415"/>
                </a:lnTo>
                <a:lnTo>
                  <a:pt x="16294" y="415"/>
                </a:lnTo>
                <a:lnTo>
                  <a:pt x="16391" y="537"/>
                </a:lnTo>
                <a:lnTo>
                  <a:pt x="16488" y="658"/>
                </a:lnTo>
                <a:lnTo>
                  <a:pt x="16561" y="780"/>
                </a:lnTo>
                <a:lnTo>
                  <a:pt x="16610" y="902"/>
                </a:lnTo>
                <a:lnTo>
                  <a:pt x="16659" y="1048"/>
                </a:lnTo>
                <a:lnTo>
                  <a:pt x="16683" y="1170"/>
                </a:lnTo>
                <a:lnTo>
                  <a:pt x="16708" y="1486"/>
                </a:lnTo>
                <a:lnTo>
                  <a:pt x="16708" y="5992"/>
                </a:lnTo>
                <a:lnTo>
                  <a:pt x="16708" y="5992"/>
                </a:lnTo>
                <a:lnTo>
                  <a:pt x="16683" y="6309"/>
                </a:lnTo>
                <a:lnTo>
                  <a:pt x="16635" y="6625"/>
                </a:lnTo>
                <a:lnTo>
                  <a:pt x="16537" y="6942"/>
                </a:lnTo>
                <a:lnTo>
                  <a:pt x="16391" y="7258"/>
                </a:lnTo>
                <a:lnTo>
                  <a:pt x="16391" y="7258"/>
                </a:lnTo>
                <a:lnTo>
                  <a:pt x="16342" y="7453"/>
                </a:lnTo>
                <a:lnTo>
                  <a:pt x="16294" y="7624"/>
                </a:lnTo>
                <a:lnTo>
                  <a:pt x="16196" y="7770"/>
                </a:lnTo>
                <a:lnTo>
                  <a:pt x="16123" y="7916"/>
                </a:lnTo>
                <a:lnTo>
                  <a:pt x="15928" y="8160"/>
                </a:lnTo>
                <a:lnTo>
                  <a:pt x="15758" y="8403"/>
                </a:lnTo>
                <a:lnTo>
                  <a:pt x="7891" y="16197"/>
                </a:lnTo>
                <a:lnTo>
                  <a:pt x="7891" y="16197"/>
                </a:lnTo>
                <a:lnTo>
                  <a:pt x="7794" y="16294"/>
                </a:lnTo>
                <a:lnTo>
                  <a:pt x="7696" y="16392"/>
                </a:lnTo>
                <a:lnTo>
                  <a:pt x="7574" y="16465"/>
                </a:lnTo>
                <a:lnTo>
                  <a:pt x="7453" y="16513"/>
                </a:lnTo>
                <a:lnTo>
                  <a:pt x="7185" y="16586"/>
                </a:lnTo>
                <a:lnTo>
                  <a:pt x="6941" y="16611"/>
                </a:lnTo>
                <a:lnTo>
                  <a:pt x="6941" y="16611"/>
                </a:lnTo>
                <a:lnTo>
                  <a:pt x="6649" y="16586"/>
                </a:lnTo>
                <a:lnTo>
                  <a:pt x="6503" y="16562"/>
                </a:lnTo>
                <a:lnTo>
                  <a:pt x="6381" y="16513"/>
                </a:lnTo>
                <a:lnTo>
                  <a:pt x="6235" y="16465"/>
                </a:lnTo>
                <a:lnTo>
                  <a:pt x="6113" y="16392"/>
                </a:lnTo>
                <a:lnTo>
                  <a:pt x="5991" y="16294"/>
                </a:lnTo>
                <a:lnTo>
                  <a:pt x="5894" y="16197"/>
                </a:lnTo>
                <a:lnTo>
                  <a:pt x="414" y="10839"/>
                </a:lnTo>
                <a:lnTo>
                  <a:pt x="414" y="10839"/>
                </a:lnTo>
                <a:lnTo>
                  <a:pt x="268" y="10595"/>
                </a:lnTo>
                <a:lnTo>
                  <a:pt x="122" y="10352"/>
                </a:lnTo>
                <a:lnTo>
                  <a:pt x="24" y="10108"/>
                </a:lnTo>
                <a:lnTo>
                  <a:pt x="0" y="10011"/>
                </a:lnTo>
                <a:lnTo>
                  <a:pt x="0" y="9889"/>
                </a:lnTo>
                <a:lnTo>
                  <a:pt x="0" y="9889"/>
                </a:lnTo>
                <a:lnTo>
                  <a:pt x="0" y="9718"/>
                </a:lnTo>
                <a:lnTo>
                  <a:pt x="24" y="9597"/>
                </a:lnTo>
                <a:lnTo>
                  <a:pt x="122" y="9329"/>
                </a:lnTo>
                <a:lnTo>
                  <a:pt x="268" y="9061"/>
                </a:lnTo>
                <a:lnTo>
                  <a:pt x="414" y="8842"/>
                </a:lnTo>
                <a:lnTo>
                  <a:pt x="414" y="8842"/>
                </a:lnTo>
                <a:close/>
                <a:moveTo>
                  <a:pt x="12519" y="4190"/>
                </a:moveTo>
                <a:lnTo>
                  <a:pt x="12519" y="4190"/>
                </a:lnTo>
                <a:lnTo>
                  <a:pt x="12689" y="4336"/>
                </a:lnTo>
                <a:lnTo>
                  <a:pt x="12859" y="4433"/>
                </a:lnTo>
                <a:lnTo>
                  <a:pt x="13030" y="4482"/>
                </a:lnTo>
                <a:lnTo>
                  <a:pt x="13249" y="4482"/>
                </a:lnTo>
                <a:lnTo>
                  <a:pt x="13249" y="4482"/>
                </a:lnTo>
                <a:lnTo>
                  <a:pt x="13444" y="4482"/>
                </a:lnTo>
                <a:lnTo>
                  <a:pt x="13615" y="4433"/>
                </a:lnTo>
                <a:lnTo>
                  <a:pt x="13761" y="4336"/>
                </a:lnTo>
                <a:lnTo>
                  <a:pt x="13882" y="4190"/>
                </a:lnTo>
                <a:lnTo>
                  <a:pt x="13882" y="4190"/>
                </a:lnTo>
                <a:lnTo>
                  <a:pt x="14029" y="4044"/>
                </a:lnTo>
                <a:lnTo>
                  <a:pt x="14102" y="3873"/>
                </a:lnTo>
                <a:lnTo>
                  <a:pt x="14150" y="3727"/>
                </a:lnTo>
                <a:lnTo>
                  <a:pt x="14175" y="3557"/>
                </a:lnTo>
                <a:lnTo>
                  <a:pt x="14175" y="3557"/>
                </a:lnTo>
                <a:lnTo>
                  <a:pt x="14150" y="3362"/>
                </a:lnTo>
                <a:lnTo>
                  <a:pt x="14102" y="3167"/>
                </a:lnTo>
                <a:lnTo>
                  <a:pt x="14029" y="2996"/>
                </a:lnTo>
                <a:lnTo>
                  <a:pt x="13882" y="2850"/>
                </a:lnTo>
                <a:lnTo>
                  <a:pt x="13882" y="2850"/>
                </a:lnTo>
                <a:lnTo>
                  <a:pt x="13761" y="2728"/>
                </a:lnTo>
                <a:lnTo>
                  <a:pt x="13615" y="2655"/>
                </a:lnTo>
                <a:lnTo>
                  <a:pt x="13444" y="2582"/>
                </a:lnTo>
                <a:lnTo>
                  <a:pt x="13249" y="2558"/>
                </a:lnTo>
                <a:lnTo>
                  <a:pt x="13249" y="2558"/>
                </a:lnTo>
                <a:lnTo>
                  <a:pt x="13030" y="2582"/>
                </a:lnTo>
                <a:lnTo>
                  <a:pt x="12859" y="2655"/>
                </a:lnTo>
                <a:lnTo>
                  <a:pt x="12689" y="2728"/>
                </a:lnTo>
                <a:lnTo>
                  <a:pt x="12519" y="2850"/>
                </a:lnTo>
                <a:lnTo>
                  <a:pt x="12519" y="2850"/>
                </a:lnTo>
                <a:lnTo>
                  <a:pt x="12445" y="2996"/>
                </a:lnTo>
                <a:lnTo>
                  <a:pt x="12372" y="3167"/>
                </a:lnTo>
                <a:lnTo>
                  <a:pt x="12324" y="3362"/>
                </a:lnTo>
                <a:lnTo>
                  <a:pt x="12324" y="3557"/>
                </a:lnTo>
                <a:lnTo>
                  <a:pt x="12324" y="3557"/>
                </a:lnTo>
                <a:lnTo>
                  <a:pt x="12324" y="3727"/>
                </a:lnTo>
                <a:lnTo>
                  <a:pt x="12372" y="3873"/>
                </a:lnTo>
                <a:lnTo>
                  <a:pt x="12445" y="4044"/>
                </a:lnTo>
                <a:lnTo>
                  <a:pt x="12519" y="4190"/>
                </a:lnTo>
                <a:lnTo>
                  <a:pt x="12519" y="4190"/>
                </a:lnTo>
                <a:close/>
              </a:path>
            </a:pathLst>
          </a:custGeom>
          <a:solidFill>
            <a:srgbClr val="00B050"/>
          </a:solidFill>
          <a:ln w="12175" cap="rnd" cmpd="sng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335" name="Shape 494">
            <a:extLst>
              <a:ext uri="{FF2B5EF4-FFF2-40B4-BE49-F238E27FC236}">
                <a16:creationId xmlns:a16="http://schemas.microsoft.com/office/drawing/2014/main" id="{EA84B345-239B-4D72-8FBC-293A857E4AD2}"/>
              </a:ext>
            </a:extLst>
          </p:cNvPr>
          <p:cNvSpPr/>
          <p:nvPr/>
        </p:nvSpPr>
        <p:spPr>
          <a:xfrm>
            <a:off x="8432737" y="1517395"/>
            <a:ext cx="299275" cy="268646"/>
          </a:xfrm>
          <a:custGeom>
            <a:avLst/>
            <a:gdLst/>
            <a:ahLst/>
            <a:cxnLst/>
            <a:rect l="0" t="0" r="0" b="0"/>
            <a:pathLst>
              <a:path w="16660" h="14955" fill="none" extrusionOk="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solidFill>
            <a:srgbClr val="00B050"/>
          </a:solidFill>
          <a:ln w="12175" cap="rnd" cmpd="sng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336" name="Shape 495">
            <a:extLst>
              <a:ext uri="{FF2B5EF4-FFF2-40B4-BE49-F238E27FC236}">
                <a16:creationId xmlns:a16="http://schemas.microsoft.com/office/drawing/2014/main" id="{FDCC63A6-D2BE-4438-B990-2D706D088C2C}"/>
              </a:ext>
            </a:extLst>
          </p:cNvPr>
          <p:cNvSpPr/>
          <p:nvPr/>
        </p:nvSpPr>
        <p:spPr>
          <a:xfrm>
            <a:off x="9002850" y="1519958"/>
            <a:ext cx="290527" cy="264264"/>
          </a:xfrm>
          <a:custGeom>
            <a:avLst/>
            <a:gdLst/>
            <a:ahLst/>
            <a:cxnLst/>
            <a:rect l="0" t="0" r="0" b="0"/>
            <a:pathLst>
              <a:path w="16173" h="14711" fill="none" extrusionOk="0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solidFill>
            <a:srgbClr val="00B050"/>
          </a:solidFill>
          <a:ln w="12175" cap="rnd" cmpd="sng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337" name="Shape 496">
            <a:extLst>
              <a:ext uri="{FF2B5EF4-FFF2-40B4-BE49-F238E27FC236}">
                <a16:creationId xmlns:a16="http://schemas.microsoft.com/office/drawing/2014/main" id="{468326B0-9511-4EDE-8F69-9FF2B15AD439}"/>
              </a:ext>
            </a:extLst>
          </p:cNvPr>
          <p:cNvSpPr/>
          <p:nvPr/>
        </p:nvSpPr>
        <p:spPr>
          <a:xfrm>
            <a:off x="9579118" y="1523026"/>
            <a:ext cx="271269" cy="259018"/>
          </a:xfrm>
          <a:custGeom>
            <a:avLst/>
            <a:gdLst/>
            <a:ahLst/>
            <a:cxnLst/>
            <a:rect l="0" t="0" r="0" b="0"/>
            <a:pathLst>
              <a:path w="15101" h="14418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solidFill>
            <a:srgbClr val="00B050"/>
          </a:solidFill>
          <a:ln w="12175" cap="rnd" cmpd="sng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338" name="Shape 497">
            <a:extLst>
              <a:ext uri="{FF2B5EF4-FFF2-40B4-BE49-F238E27FC236}">
                <a16:creationId xmlns:a16="http://schemas.microsoft.com/office/drawing/2014/main" id="{9D5F6D63-A088-40FC-B11C-A3F470A0131A}"/>
              </a:ext>
            </a:extLst>
          </p:cNvPr>
          <p:cNvGrpSpPr/>
          <p:nvPr/>
        </p:nvGrpSpPr>
        <p:grpSpPr>
          <a:xfrm>
            <a:off x="10127563" y="1502528"/>
            <a:ext cx="299275" cy="299706"/>
            <a:chOff x="5294400" y="974850"/>
            <a:chExt cx="416500" cy="417100"/>
          </a:xfrm>
          <a:solidFill>
            <a:srgbClr val="00B050"/>
          </a:solidFill>
        </p:grpSpPr>
        <p:sp>
          <p:nvSpPr>
            <p:cNvPr id="339" name="Shape 498">
              <a:extLst>
                <a:ext uri="{FF2B5EF4-FFF2-40B4-BE49-F238E27FC236}">
                  <a16:creationId xmlns:a16="http://schemas.microsoft.com/office/drawing/2014/main" id="{6C15FCD9-B954-42A6-929F-7491E9F1F456}"/>
                </a:ext>
              </a:extLst>
            </p:cNvPr>
            <p:cNvSpPr/>
            <p:nvPr/>
          </p:nvSpPr>
          <p:spPr>
            <a:xfrm>
              <a:off x="5325450" y="997975"/>
              <a:ext cx="151650" cy="154700"/>
            </a:xfrm>
            <a:custGeom>
              <a:avLst/>
              <a:gdLst/>
              <a:ahLst/>
              <a:cxnLst/>
              <a:rect l="0" t="0" r="0" b="0"/>
              <a:pathLst>
                <a:path w="6066" h="6188" fill="none" extrusionOk="0">
                  <a:moveTo>
                    <a:pt x="2680" y="74"/>
                  </a:moveTo>
                  <a:lnTo>
                    <a:pt x="2680" y="74"/>
                  </a:lnTo>
                  <a:lnTo>
                    <a:pt x="2607" y="1"/>
                  </a:lnTo>
                  <a:lnTo>
                    <a:pt x="2534" y="1"/>
                  </a:lnTo>
                  <a:lnTo>
                    <a:pt x="2461" y="25"/>
                  </a:lnTo>
                  <a:lnTo>
                    <a:pt x="2436" y="147"/>
                  </a:lnTo>
                  <a:lnTo>
                    <a:pt x="2095" y="1803"/>
                  </a:lnTo>
                  <a:lnTo>
                    <a:pt x="2095" y="1803"/>
                  </a:lnTo>
                  <a:lnTo>
                    <a:pt x="2047" y="1925"/>
                  </a:lnTo>
                  <a:lnTo>
                    <a:pt x="1974" y="2047"/>
                  </a:lnTo>
                  <a:lnTo>
                    <a:pt x="1852" y="2169"/>
                  </a:lnTo>
                  <a:lnTo>
                    <a:pt x="1730" y="2217"/>
                  </a:lnTo>
                  <a:lnTo>
                    <a:pt x="123" y="2753"/>
                  </a:lnTo>
                  <a:lnTo>
                    <a:pt x="123" y="2753"/>
                  </a:lnTo>
                  <a:lnTo>
                    <a:pt x="25" y="2826"/>
                  </a:lnTo>
                  <a:lnTo>
                    <a:pt x="1" y="2875"/>
                  </a:lnTo>
                  <a:lnTo>
                    <a:pt x="25" y="2948"/>
                  </a:lnTo>
                  <a:lnTo>
                    <a:pt x="98" y="3021"/>
                  </a:lnTo>
                  <a:lnTo>
                    <a:pt x="1584" y="3849"/>
                  </a:lnTo>
                  <a:lnTo>
                    <a:pt x="1584" y="3849"/>
                  </a:lnTo>
                  <a:lnTo>
                    <a:pt x="1706" y="3922"/>
                  </a:lnTo>
                  <a:lnTo>
                    <a:pt x="1803" y="4044"/>
                  </a:lnTo>
                  <a:lnTo>
                    <a:pt x="1852" y="4190"/>
                  </a:lnTo>
                  <a:lnTo>
                    <a:pt x="1876" y="4312"/>
                  </a:lnTo>
                  <a:lnTo>
                    <a:pt x="1901" y="6017"/>
                  </a:lnTo>
                  <a:lnTo>
                    <a:pt x="1901" y="6017"/>
                  </a:lnTo>
                  <a:lnTo>
                    <a:pt x="1925" y="6114"/>
                  </a:lnTo>
                  <a:lnTo>
                    <a:pt x="1974" y="6187"/>
                  </a:lnTo>
                  <a:lnTo>
                    <a:pt x="2047" y="6187"/>
                  </a:lnTo>
                  <a:lnTo>
                    <a:pt x="2120" y="6114"/>
                  </a:lnTo>
                  <a:lnTo>
                    <a:pt x="3362" y="4969"/>
                  </a:lnTo>
                  <a:lnTo>
                    <a:pt x="3362" y="4969"/>
                  </a:lnTo>
                  <a:lnTo>
                    <a:pt x="3484" y="4872"/>
                  </a:lnTo>
                  <a:lnTo>
                    <a:pt x="3630" y="4823"/>
                  </a:lnTo>
                  <a:lnTo>
                    <a:pt x="3776" y="4823"/>
                  </a:lnTo>
                  <a:lnTo>
                    <a:pt x="3922" y="4848"/>
                  </a:lnTo>
                  <a:lnTo>
                    <a:pt x="5530" y="5335"/>
                  </a:lnTo>
                  <a:lnTo>
                    <a:pt x="5530" y="5335"/>
                  </a:lnTo>
                  <a:lnTo>
                    <a:pt x="5651" y="5359"/>
                  </a:lnTo>
                  <a:lnTo>
                    <a:pt x="5700" y="5335"/>
                  </a:lnTo>
                  <a:lnTo>
                    <a:pt x="5724" y="5262"/>
                  </a:lnTo>
                  <a:lnTo>
                    <a:pt x="5700" y="5164"/>
                  </a:lnTo>
                  <a:lnTo>
                    <a:pt x="4994" y="3606"/>
                  </a:lnTo>
                  <a:lnTo>
                    <a:pt x="4994" y="3606"/>
                  </a:lnTo>
                  <a:lnTo>
                    <a:pt x="4945" y="3484"/>
                  </a:lnTo>
                  <a:lnTo>
                    <a:pt x="4945" y="3338"/>
                  </a:lnTo>
                  <a:lnTo>
                    <a:pt x="4969" y="3191"/>
                  </a:lnTo>
                  <a:lnTo>
                    <a:pt x="5042" y="3070"/>
                  </a:lnTo>
                  <a:lnTo>
                    <a:pt x="6017" y="1681"/>
                  </a:lnTo>
                  <a:lnTo>
                    <a:pt x="6017" y="1681"/>
                  </a:lnTo>
                  <a:lnTo>
                    <a:pt x="6065" y="1584"/>
                  </a:lnTo>
                  <a:lnTo>
                    <a:pt x="6065" y="1511"/>
                  </a:lnTo>
                  <a:lnTo>
                    <a:pt x="5992" y="1462"/>
                  </a:lnTo>
                  <a:lnTo>
                    <a:pt x="5895" y="1462"/>
                  </a:lnTo>
                  <a:lnTo>
                    <a:pt x="4190" y="1657"/>
                  </a:lnTo>
                  <a:lnTo>
                    <a:pt x="4190" y="1657"/>
                  </a:lnTo>
                  <a:lnTo>
                    <a:pt x="4068" y="1657"/>
                  </a:lnTo>
                  <a:lnTo>
                    <a:pt x="3922" y="1608"/>
                  </a:lnTo>
                  <a:lnTo>
                    <a:pt x="3800" y="1535"/>
                  </a:lnTo>
                  <a:lnTo>
                    <a:pt x="3703" y="1438"/>
                  </a:lnTo>
                  <a:lnTo>
                    <a:pt x="2680" y="74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40" name="Shape 499">
              <a:extLst>
                <a:ext uri="{FF2B5EF4-FFF2-40B4-BE49-F238E27FC236}">
                  <a16:creationId xmlns:a16="http://schemas.microsoft.com/office/drawing/2014/main" id="{E1A918D8-FCDE-481D-9DBC-C21FFD9B0D10}"/>
                </a:ext>
              </a:extLst>
            </p:cNvPr>
            <p:cNvSpPr/>
            <p:nvPr/>
          </p:nvSpPr>
          <p:spPr>
            <a:xfrm>
              <a:off x="5294400" y="974850"/>
              <a:ext cx="416500" cy="417100"/>
            </a:xfrm>
            <a:custGeom>
              <a:avLst/>
              <a:gdLst/>
              <a:ahLst/>
              <a:cxnLst/>
              <a:rect l="0" t="0" r="0" b="0"/>
              <a:pathLst>
                <a:path w="16660" h="16684" fill="none" extrusionOk="0">
                  <a:moveTo>
                    <a:pt x="4872" y="12202"/>
                  </a:moveTo>
                  <a:lnTo>
                    <a:pt x="4872" y="12202"/>
                  </a:lnTo>
                  <a:lnTo>
                    <a:pt x="5261" y="12178"/>
                  </a:lnTo>
                  <a:lnTo>
                    <a:pt x="5627" y="12154"/>
                  </a:lnTo>
                  <a:lnTo>
                    <a:pt x="5992" y="12105"/>
                  </a:lnTo>
                  <a:lnTo>
                    <a:pt x="6357" y="12032"/>
                  </a:lnTo>
                  <a:lnTo>
                    <a:pt x="6698" y="11959"/>
                  </a:lnTo>
                  <a:lnTo>
                    <a:pt x="7039" y="11861"/>
                  </a:lnTo>
                  <a:lnTo>
                    <a:pt x="7380" y="11740"/>
                  </a:lnTo>
                  <a:lnTo>
                    <a:pt x="7721" y="11618"/>
                  </a:lnTo>
                  <a:lnTo>
                    <a:pt x="8038" y="11472"/>
                  </a:lnTo>
                  <a:lnTo>
                    <a:pt x="8355" y="11301"/>
                  </a:lnTo>
                  <a:lnTo>
                    <a:pt x="8671" y="11131"/>
                  </a:lnTo>
                  <a:lnTo>
                    <a:pt x="8963" y="10936"/>
                  </a:lnTo>
                  <a:lnTo>
                    <a:pt x="9256" y="10741"/>
                  </a:lnTo>
                  <a:lnTo>
                    <a:pt x="9524" y="10522"/>
                  </a:lnTo>
                  <a:lnTo>
                    <a:pt x="9792" y="10303"/>
                  </a:lnTo>
                  <a:lnTo>
                    <a:pt x="10035" y="10059"/>
                  </a:lnTo>
                  <a:lnTo>
                    <a:pt x="10279" y="9791"/>
                  </a:lnTo>
                  <a:lnTo>
                    <a:pt x="10522" y="9523"/>
                  </a:lnTo>
                  <a:lnTo>
                    <a:pt x="10741" y="9255"/>
                  </a:lnTo>
                  <a:lnTo>
                    <a:pt x="10936" y="8963"/>
                  </a:lnTo>
                  <a:lnTo>
                    <a:pt x="11131" y="8671"/>
                  </a:lnTo>
                  <a:lnTo>
                    <a:pt x="11302" y="8379"/>
                  </a:lnTo>
                  <a:lnTo>
                    <a:pt x="11472" y="8062"/>
                  </a:lnTo>
                  <a:lnTo>
                    <a:pt x="11618" y="7721"/>
                  </a:lnTo>
                  <a:lnTo>
                    <a:pt x="11740" y="7404"/>
                  </a:lnTo>
                  <a:lnTo>
                    <a:pt x="11862" y="7063"/>
                  </a:lnTo>
                  <a:lnTo>
                    <a:pt x="11959" y="6722"/>
                  </a:lnTo>
                  <a:lnTo>
                    <a:pt x="12032" y="6357"/>
                  </a:lnTo>
                  <a:lnTo>
                    <a:pt x="12105" y="5992"/>
                  </a:lnTo>
                  <a:lnTo>
                    <a:pt x="12154" y="5626"/>
                  </a:lnTo>
                  <a:lnTo>
                    <a:pt x="12178" y="5261"/>
                  </a:lnTo>
                  <a:lnTo>
                    <a:pt x="12178" y="4896"/>
                  </a:lnTo>
                  <a:lnTo>
                    <a:pt x="12178" y="4896"/>
                  </a:lnTo>
                  <a:lnTo>
                    <a:pt x="12178" y="4531"/>
                  </a:lnTo>
                  <a:lnTo>
                    <a:pt x="12154" y="4190"/>
                  </a:lnTo>
                  <a:lnTo>
                    <a:pt x="12105" y="3849"/>
                  </a:lnTo>
                  <a:lnTo>
                    <a:pt x="12057" y="3508"/>
                  </a:lnTo>
                  <a:lnTo>
                    <a:pt x="11983" y="3191"/>
                  </a:lnTo>
                  <a:lnTo>
                    <a:pt x="11886" y="2850"/>
                  </a:lnTo>
                  <a:lnTo>
                    <a:pt x="11789" y="2533"/>
                  </a:lnTo>
                  <a:lnTo>
                    <a:pt x="11691" y="2217"/>
                  </a:lnTo>
                  <a:lnTo>
                    <a:pt x="11545" y="1925"/>
                  </a:lnTo>
                  <a:lnTo>
                    <a:pt x="11423" y="1632"/>
                  </a:lnTo>
                  <a:lnTo>
                    <a:pt x="11253" y="1340"/>
                  </a:lnTo>
                  <a:lnTo>
                    <a:pt x="11107" y="1048"/>
                  </a:lnTo>
                  <a:lnTo>
                    <a:pt x="10912" y="780"/>
                  </a:lnTo>
                  <a:lnTo>
                    <a:pt x="10717" y="512"/>
                  </a:lnTo>
                  <a:lnTo>
                    <a:pt x="10303" y="0"/>
                  </a:lnTo>
                  <a:lnTo>
                    <a:pt x="10303" y="0"/>
                  </a:lnTo>
                  <a:lnTo>
                    <a:pt x="10644" y="98"/>
                  </a:lnTo>
                  <a:lnTo>
                    <a:pt x="10985" y="220"/>
                  </a:lnTo>
                  <a:lnTo>
                    <a:pt x="11642" y="463"/>
                  </a:lnTo>
                  <a:lnTo>
                    <a:pt x="12251" y="780"/>
                  </a:lnTo>
                  <a:lnTo>
                    <a:pt x="12836" y="1121"/>
                  </a:lnTo>
                  <a:lnTo>
                    <a:pt x="13396" y="1535"/>
                  </a:lnTo>
                  <a:lnTo>
                    <a:pt x="13932" y="1973"/>
                  </a:lnTo>
                  <a:lnTo>
                    <a:pt x="14419" y="2460"/>
                  </a:lnTo>
                  <a:lnTo>
                    <a:pt x="14857" y="2972"/>
                  </a:lnTo>
                  <a:lnTo>
                    <a:pt x="15271" y="3532"/>
                  </a:lnTo>
                  <a:lnTo>
                    <a:pt x="15612" y="4116"/>
                  </a:lnTo>
                  <a:lnTo>
                    <a:pt x="15929" y="4750"/>
                  </a:lnTo>
                  <a:lnTo>
                    <a:pt x="16197" y="5383"/>
                  </a:lnTo>
                  <a:lnTo>
                    <a:pt x="16294" y="5724"/>
                  </a:lnTo>
                  <a:lnTo>
                    <a:pt x="16392" y="6065"/>
                  </a:lnTo>
                  <a:lnTo>
                    <a:pt x="16465" y="6406"/>
                  </a:lnTo>
                  <a:lnTo>
                    <a:pt x="16538" y="6771"/>
                  </a:lnTo>
                  <a:lnTo>
                    <a:pt x="16587" y="7112"/>
                  </a:lnTo>
                  <a:lnTo>
                    <a:pt x="16635" y="7477"/>
                  </a:lnTo>
                  <a:lnTo>
                    <a:pt x="16660" y="7843"/>
                  </a:lnTo>
                  <a:lnTo>
                    <a:pt x="16660" y="8208"/>
                  </a:lnTo>
                  <a:lnTo>
                    <a:pt x="16660" y="8208"/>
                  </a:lnTo>
                  <a:lnTo>
                    <a:pt x="16660" y="8647"/>
                  </a:lnTo>
                  <a:lnTo>
                    <a:pt x="16611" y="9061"/>
                  </a:lnTo>
                  <a:lnTo>
                    <a:pt x="16562" y="9499"/>
                  </a:lnTo>
                  <a:lnTo>
                    <a:pt x="16489" y="9913"/>
                  </a:lnTo>
                  <a:lnTo>
                    <a:pt x="16392" y="10327"/>
                  </a:lnTo>
                  <a:lnTo>
                    <a:pt x="16294" y="10717"/>
                  </a:lnTo>
                  <a:lnTo>
                    <a:pt x="16148" y="11131"/>
                  </a:lnTo>
                  <a:lnTo>
                    <a:pt x="16002" y="11496"/>
                  </a:lnTo>
                  <a:lnTo>
                    <a:pt x="15832" y="11886"/>
                  </a:lnTo>
                  <a:lnTo>
                    <a:pt x="15637" y="12251"/>
                  </a:lnTo>
                  <a:lnTo>
                    <a:pt x="15442" y="12592"/>
                  </a:lnTo>
                  <a:lnTo>
                    <a:pt x="15223" y="12933"/>
                  </a:lnTo>
                  <a:lnTo>
                    <a:pt x="14979" y="13274"/>
                  </a:lnTo>
                  <a:lnTo>
                    <a:pt x="14736" y="13591"/>
                  </a:lnTo>
                  <a:lnTo>
                    <a:pt x="14468" y="13907"/>
                  </a:lnTo>
                  <a:lnTo>
                    <a:pt x="14175" y="14199"/>
                  </a:lnTo>
                  <a:lnTo>
                    <a:pt x="13883" y="14467"/>
                  </a:lnTo>
                  <a:lnTo>
                    <a:pt x="13591" y="14735"/>
                  </a:lnTo>
                  <a:lnTo>
                    <a:pt x="13274" y="15003"/>
                  </a:lnTo>
                  <a:lnTo>
                    <a:pt x="12933" y="15222"/>
                  </a:lnTo>
                  <a:lnTo>
                    <a:pt x="12592" y="15442"/>
                  </a:lnTo>
                  <a:lnTo>
                    <a:pt x="12227" y="15661"/>
                  </a:lnTo>
                  <a:lnTo>
                    <a:pt x="11862" y="15831"/>
                  </a:lnTo>
                  <a:lnTo>
                    <a:pt x="11496" y="16002"/>
                  </a:lnTo>
                  <a:lnTo>
                    <a:pt x="11107" y="16172"/>
                  </a:lnTo>
                  <a:lnTo>
                    <a:pt x="10717" y="16294"/>
                  </a:lnTo>
                  <a:lnTo>
                    <a:pt x="10303" y="16416"/>
                  </a:lnTo>
                  <a:lnTo>
                    <a:pt x="9913" y="16513"/>
                  </a:lnTo>
                  <a:lnTo>
                    <a:pt x="9475" y="16586"/>
                  </a:lnTo>
                  <a:lnTo>
                    <a:pt x="9061" y="16635"/>
                  </a:lnTo>
                  <a:lnTo>
                    <a:pt x="8622" y="16659"/>
                  </a:lnTo>
                  <a:lnTo>
                    <a:pt x="8208" y="16684"/>
                  </a:lnTo>
                  <a:lnTo>
                    <a:pt x="8208" y="16684"/>
                  </a:lnTo>
                  <a:lnTo>
                    <a:pt x="7819" y="16659"/>
                  </a:lnTo>
                  <a:lnTo>
                    <a:pt x="7453" y="16635"/>
                  </a:lnTo>
                  <a:lnTo>
                    <a:pt x="7112" y="16611"/>
                  </a:lnTo>
                  <a:lnTo>
                    <a:pt x="6747" y="16562"/>
                  </a:lnTo>
                  <a:lnTo>
                    <a:pt x="6406" y="16489"/>
                  </a:lnTo>
                  <a:lnTo>
                    <a:pt x="6065" y="16391"/>
                  </a:lnTo>
                  <a:lnTo>
                    <a:pt x="5724" y="16294"/>
                  </a:lnTo>
                  <a:lnTo>
                    <a:pt x="5383" y="16197"/>
                  </a:lnTo>
                  <a:lnTo>
                    <a:pt x="4726" y="15929"/>
                  </a:lnTo>
                  <a:lnTo>
                    <a:pt x="4117" y="15636"/>
                  </a:lnTo>
                  <a:lnTo>
                    <a:pt x="3532" y="15271"/>
                  </a:lnTo>
                  <a:lnTo>
                    <a:pt x="2972" y="14857"/>
                  </a:lnTo>
                  <a:lnTo>
                    <a:pt x="2436" y="14419"/>
                  </a:lnTo>
                  <a:lnTo>
                    <a:pt x="1974" y="13932"/>
                  </a:lnTo>
                  <a:lnTo>
                    <a:pt x="1511" y="13420"/>
                  </a:lnTo>
                  <a:lnTo>
                    <a:pt x="1121" y="12860"/>
                  </a:lnTo>
                  <a:lnTo>
                    <a:pt x="756" y="12275"/>
                  </a:lnTo>
                  <a:lnTo>
                    <a:pt x="464" y="11642"/>
                  </a:lnTo>
                  <a:lnTo>
                    <a:pt x="196" y="10985"/>
                  </a:lnTo>
                  <a:lnTo>
                    <a:pt x="98" y="10668"/>
                  </a:lnTo>
                  <a:lnTo>
                    <a:pt x="1" y="10327"/>
                  </a:lnTo>
                  <a:lnTo>
                    <a:pt x="1" y="10327"/>
                  </a:lnTo>
                  <a:lnTo>
                    <a:pt x="488" y="10741"/>
                  </a:lnTo>
                  <a:lnTo>
                    <a:pt x="756" y="10936"/>
                  </a:lnTo>
                  <a:lnTo>
                    <a:pt x="1048" y="11106"/>
                  </a:lnTo>
                  <a:lnTo>
                    <a:pt x="1316" y="11277"/>
                  </a:lnTo>
                  <a:lnTo>
                    <a:pt x="1608" y="11423"/>
                  </a:lnTo>
                  <a:lnTo>
                    <a:pt x="1901" y="11569"/>
                  </a:lnTo>
                  <a:lnTo>
                    <a:pt x="2217" y="11691"/>
                  </a:lnTo>
                  <a:lnTo>
                    <a:pt x="2534" y="11813"/>
                  </a:lnTo>
                  <a:lnTo>
                    <a:pt x="2850" y="11910"/>
                  </a:lnTo>
                  <a:lnTo>
                    <a:pt x="3167" y="11983"/>
                  </a:lnTo>
                  <a:lnTo>
                    <a:pt x="3508" y="12056"/>
                  </a:lnTo>
                  <a:lnTo>
                    <a:pt x="3849" y="12129"/>
                  </a:lnTo>
                  <a:lnTo>
                    <a:pt x="4190" y="12154"/>
                  </a:lnTo>
                  <a:lnTo>
                    <a:pt x="4531" y="12178"/>
                  </a:lnTo>
                  <a:lnTo>
                    <a:pt x="4872" y="12202"/>
                  </a:lnTo>
                  <a:lnTo>
                    <a:pt x="4872" y="12202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341" name="Shape 500">
            <a:extLst>
              <a:ext uri="{FF2B5EF4-FFF2-40B4-BE49-F238E27FC236}">
                <a16:creationId xmlns:a16="http://schemas.microsoft.com/office/drawing/2014/main" id="{FAF469B6-284C-44E1-84C9-7C82BCD26C5A}"/>
              </a:ext>
            </a:extLst>
          </p:cNvPr>
          <p:cNvGrpSpPr/>
          <p:nvPr/>
        </p:nvGrpSpPr>
        <p:grpSpPr>
          <a:xfrm>
            <a:off x="10650585" y="1463129"/>
            <a:ext cx="371022" cy="361393"/>
            <a:chOff x="5916675" y="927975"/>
            <a:chExt cx="516350" cy="502950"/>
          </a:xfrm>
          <a:solidFill>
            <a:srgbClr val="00B050"/>
          </a:solidFill>
        </p:grpSpPr>
        <p:sp>
          <p:nvSpPr>
            <p:cNvPr id="342" name="Shape 501">
              <a:extLst>
                <a:ext uri="{FF2B5EF4-FFF2-40B4-BE49-F238E27FC236}">
                  <a16:creationId xmlns:a16="http://schemas.microsoft.com/office/drawing/2014/main" id="{9C802F04-123F-478C-A443-016EAAC7E120}"/>
                </a:ext>
              </a:extLst>
            </p:cNvPr>
            <p:cNvSpPr/>
            <p:nvPr/>
          </p:nvSpPr>
          <p:spPr>
            <a:xfrm>
              <a:off x="5916675" y="927975"/>
              <a:ext cx="516350" cy="502950"/>
            </a:xfrm>
            <a:custGeom>
              <a:avLst/>
              <a:gdLst/>
              <a:ahLst/>
              <a:cxnLst/>
              <a:rect l="0" t="0" r="0" b="0"/>
              <a:pathLst>
                <a:path w="20654" h="20118" fill="none" extrusionOk="0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43" name="Shape 502">
              <a:extLst>
                <a:ext uri="{FF2B5EF4-FFF2-40B4-BE49-F238E27FC236}">
                  <a16:creationId xmlns:a16="http://schemas.microsoft.com/office/drawing/2014/main" id="{88D2FCF8-47DF-4105-8361-E41A24F61C64}"/>
                </a:ext>
              </a:extLst>
            </p:cNvPr>
            <p:cNvSpPr/>
            <p:nvPr/>
          </p:nvSpPr>
          <p:spPr>
            <a:xfrm>
              <a:off x="6006800" y="1011375"/>
              <a:ext cx="336125" cy="336125"/>
            </a:xfrm>
            <a:custGeom>
              <a:avLst/>
              <a:gdLst/>
              <a:ahLst/>
              <a:cxnLst/>
              <a:rect l="0" t="0" r="0" b="0"/>
              <a:pathLst>
                <a:path w="13445" h="13445" fill="none" extrusionOk="0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344" name="Shape 503">
            <a:extLst>
              <a:ext uri="{FF2B5EF4-FFF2-40B4-BE49-F238E27FC236}">
                <a16:creationId xmlns:a16="http://schemas.microsoft.com/office/drawing/2014/main" id="{21D6E4BF-C1DE-45D2-B4F0-E12ED03D1158}"/>
              </a:ext>
            </a:extLst>
          </p:cNvPr>
          <p:cNvGrpSpPr/>
          <p:nvPr/>
        </p:nvGrpSpPr>
        <p:grpSpPr>
          <a:xfrm>
            <a:off x="6152229" y="2112542"/>
            <a:ext cx="334269" cy="225768"/>
            <a:chOff x="564675" y="1700625"/>
            <a:chExt cx="465200" cy="314200"/>
          </a:xfrm>
          <a:solidFill>
            <a:srgbClr val="00B050"/>
          </a:solidFill>
        </p:grpSpPr>
        <p:sp>
          <p:nvSpPr>
            <p:cNvPr id="345" name="Shape 504">
              <a:extLst>
                <a:ext uri="{FF2B5EF4-FFF2-40B4-BE49-F238E27FC236}">
                  <a16:creationId xmlns:a16="http://schemas.microsoft.com/office/drawing/2014/main" id="{B8B4CBD5-1161-4682-BA01-42E12972B13B}"/>
                </a:ext>
              </a:extLst>
            </p:cNvPr>
            <p:cNvSpPr/>
            <p:nvPr/>
          </p:nvSpPr>
          <p:spPr>
            <a:xfrm>
              <a:off x="564675" y="1700625"/>
              <a:ext cx="465200" cy="29250"/>
            </a:xfrm>
            <a:custGeom>
              <a:avLst/>
              <a:gdLst/>
              <a:ahLst/>
              <a:cxnLst/>
              <a:rect l="0" t="0" r="0" b="0"/>
              <a:pathLst>
                <a:path w="18608" h="1170" fill="none" extrusionOk="0">
                  <a:moveTo>
                    <a:pt x="18608" y="1170"/>
                  </a:moveTo>
                  <a:lnTo>
                    <a:pt x="18608" y="488"/>
                  </a:lnTo>
                  <a:lnTo>
                    <a:pt x="18608" y="488"/>
                  </a:lnTo>
                  <a:lnTo>
                    <a:pt x="18608" y="390"/>
                  </a:lnTo>
                  <a:lnTo>
                    <a:pt x="18559" y="293"/>
                  </a:lnTo>
                  <a:lnTo>
                    <a:pt x="18535" y="220"/>
                  </a:lnTo>
                  <a:lnTo>
                    <a:pt x="18462" y="147"/>
                  </a:lnTo>
                  <a:lnTo>
                    <a:pt x="18389" y="74"/>
                  </a:lnTo>
                  <a:lnTo>
                    <a:pt x="18316" y="49"/>
                  </a:lnTo>
                  <a:lnTo>
                    <a:pt x="18218" y="1"/>
                  </a:lnTo>
                  <a:lnTo>
                    <a:pt x="18121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49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0"/>
                  </a:lnTo>
                  <a:lnTo>
                    <a:pt x="1" y="488"/>
                  </a:lnTo>
                  <a:lnTo>
                    <a:pt x="1" y="117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46" name="Shape 505">
              <a:extLst>
                <a:ext uri="{FF2B5EF4-FFF2-40B4-BE49-F238E27FC236}">
                  <a16:creationId xmlns:a16="http://schemas.microsoft.com/office/drawing/2014/main" id="{A88F27B6-6722-4ECB-A366-3D67D6A296AD}"/>
                </a:ext>
              </a:extLst>
            </p:cNvPr>
            <p:cNvSpPr/>
            <p:nvPr/>
          </p:nvSpPr>
          <p:spPr>
            <a:xfrm>
              <a:off x="564675" y="1732300"/>
              <a:ext cx="465200" cy="272175"/>
            </a:xfrm>
            <a:custGeom>
              <a:avLst/>
              <a:gdLst/>
              <a:ahLst/>
              <a:cxnLst/>
              <a:rect l="0" t="0" r="0" b="0"/>
              <a:pathLst>
                <a:path w="18608" h="10887" fill="none" extrusionOk="0">
                  <a:moveTo>
                    <a:pt x="13493" y="7209"/>
                  </a:moveTo>
                  <a:lnTo>
                    <a:pt x="18608" y="10887"/>
                  </a:lnTo>
                  <a:lnTo>
                    <a:pt x="18608" y="10887"/>
                  </a:lnTo>
                  <a:lnTo>
                    <a:pt x="18608" y="10814"/>
                  </a:lnTo>
                  <a:lnTo>
                    <a:pt x="18608" y="0"/>
                  </a:lnTo>
                  <a:lnTo>
                    <a:pt x="9450" y="6625"/>
                  </a:lnTo>
                  <a:lnTo>
                    <a:pt x="9450" y="6625"/>
                  </a:lnTo>
                  <a:lnTo>
                    <a:pt x="9377" y="6673"/>
                  </a:lnTo>
                  <a:lnTo>
                    <a:pt x="9304" y="6673"/>
                  </a:lnTo>
                  <a:lnTo>
                    <a:pt x="9304" y="6673"/>
                  </a:lnTo>
                  <a:lnTo>
                    <a:pt x="9231" y="6673"/>
                  </a:lnTo>
                  <a:lnTo>
                    <a:pt x="9158" y="6625"/>
                  </a:lnTo>
                  <a:lnTo>
                    <a:pt x="1" y="0"/>
                  </a:lnTo>
                  <a:lnTo>
                    <a:pt x="1" y="10814"/>
                  </a:lnTo>
                  <a:lnTo>
                    <a:pt x="1" y="10814"/>
                  </a:lnTo>
                  <a:lnTo>
                    <a:pt x="1" y="10887"/>
                  </a:lnTo>
                  <a:lnTo>
                    <a:pt x="5115" y="7209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47" name="Shape 506">
              <a:extLst>
                <a:ext uri="{FF2B5EF4-FFF2-40B4-BE49-F238E27FC236}">
                  <a16:creationId xmlns:a16="http://schemas.microsoft.com/office/drawing/2014/main" id="{C93DBCAD-5578-41D2-817E-1195AD847794}"/>
                </a:ext>
              </a:extLst>
            </p:cNvPr>
            <p:cNvSpPr/>
            <p:nvPr/>
          </p:nvSpPr>
          <p:spPr>
            <a:xfrm>
              <a:off x="572600" y="2014200"/>
              <a:ext cx="449375" cy="625"/>
            </a:xfrm>
            <a:custGeom>
              <a:avLst/>
              <a:gdLst/>
              <a:ahLst/>
              <a:cxnLst/>
              <a:rect l="0" t="0" r="0" b="0"/>
              <a:pathLst>
                <a:path w="17975" h="2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98" y="25"/>
                  </a:lnTo>
                  <a:lnTo>
                    <a:pt x="171" y="25"/>
                  </a:lnTo>
                  <a:lnTo>
                    <a:pt x="17804" y="25"/>
                  </a:lnTo>
                  <a:lnTo>
                    <a:pt x="17804" y="25"/>
                  </a:lnTo>
                  <a:lnTo>
                    <a:pt x="17877" y="25"/>
                  </a:lnTo>
                  <a:lnTo>
                    <a:pt x="17974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348" name="Shape 507">
            <a:extLst>
              <a:ext uri="{FF2B5EF4-FFF2-40B4-BE49-F238E27FC236}">
                <a16:creationId xmlns:a16="http://schemas.microsoft.com/office/drawing/2014/main" id="{6031F711-D667-4BDD-906F-251938186CF8}"/>
              </a:ext>
            </a:extLst>
          </p:cNvPr>
          <p:cNvGrpSpPr/>
          <p:nvPr/>
        </p:nvGrpSpPr>
        <p:grpSpPr>
          <a:xfrm>
            <a:off x="6717214" y="2048055"/>
            <a:ext cx="334268" cy="327280"/>
            <a:chOff x="1236875" y="1623900"/>
            <a:chExt cx="465200" cy="455475"/>
          </a:xfrm>
          <a:solidFill>
            <a:srgbClr val="00B050"/>
          </a:solidFill>
        </p:grpSpPr>
        <p:sp>
          <p:nvSpPr>
            <p:cNvPr id="349" name="Shape 508">
              <a:extLst>
                <a:ext uri="{FF2B5EF4-FFF2-40B4-BE49-F238E27FC236}">
                  <a16:creationId xmlns:a16="http://schemas.microsoft.com/office/drawing/2014/main" id="{641323D9-4377-410A-939B-E101D7ED84A7}"/>
                </a:ext>
              </a:extLst>
            </p:cNvPr>
            <p:cNvSpPr/>
            <p:nvPr/>
          </p:nvSpPr>
          <p:spPr>
            <a:xfrm>
              <a:off x="1236875" y="1623900"/>
              <a:ext cx="465200" cy="445125"/>
            </a:xfrm>
            <a:custGeom>
              <a:avLst/>
              <a:gdLst/>
              <a:ahLst/>
              <a:cxnLst/>
              <a:rect l="0" t="0" r="0" b="0"/>
              <a:pathLst>
                <a:path w="18608" h="17805" fill="none" extrusionOk="0">
                  <a:moveTo>
                    <a:pt x="13493" y="14127"/>
                  </a:moveTo>
                  <a:lnTo>
                    <a:pt x="18608" y="17804"/>
                  </a:lnTo>
                  <a:lnTo>
                    <a:pt x="18608" y="17804"/>
                  </a:lnTo>
                  <a:lnTo>
                    <a:pt x="18608" y="17731"/>
                  </a:lnTo>
                  <a:lnTo>
                    <a:pt x="18608" y="6723"/>
                  </a:lnTo>
                  <a:lnTo>
                    <a:pt x="9304" y="1"/>
                  </a:lnTo>
                  <a:lnTo>
                    <a:pt x="1" y="6723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1" y="17804"/>
                  </a:lnTo>
                  <a:lnTo>
                    <a:pt x="5115" y="14127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50" name="Shape 509">
              <a:extLst>
                <a:ext uri="{FF2B5EF4-FFF2-40B4-BE49-F238E27FC236}">
                  <a16:creationId xmlns:a16="http://schemas.microsoft.com/office/drawing/2014/main" id="{C3D2158C-32F4-4473-99C3-D558B2B571A8}"/>
                </a:ext>
              </a:extLst>
            </p:cNvPr>
            <p:cNvSpPr/>
            <p:nvPr/>
          </p:nvSpPr>
          <p:spPr>
            <a:xfrm>
              <a:off x="1244800" y="2078750"/>
              <a:ext cx="449375" cy="625"/>
            </a:xfrm>
            <a:custGeom>
              <a:avLst/>
              <a:gdLst/>
              <a:ahLst/>
              <a:cxnLst/>
              <a:rect l="0" t="0" r="0" b="0"/>
              <a:pathLst>
                <a:path w="17975" h="2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98" y="0"/>
                  </a:lnTo>
                  <a:lnTo>
                    <a:pt x="171" y="24"/>
                  </a:lnTo>
                  <a:lnTo>
                    <a:pt x="17804" y="24"/>
                  </a:lnTo>
                  <a:lnTo>
                    <a:pt x="17804" y="24"/>
                  </a:lnTo>
                  <a:lnTo>
                    <a:pt x="17877" y="0"/>
                  </a:lnTo>
                  <a:lnTo>
                    <a:pt x="17974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51" name="Shape 510">
              <a:extLst>
                <a:ext uri="{FF2B5EF4-FFF2-40B4-BE49-F238E27FC236}">
                  <a16:creationId xmlns:a16="http://schemas.microsoft.com/office/drawing/2014/main" id="{368CEC95-25A0-4C37-A15A-5974D11AC66D}"/>
                </a:ext>
              </a:extLst>
            </p:cNvPr>
            <p:cNvSpPr/>
            <p:nvPr/>
          </p:nvSpPr>
          <p:spPr>
            <a:xfrm>
              <a:off x="1236875" y="1791950"/>
              <a:ext cx="465200" cy="171725"/>
            </a:xfrm>
            <a:custGeom>
              <a:avLst/>
              <a:gdLst/>
              <a:ahLst/>
              <a:cxnLst/>
              <a:rect l="0" t="0" r="0" b="0"/>
              <a:pathLst>
                <a:path w="18608" h="6868" fill="none" extrusionOk="0">
                  <a:moveTo>
                    <a:pt x="18608" y="1"/>
                  </a:moveTo>
                  <a:lnTo>
                    <a:pt x="9450" y="6820"/>
                  </a:lnTo>
                  <a:lnTo>
                    <a:pt x="9450" y="6820"/>
                  </a:lnTo>
                  <a:lnTo>
                    <a:pt x="9377" y="6845"/>
                  </a:lnTo>
                  <a:lnTo>
                    <a:pt x="9304" y="6869"/>
                  </a:lnTo>
                  <a:lnTo>
                    <a:pt x="9304" y="6869"/>
                  </a:lnTo>
                  <a:lnTo>
                    <a:pt x="9231" y="6845"/>
                  </a:lnTo>
                  <a:lnTo>
                    <a:pt x="9158" y="6820"/>
                  </a:lnTo>
                  <a:lnTo>
                    <a:pt x="1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52" name="Shape 511">
              <a:extLst>
                <a:ext uri="{FF2B5EF4-FFF2-40B4-BE49-F238E27FC236}">
                  <a16:creationId xmlns:a16="http://schemas.microsoft.com/office/drawing/2014/main" id="{C8860E12-6401-44D1-A198-A77C75878668}"/>
                </a:ext>
              </a:extLst>
            </p:cNvPr>
            <p:cNvSpPr/>
            <p:nvPr/>
          </p:nvSpPr>
          <p:spPr>
            <a:xfrm>
              <a:off x="1330025" y="1750550"/>
              <a:ext cx="278900" cy="110850"/>
            </a:xfrm>
            <a:custGeom>
              <a:avLst/>
              <a:gdLst/>
              <a:ahLst/>
              <a:cxnLst/>
              <a:rect l="0" t="0" r="0" b="0"/>
              <a:pathLst>
                <a:path w="11156" h="4434" fill="none" extrusionOk="0">
                  <a:moveTo>
                    <a:pt x="1" y="4433"/>
                  </a:moveTo>
                  <a:lnTo>
                    <a:pt x="1" y="1"/>
                  </a:lnTo>
                  <a:lnTo>
                    <a:pt x="11155" y="1"/>
                  </a:lnTo>
                  <a:lnTo>
                    <a:pt x="11155" y="443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53" name="Shape 512">
              <a:extLst>
                <a:ext uri="{FF2B5EF4-FFF2-40B4-BE49-F238E27FC236}">
                  <a16:creationId xmlns:a16="http://schemas.microsoft.com/office/drawing/2014/main" id="{3D917068-BB17-4C34-8BA0-01BA273F77F1}"/>
                </a:ext>
              </a:extLst>
            </p:cNvPr>
            <p:cNvSpPr/>
            <p:nvPr/>
          </p:nvSpPr>
          <p:spPr>
            <a:xfrm>
              <a:off x="1402500" y="1810225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54" name="Shape 513">
              <a:extLst>
                <a:ext uri="{FF2B5EF4-FFF2-40B4-BE49-F238E27FC236}">
                  <a16:creationId xmlns:a16="http://schemas.microsoft.com/office/drawing/2014/main" id="{6C9B1491-0C88-4DEA-A1B8-F5E36C16F21C}"/>
                </a:ext>
              </a:extLst>
            </p:cNvPr>
            <p:cNvSpPr/>
            <p:nvPr/>
          </p:nvSpPr>
          <p:spPr>
            <a:xfrm>
              <a:off x="1402500" y="1844325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55" name="Shape 514">
              <a:extLst>
                <a:ext uri="{FF2B5EF4-FFF2-40B4-BE49-F238E27FC236}">
                  <a16:creationId xmlns:a16="http://schemas.microsoft.com/office/drawing/2014/main" id="{73E967A8-C6AE-4D25-A3AE-FFFE9DDECB52}"/>
                </a:ext>
              </a:extLst>
            </p:cNvPr>
            <p:cNvSpPr/>
            <p:nvPr/>
          </p:nvSpPr>
          <p:spPr>
            <a:xfrm>
              <a:off x="1402500" y="1878425"/>
              <a:ext cx="85250" cy="25"/>
            </a:xfrm>
            <a:custGeom>
              <a:avLst/>
              <a:gdLst/>
              <a:ahLst/>
              <a:cxnLst/>
              <a:rect l="0" t="0" r="0" b="0"/>
              <a:pathLst>
                <a:path w="3410" h="1" fill="none" extrusionOk="0">
                  <a:moveTo>
                    <a:pt x="0" y="0"/>
                  </a:moveTo>
                  <a:lnTo>
                    <a:pt x="341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356" name="Shape 515">
            <a:extLst>
              <a:ext uri="{FF2B5EF4-FFF2-40B4-BE49-F238E27FC236}">
                <a16:creationId xmlns:a16="http://schemas.microsoft.com/office/drawing/2014/main" id="{4F5A8255-77DC-410B-A9A8-36C70B2B5A51}"/>
              </a:ext>
            </a:extLst>
          </p:cNvPr>
          <p:cNvGrpSpPr/>
          <p:nvPr/>
        </p:nvGrpSpPr>
        <p:grpSpPr>
          <a:xfrm>
            <a:off x="7294470" y="2056250"/>
            <a:ext cx="313286" cy="313268"/>
            <a:chOff x="1923675" y="1633650"/>
            <a:chExt cx="436000" cy="435975"/>
          </a:xfrm>
          <a:solidFill>
            <a:srgbClr val="00B050"/>
          </a:solidFill>
        </p:grpSpPr>
        <p:sp>
          <p:nvSpPr>
            <p:cNvPr id="357" name="Shape 516">
              <a:extLst>
                <a:ext uri="{FF2B5EF4-FFF2-40B4-BE49-F238E27FC236}">
                  <a16:creationId xmlns:a16="http://schemas.microsoft.com/office/drawing/2014/main" id="{201D64BF-7FEF-4677-9BF0-55615DE45D54}"/>
                </a:ext>
              </a:extLst>
            </p:cNvPr>
            <p:cNvSpPr/>
            <p:nvPr/>
          </p:nvSpPr>
          <p:spPr>
            <a:xfrm>
              <a:off x="2209250" y="1633650"/>
              <a:ext cx="150425" cy="150425"/>
            </a:xfrm>
            <a:custGeom>
              <a:avLst/>
              <a:gdLst/>
              <a:ahLst/>
              <a:cxnLst/>
              <a:rect l="0" t="0" r="0" b="0"/>
              <a:pathLst>
                <a:path w="6017" h="6017" fill="none" extrusionOk="0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58" name="Shape 517">
              <a:extLst>
                <a:ext uri="{FF2B5EF4-FFF2-40B4-BE49-F238E27FC236}">
                  <a16:creationId xmlns:a16="http://schemas.microsoft.com/office/drawing/2014/main" id="{C2F8AB14-2A13-4FF3-A633-41F122356703}"/>
                </a:ext>
              </a:extLst>
            </p:cNvPr>
            <p:cNvSpPr/>
            <p:nvPr/>
          </p:nvSpPr>
          <p:spPr>
            <a:xfrm>
              <a:off x="2019900" y="1757250"/>
              <a:ext cx="261825" cy="261850"/>
            </a:xfrm>
            <a:custGeom>
              <a:avLst/>
              <a:gdLst/>
              <a:ahLst/>
              <a:cxnLst/>
              <a:rect l="0" t="0" r="0" b="0"/>
              <a:pathLst>
                <a:path w="10473" h="10474" fill="none" extrusionOk="0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59" name="Shape 518">
              <a:extLst>
                <a:ext uri="{FF2B5EF4-FFF2-40B4-BE49-F238E27FC236}">
                  <a16:creationId xmlns:a16="http://schemas.microsoft.com/office/drawing/2014/main" id="{EEE416A9-764F-4D59-9DF5-6AE8C8FB0FFE}"/>
                </a:ext>
              </a:extLst>
            </p:cNvPr>
            <p:cNvSpPr/>
            <p:nvPr/>
          </p:nvSpPr>
          <p:spPr>
            <a:xfrm>
              <a:off x="1923675" y="1681150"/>
              <a:ext cx="388500" cy="388475"/>
            </a:xfrm>
            <a:custGeom>
              <a:avLst/>
              <a:gdLst/>
              <a:ahLst/>
              <a:cxnLst/>
              <a:rect l="0" t="0" r="0" b="0"/>
              <a:pathLst>
                <a:path w="15539" h="15539" fill="none" extrusionOk="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60" name="Shape 519">
              <a:extLst>
                <a:ext uri="{FF2B5EF4-FFF2-40B4-BE49-F238E27FC236}">
                  <a16:creationId xmlns:a16="http://schemas.microsoft.com/office/drawing/2014/main" id="{0AF752EF-D68F-48DE-B662-C11357EF7FCB}"/>
                </a:ext>
              </a:extLst>
            </p:cNvPr>
            <p:cNvSpPr/>
            <p:nvPr/>
          </p:nvSpPr>
          <p:spPr>
            <a:xfrm>
              <a:off x="1974225" y="1711575"/>
              <a:ext cx="261825" cy="261850"/>
            </a:xfrm>
            <a:custGeom>
              <a:avLst/>
              <a:gdLst/>
              <a:ahLst/>
              <a:cxnLst/>
              <a:rect l="0" t="0" r="0" b="0"/>
              <a:pathLst>
                <a:path w="10473" h="10474" fill="none" extrusionOk="0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61" name="Shape 520">
              <a:extLst>
                <a:ext uri="{FF2B5EF4-FFF2-40B4-BE49-F238E27FC236}">
                  <a16:creationId xmlns:a16="http://schemas.microsoft.com/office/drawing/2014/main" id="{0AD0D23C-9FA1-4349-94AD-2FEAF336B874}"/>
                </a:ext>
              </a:extLst>
            </p:cNvPr>
            <p:cNvSpPr/>
            <p:nvPr/>
          </p:nvSpPr>
          <p:spPr>
            <a:xfrm>
              <a:off x="1934650" y="2014200"/>
              <a:ext cx="44475" cy="44475"/>
            </a:xfrm>
            <a:custGeom>
              <a:avLst/>
              <a:gdLst/>
              <a:ahLst/>
              <a:cxnLst/>
              <a:rect l="0" t="0" r="0" b="0"/>
              <a:pathLst>
                <a:path w="1779" h="1779" fill="none" extrusionOk="0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62" name="Shape 521">
              <a:extLst>
                <a:ext uri="{FF2B5EF4-FFF2-40B4-BE49-F238E27FC236}">
                  <a16:creationId xmlns:a16="http://schemas.microsoft.com/office/drawing/2014/main" id="{67D8BFEF-1A20-42FF-BE56-095A14ABBD6A}"/>
                </a:ext>
              </a:extLst>
            </p:cNvPr>
            <p:cNvSpPr/>
            <p:nvPr/>
          </p:nvSpPr>
          <p:spPr>
            <a:xfrm>
              <a:off x="1944375" y="1947225"/>
              <a:ext cx="101725" cy="101700"/>
            </a:xfrm>
            <a:custGeom>
              <a:avLst/>
              <a:gdLst/>
              <a:ahLst/>
              <a:cxnLst/>
              <a:rect l="0" t="0" r="0" b="0"/>
              <a:pathLst>
                <a:path w="4069" h="4068" fill="none" extrusionOk="0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363" name="Shape 522">
            <a:extLst>
              <a:ext uri="{FF2B5EF4-FFF2-40B4-BE49-F238E27FC236}">
                <a16:creationId xmlns:a16="http://schemas.microsoft.com/office/drawing/2014/main" id="{70B7357F-C163-4F3A-BFDD-2371F787A199}"/>
              </a:ext>
            </a:extLst>
          </p:cNvPr>
          <p:cNvGrpSpPr/>
          <p:nvPr/>
        </p:nvGrpSpPr>
        <p:grpSpPr>
          <a:xfrm>
            <a:off x="7857919" y="2054715"/>
            <a:ext cx="315891" cy="315891"/>
            <a:chOff x="2594050" y="1631825"/>
            <a:chExt cx="439625" cy="439625"/>
          </a:xfrm>
          <a:solidFill>
            <a:srgbClr val="00B050"/>
          </a:solidFill>
        </p:grpSpPr>
        <p:sp>
          <p:nvSpPr>
            <p:cNvPr id="364" name="Shape 523">
              <a:extLst>
                <a:ext uri="{FF2B5EF4-FFF2-40B4-BE49-F238E27FC236}">
                  <a16:creationId xmlns:a16="http://schemas.microsoft.com/office/drawing/2014/main" id="{A3377839-5932-4C34-8870-145F89B0A18A}"/>
                </a:ext>
              </a:extLst>
            </p:cNvPr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0" t="0" r="0" b="0"/>
              <a:pathLst>
                <a:path w="7527" h="7525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65" name="Shape 524">
              <a:extLst>
                <a:ext uri="{FF2B5EF4-FFF2-40B4-BE49-F238E27FC236}">
                  <a16:creationId xmlns:a16="http://schemas.microsoft.com/office/drawing/2014/main" id="{FD68D7A3-5068-4024-A26C-701073C8C811}"/>
                </a:ext>
              </a:extLst>
            </p:cNvPr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0" t="0" r="0" b="0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66" name="Shape 525">
              <a:extLst>
                <a:ext uri="{FF2B5EF4-FFF2-40B4-BE49-F238E27FC236}">
                  <a16:creationId xmlns:a16="http://schemas.microsoft.com/office/drawing/2014/main" id="{51D6B664-D0CE-4D37-BE26-89B90DD186BC}"/>
                </a:ext>
              </a:extLst>
            </p:cNvPr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0" t="0" r="0" b="0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67" name="Shape 526">
              <a:extLst>
                <a:ext uri="{FF2B5EF4-FFF2-40B4-BE49-F238E27FC236}">
                  <a16:creationId xmlns:a16="http://schemas.microsoft.com/office/drawing/2014/main" id="{D6A4E336-DB9C-4A3A-901D-46A28378E24F}"/>
                </a:ext>
              </a:extLst>
            </p:cNvPr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0" t="0" r="0" b="0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368" name="Shape 527">
            <a:extLst>
              <a:ext uri="{FF2B5EF4-FFF2-40B4-BE49-F238E27FC236}">
                <a16:creationId xmlns:a16="http://schemas.microsoft.com/office/drawing/2014/main" id="{DDA9D3E1-9AE1-4E36-A78F-12BD7E96C4CB}"/>
              </a:ext>
            </a:extLst>
          </p:cNvPr>
          <p:cNvSpPr/>
          <p:nvPr/>
        </p:nvSpPr>
        <p:spPr>
          <a:xfrm>
            <a:off x="8439378" y="2071137"/>
            <a:ext cx="287904" cy="287904"/>
          </a:xfrm>
          <a:custGeom>
            <a:avLst/>
            <a:gdLst/>
            <a:ahLst/>
            <a:cxnLst/>
            <a:rect l="0" t="0" r="0" b="0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solidFill>
            <a:srgbClr val="00B050"/>
          </a:solidFill>
          <a:ln w="12175" cap="rnd" cmpd="sng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369" name="Shape 528">
            <a:extLst>
              <a:ext uri="{FF2B5EF4-FFF2-40B4-BE49-F238E27FC236}">
                <a16:creationId xmlns:a16="http://schemas.microsoft.com/office/drawing/2014/main" id="{C2EE6A18-20EC-42CF-ACB3-C6723E4C50EB}"/>
              </a:ext>
            </a:extLst>
          </p:cNvPr>
          <p:cNvGrpSpPr/>
          <p:nvPr/>
        </p:nvGrpSpPr>
        <p:grpSpPr>
          <a:xfrm>
            <a:off x="9022685" y="2027083"/>
            <a:ext cx="256395" cy="363135"/>
            <a:chOff x="3979850" y="1598950"/>
            <a:chExt cx="356825" cy="505375"/>
          </a:xfrm>
          <a:solidFill>
            <a:srgbClr val="00B050"/>
          </a:solidFill>
        </p:grpSpPr>
        <p:sp>
          <p:nvSpPr>
            <p:cNvPr id="370" name="Shape 529">
              <a:extLst>
                <a:ext uri="{FF2B5EF4-FFF2-40B4-BE49-F238E27FC236}">
                  <a16:creationId xmlns:a16="http://schemas.microsoft.com/office/drawing/2014/main" id="{AB0DDADB-C246-4F2D-8EA1-4181ACEDD3B3}"/>
                </a:ext>
              </a:extLst>
            </p:cNvPr>
            <p:cNvSpPr/>
            <p:nvPr/>
          </p:nvSpPr>
          <p:spPr>
            <a:xfrm>
              <a:off x="3979850" y="1602600"/>
              <a:ext cx="44475" cy="501725"/>
            </a:xfrm>
            <a:custGeom>
              <a:avLst/>
              <a:gdLst/>
              <a:ahLst/>
              <a:cxnLst/>
              <a:rect l="0" t="0" r="0" b="0"/>
              <a:pathLst>
                <a:path w="1779" h="20069" fill="none" extrusionOk="0">
                  <a:moveTo>
                    <a:pt x="1778" y="20069"/>
                  </a:moveTo>
                  <a:lnTo>
                    <a:pt x="1778" y="488"/>
                  </a:lnTo>
                  <a:lnTo>
                    <a:pt x="1778" y="488"/>
                  </a:lnTo>
                  <a:lnTo>
                    <a:pt x="1778" y="390"/>
                  </a:lnTo>
                  <a:lnTo>
                    <a:pt x="1730" y="293"/>
                  </a:lnTo>
                  <a:lnTo>
                    <a:pt x="1705" y="220"/>
                  </a:lnTo>
                  <a:lnTo>
                    <a:pt x="1632" y="147"/>
                  </a:lnTo>
                  <a:lnTo>
                    <a:pt x="1559" y="74"/>
                  </a:lnTo>
                  <a:lnTo>
                    <a:pt x="1486" y="25"/>
                  </a:lnTo>
                  <a:lnTo>
                    <a:pt x="1389" y="0"/>
                  </a:lnTo>
                  <a:lnTo>
                    <a:pt x="1291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1" y="488"/>
                  </a:lnTo>
                  <a:lnTo>
                    <a:pt x="1" y="20069"/>
                  </a:lnTo>
                  <a:lnTo>
                    <a:pt x="1778" y="20069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71" name="Shape 530">
              <a:extLst>
                <a:ext uri="{FF2B5EF4-FFF2-40B4-BE49-F238E27FC236}">
                  <a16:creationId xmlns:a16="http://schemas.microsoft.com/office/drawing/2014/main" id="{AD71451D-1225-4205-A7D4-8ED52D246493}"/>
                </a:ext>
              </a:extLst>
            </p:cNvPr>
            <p:cNvSpPr/>
            <p:nvPr/>
          </p:nvSpPr>
          <p:spPr>
            <a:xfrm>
              <a:off x="4037075" y="1598950"/>
              <a:ext cx="299600" cy="228950"/>
            </a:xfrm>
            <a:custGeom>
              <a:avLst/>
              <a:gdLst/>
              <a:ahLst/>
              <a:cxnLst/>
              <a:rect l="0" t="0" r="0" b="0"/>
              <a:pathLst>
                <a:path w="11984" h="9158" fill="none" extrusionOk="0">
                  <a:moveTo>
                    <a:pt x="1" y="8403"/>
                  </a:moveTo>
                  <a:lnTo>
                    <a:pt x="1" y="8403"/>
                  </a:lnTo>
                  <a:lnTo>
                    <a:pt x="366" y="8184"/>
                  </a:lnTo>
                  <a:lnTo>
                    <a:pt x="732" y="8013"/>
                  </a:lnTo>
                  <a:lnTo>
                    <a:pt x="1097" y="7867"/>
                  </a:lnTo>
                  <a:lnTo>
                    <a:pt x="1438" y="7770"/>
                  </a:lnTo>
                  <a:lnTo>
                    <a:pt x="1803" y="7696"/>
                  </a:lnTo>
                  <a:lnTo>
                    <a:pt x="2168" y="7672"/>
                  </a:lnTo>
                  <a:lnTo>
                    <a:pt x="2534" y="7648"/>
                  </a:lnTo>
                  <a:lnTo>
                    <a:pt x="2875" y="7672"/>
                  </a:lnTo>
                  <a:lnTo>
                    <a:pt x="3240" y="7696"/>
                  </a:lnTo>
                  <a:lnTo>
                    <a:pt x="3605" y="7745"/>
                  </a:lnTo>
                  <a:lnTo>
                    <a:pt x="3971" y="7818"/>
                  </a:lnTo>
                  <a:lnTo>
                    <a:pt x="4312" y="7891"/>
                  </a:lnTo>
                  <a:lnTo>
                    <a:pt x="5042" y="8111"/>
                  </a:lnTo>
                  <a:lnTo>
                    <a:pt x="5749" y="8330"/>
                  </a:lnTo>
                  <a:lnTo>
                    <a:pt x="6479" y="8549"/>
                  </a:lnTo>
                  <a:lnTo>
                    <a:pt x="7186" y="8768"/>
                  </a:lnTo>
                  <a:lnTo>
                    <a:pt x="7916" y="8963"/>
                  </a:lnTo>
                  <a:lnTo>
                    <a:pt x="8282" y="9036"/>
                  </a:lnTo>
                  <a:lnTo>
                    <a:pt x="8623" y="9085"/>
                  </a:lnTo>
                  <a:lnTo>
                    <a:pt x="8988" y="9133"/>
                  </a:lnTo>
                  <a:lnTo>
                    <a:pt x="9353" y="9158"/>
                  </a:lnTo>
                  <a:lnTo>
                    <a:pt x="9719" y="9133"/>
                  </a:lnTo>
                  <a:lnTo>
                    <a:pt x="10059" y="9109"/>
                  </a:lnTo>
                  <a:lnTo>
                    <a:pt x="10425" y="9060"/>
                  </a:lnTo>
                  <a:lnTo>
                    <a:pt x="10790" y="8963"/>
                  </a:lnTo>
                  <a:lnTo>
                    <a:pt x="11155" y="8841"/>
                  </a:lnTo>
                  <a:lnTo>
                    <a:pt x="11496" y="8671"/>
                  </a:lnTo>
                  <a:lnTo>
                    <a:pt x="11496" y="8671"/>
                  </a:lnTo>
                  <a:lnTo>
                    <a:pt x="11667" y="8573"/>
                  </a:lnTo>
                  <a:lnTo>
                    <a:pt x="11789" y="8476"/>
                  </a:lnTo>
                  <a:lnTo>
                    <a:pt x="11862" y="8354"/>
                  </a:lnTo>
                  <a:lnTo>
                    <a:pt x="11935" y="8232"/>
                  </a:lnTo>
                  <a:lnTo>
                    <a:pt x="11984" y="8111"/>
                  </a:lnTo>
                  <a:lnTo>
                    <a:pt x="11984" y="7989"/>
                  </a:lnTo>
                  <a:lnTo>
                    <a:pt x="11935" y="7891"/>
                  </a:lnTo>
                  <a:lnTo>
                    <a:pt x="11886" y="7794"/>
                  </a:lnTo>
                  <a:lnTo>
                    <a:pt x="11886" y="7794"/>
                  </a:lnTo>
                  <a:lnTo>
                    <a:pt x="11496" y="7404"/>
                  </a:lnTo>
                  <a:lnTo>
                    <a:pt x="11107" y="6941"/>
                  </a:lnTo>
                  <a:lnTo>
                    <a:pt x="10741" y="6454"/>
                  </a:lnTo>
                  <a:lnTo>
                    <a:pt x="10352" y="5943"/>
                  </a:lnTo>
                  <a:lnTo>
                    <a:pt x="10352" y="5943"/>
                  </a:lnTo>
                  <a:lnTo>
                    <a:pt x="10279" y="5797"/>
                  </a:lnTo>
                  <a:lnTo>
                    <a:pt x="10230" y="5651"/>
                  </a:lnTo>
                  <a:lnTo>
                    <a:pt x="10206" y="5480"/>
                  </a:lnTo>
                  <a:lnTo>
                    <a:pt x="10181" y="5285"/>
                  </a:lnTo>
                  <a:lnTo>
                    <a:pt x="10206" y="5115"/>
                  </a:lnTo>
                  <a:lnTo>
                    <a:pt x="10230" y="4944"/>
                  </a:lnTo>
                  <a:lnTo>
                    <a:pt x="10279" y="4774"/>
                  </a:lnTo>
                  <a:lnTo>
                    <a:pt x="10352" y="4603"/>
                  </a:lnTo>
                  <a:lnTo>
                    <a:pt x="10352" y="4603"/>
                  </a:lnTo>
                  <a:lnTo>
                    <a:pt x="10741" y="3873"/>
                  </a:lnTo>
                  <a:lnTo>
                    <a:pt x="11107" y="3118"/>
                  </a:lnTo>
                  <a:lnTo>
                    <a:pt x="11496" y="2338"/>
                  </a:lnTo>
                  <a:lnTo>
                    <a:pt x="11886" y="1486"/>
                  </a:lnTo>
                  <a:lnTo>
                    <a:pt x="11886" y="1486"/>
                  </a:lnTo>
                  <a:lnTo>
                    <a:pt x="11959" y="1315"/>
                  </a:lnTo>
                  <a:lnTo>
                    <a:pt x="11984" y="1169"/>
                  </a:lnTo>
                  <a:lnTo>
                    <a:pt x="11984" y="1048"/>
                  </a:lnTo>
                  <a:lnTo>
                    <a:pt x="11935" y="975"/>
                  </a:lnTo>
                  <a:lnTo>
                    <a:pt x="11862" y="950"/>
                  </a:lnTo>
                  <a:lnTo>
                    <a:pt x="11789" y="926"/>
                  </a:lnTo>
                  <a:lnTo>
                    <a:pt x="11667" y="975"/>
                  </a:lnTo>
                  <a:lnTo>
                    <a:pt x="11496" y="1023"/>
                  </a:lnTo>
                  <a:lnTo>
                    <a:pt x="11496" y="1023"/>
                  </a:lnTo>
                  <a:lnTo>
                    <a:pt x="11155" y="1194"/>
                  </a:lnTo>
                  <a:lnTo>
                    <a:pt x="10790" y="1315"/>
                  </a:lnTo>
                  <a:lnTo>
                    <a:pt x="10425" y="1413"/>
                  </a:lnTo>
                  <a:lnTo>
                    <a:pt x="10059" y="1462"/>
                  </a:lnTo>
                  <a:lnTo>
                    <a:pt x="9719" y="1510"/>
                  </a:lnTo>
                  <a:lnTo>
                    <a:pt x="9353" y="1510"/>
                  </a:lnTo>
                  <a:lnTo>
                    <a:pt x="8988" y="1486"/>
                  </a:lnTo>
                  <a:lnTo>
                    <a:pt x="8623" y="1462"/>
                  </a:lnTo>
                  <a:lnTo>
                    <a:pt x="8282" y="1389"/>
                  </a:lnTo>
                  <a:lnTo>
                    <a:pt x="7916" y="1315"/>
                  </a:lnTo>
                  <a:lnTo>
                    <a:pt x="7186" y="1145"/>
                  </a:lnTo>
                  <a:lnTo>
                    <a:pt x="6479" y="926"/>
                  </a:lnTo>
                  <a:lnTo>
                    <a:pt x="5749" y="682"/>
                  </a:lnTo>
                  <a:lnTo>
                    <a:pt x="5042" y="463"/>
                  </a:lnTo>
                  <a:lnTo>
                    <a:pt x="4312" y="268"/>
                  </a:lnTo>
                  <a:lnTo>
                    <a:pt x="3971" y="171"/>
                  </a:lnTo>
                  <a:lnTo>
                    <a:pt x="3605" y="98"/>
                  </a:lnTo>
                  <a:lnTo>
                    <a:pt x="3240" y="49"/>
                  </a:lnTo>
                  <a:lnTo>
                    <a:pt x="2875" y="25"/>
                  </a:lnTo>
                  <a:lnTo>
                    <a:pt x="2534" y="0"/>
                  </a:lnTo>
                  <a:lnTo>
                    <a:pt x="2168" y="25"/>
                  </a:lnTo>
                  <a:lnTo>
                    <a:pt x="1803" y="73"/>
                  </a:lnTo>
                  <a:lnTo>
                    <a:pt x="1438" y="122"/>
                  </a:lnTo>
                  <a:lnTo>
                    <a:pt x="1097" y="244"/>
                  </a:lnTo>
                  <a:lnTo>
                    <a:pt x="732" y="366"/>
                  </a:lnTo>
                  <a:lnTo>
                    <a:pt x="366" y="536"/>
                  </a:lnTo>
                  <a:lnTo>
                    <a:pt x="1" y="755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372" name="Shape 531">
            <a:extLst>
              <a:ext uri="{FF2B5EF4-FFF2-40B4-BE49-F238E27FC236}">
                <a16:creationId xmlns:a16="http://schemas.microsoft.com/office/drawing/2014/main" id="{23DC99DA-F4A7-4BCA-A8F6-4AA8AA9D05A2}"/>
              </a:ext>
            </a:extLst>
          </p:cNvPr>
          <p:cNvGrpSpPr/>
          <p:nvPr/>
        </p:nvGrpSpPr>
        <p:grpSpPr>
          <a:xfrm>
            <a:off x="9540076" y="2118172"/>
            <a:ext cx="337772" cy="207391"/>
            <a:chOff x="4595425" y="1707325"/>
            <a:chExt cx="470075" cy="288625"/>
          </a:xfrm>
          <a:solidFill>
            <a:srgbClr val="00B050"/>
          </a:solidFill>
        </p:grpSpPr>
        <p:sp>
          <p:nvSpPr>
            <p:cNvPr id="373" name="Shape 532">
              <a:extLst>
                <a:ext uri="{FF2B5EF4-FFF2-40B4-BE49-F238E27FC236}">
                  <a16:creationId xmlns:a16="http://schemas.microsoft.com/office/drawing/2014/main" id="{DA7D599D-13DF-4BC2-96DD-7735D6443CE9}"/>
                </a:ext>
              </a:extLst>
            </p:cNvPr>
            <p:cNvSpPr/>
            <p:nvPr/>
          </p:nvSpPr>
          <p:spPr>
            <a:xfrm>
              <a:off x="4809750" y="1707325"/>
              <a:ext cx="41425" cy="41425"/>
            </a:xfrm>
            <a:custGeom>
              <a:avLst/>
              <a:gdLst/>
              <a:ahLst/>
              <a:cxnLst/>
              <a:rect l="0" t="0" r="0" b="0"/>
              <a:pathLst>
                <a:path w="1657" h="1657" fill="none" extrusionOk="0">
                  <a:moveTo>
                    <a:pt x="0" y="829"/>
                  </a:moveTo>
                  <a:lnTo>
                    <a:pt x="0" y="829"/>
                  </a:lnTo>
                  <a:lnTo>
                    <a:pt x="25" y="658"/>
                  </a:lnTo>
                  <a:lnTo>
                    <a:pt x="73" y="512"/>
                  </a:lnTo>
                  <a:lnTo>
                    <a:pt x="146" y="366"/>
                  </a:lnTo>
                  <a:lnTo>
                    <a:pt x="244" y="244"/>
                  </a:lnTo>
                  <a:lnTo>
                    <a:pt x="366" y="147"/>
                  </a:lnTo>
                  <a:lnTo>
                    <a:pt x="512" y="74"/>
                  </a:lnTo>
                  <a:lnTo>
                    <a:pt x="658" y="25"/>
                  </a:lnTo>
                  <a:lnTo>
                    <a:pt x="828" y="1"/>
                  </a:lnTo>
                  <a:lnTo>
                    <a:pt x="828" y="1"/>
                  </a:lnTo>
                  <a:lnTo>
                    <a:pt x="999" y="25"/>
                  </a:lnTo>
                  <a:lnTo>
                    <a:pt x="1145" y="74"/>
                  </a:lnTo>
                  <a:lnTo>
                    <a:pt x="1291" y="147"/>
                  </a:lnTo>
                  <a:lnTo>
                    <a:pt x="1413" y="244"/>
                  </a:lnTo>
                  <a:lnTo>
                    <a:pt x="1510" y="366"/>
                  </a:lnTo>
                  <a:lnTo>
                    <a:pt x="1583" y="512"/>
                  </a:lnTo>
                  <a:lnTo>
                    <a:pt x="1632" y="658"/>
                  </a:lnTo>
                  <a:lnTo>
                    <a:pt x="1656" y="829"/>
                  </a:lnTo>
                  <a:lnTo>
                    <a:pt x="1656" y="829"/>
                  </a:lnTo>
                  <a:lnTo>
                    <a:pt x="1632" y="999"/>
                  </a:lnTo>
                  <a:lnTo>
                    <a:pt x="1583" y="1170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5"/>
                  </a:lnTo>
                  <a:lnTo>
                    <a:pt x="1145" y="1608"/>
                  </a:lnTo>
                  <a:lnTo>
                    <a:pt x="999" y="1657"/>
                  </a:lnTo>
                  <a:lnTo>
                    <a:pt x="828" y="1657"/>
                  </a:lnTo>
                  <a:lnTo>
                    <a:pt x="828" y="1657"/>
                  </a:lnTo>
                  <a:lnTo>
                    <a:pt x="658" y="1657"/>
                  </a:lnTo>
                  <a:lnTo>
                    <a:pt x="512" y="1608"/>
                  </a:lnTo>
                  <a:lnTo>
                    <a:pt x="366" y="1535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70"/>
                  </a:lnTo>
                  <a:lnTo>
                    <a:pt x="25" y="999"/>
                  </a:lnTo>
                  <a:lnTo>
                    <a:pt x="0" y="829"/>
                  </a:lnTo>
                  <a:lnTo>
                    <a:pt x="0" y="829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74" name="Shape 533">
              <a:extLst>
                <a:ext uri="{FF2B5EF4-FFF2-40B4-BE49-F238E27FC236}">
                  <a16:creationId xmlns:a16="http://schemas.microsoft.com/office/drawing/2014/main" id="{5E2C4EDF-E119-4EB0-ADAB-0094BE5B5E27}"/>
                </a:ext>
              </a:extLst>
            </p:cNvPr>
            <p:cNvSpPr/>
            <p:nvPr/>
          </p:nvSpPr>
          <p:spPr>
            <a:xfrm>
              <a:off x="5024075" y="1761525"/>
              <a:ext cx="41425" cy="41425"/>
            </a:xfrm>
            <a:custGeom>
              <a:avLst/>
              <a:gdLst/>
              <a:ahLst/>
              <a:cxnLst/>
              <a:rect l="0" t="0" r="0" b="0"/>
              <a:pathLst>
                <a:path w="1657" h="1657" fill="none" extrusionOk="0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6" y="828"/>
                  </a:lnTo>
                  <a:lnTo>
                    <a:pt x="1656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75" name="Shape 534">
              <a:extLst>
                <a:ext uri="{FF2B5EF4-FFF2-40B4-BE49-F238E27FC236}">
                  <a16:creationId xmlns:a16="http://schemas.microsoft.com/office/drawing/2014/main" id="{4217CB03-A70F-44E1-992A-5E33B833F96F}"/>
                </a:ext>
              </a:extLst>
            </p:cNvPr>
            <p:cNvSpPr/>
            <p:nvPr/>
          </p:nvSpPr>
          <p:spPr>
            <a:xfrm>
              <a:off x="4628900" y="1760300"/>
              <a:ext cx="403100" cy="177825"/>
            </a:xfrm>
            <a:custGeom>
              <a:avLst/>
              <a:gdLst/>
              <a:ahLst/>
              <a:cxnLst/>
              <a:rect l="0" t="0" r="0" b="0"/>
              <a:pathLst>
                <a:path w="16124" h="7112" fill="none" extrusionOk="0">
                  <a:moveTo>
                    <a:pt x="14663" y="7112"/>
                  </a:moveTo>
                  <a:lnTo>
                    <a:pt x="16124" y="2095"/>
                  </a:lnTo>
                  <a:lnTo>
                    <a:pt x="16124" y="2095"/>
                  </a:lnTo>
                  <a:lnTo>
                    <a:pt x="16002" y="2046"/>
                  </a:lnTo>
                  <a:lnTo>
                    <a:pt x="15880" y="1973"/>
                  </a:lnTo>
                  <a:lnTo>
                    <a:pt x="15759" y="1876"/>
                  </a:lnTo>
                  <a:lnTo>
                    <a:pt x="15661" y="1778"/>
                  </a:lnTo>
                  <a:lnTo>
                    <a:pt x="11131" y="3434"/>
                  </a:lnTo>
                  <a:lnTo>
                    <a:pt x="8403" y="0"/>
                  </a:lnTo>
                  <a:lnTo>
                    <a:pt x="8403" y="0"/>
                  </a:lnTo>
                  <a:lnTo>
                    <a:pt x="8233" y="25"/>
                  </a:lnTo>
                  <a:lnTo>
                    <a:pt x="8062" y="25"/>
                  </a:lnTo>
                  <a:lnTo>
                    <a:pt x="8062" y="25"/>
                  </a:lnTo>
                  <a:lnTo>
                    <a:pt x="7892" y="25"/>
                  </a:lnTo>
                  <a:lnTo>
                    <a:pt x="7721" y="0"/>
                  </a:lnTo>
                  <a:lnTo>
                    <a:pt x="4994" y="3434"/>
                  </a:lnTo>
                  <a:lnTo>
                    <a:pt x="464" y="1778"/>
                  </a:lnTo>
                  <a:lnTo>
                    <a:pt x="464" y="1778"/>
                  </a:lnTo>
                  <a:lnTo>
                    <a:pt x="366" y="1876"/>
                  </a:lnTo>
                  <a:lnTo>
                    <a:pt x="244" y="1973"/>
                  </a:lnTo>
                  <a:lnTo>
                    <a:pt x="123" y="2046"/>
                  </a:lnTo>
                  <a:lnTo>
                    <a:pt x="1" y="2095"/>
                  </a:lnTo>
                  <a:lnTo>
                    <a:pt x="1462" y="7112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76" name="Shape 535">
              <a:extLst>
                <a:ext uri="{FF2B5EF4-FFF2-40B4-BE49-F238E27FC236}">
                  <a16:creationId xmlns:a16="http://schemas.microsoft.com/office/drawing/2014/main" id="{1DCF9E8D-7518-4C27-8992-E88465AF25E3}"/>
                </a:ext>
              </a:extLst>
            </p:cNvPr>
            <p:cNvSpPr/>
            <p:nvPr/>
          </p:nvSpPr>
          <p:spPr>
            <a:xfrm>
              <a:off x="4595425" y="1761525"/>
              <a:ext cx="41425" cy="41425"/>
            </a:xfrm>
            <a:custGeom>
              <a:avLst/>
              <a:gdLst/>
              <a:ahLst/>
              <a:cxnLst/>
              <a:rect l="0" t="0" r="0" b="0"/>
              <a:pathLst>
                <a:path w="1657" h="1657" fill="none" extrusionOk="0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7" y="828"/>
                  </a:lnTo>
                  <a:lnTo>
                    <a:pt x="1657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77" name="Shape 536">
              <a:extLst>
                <a:ext uri="{FF2B5EF4-FFF2-40B4-BE49-F238E27FC236}">
                  <a16:creationId xmlns:a16="http://schemas.microsoft.com/office/drawing/2014/main" id="{33D36499-6D83-4B7A-B310-8C7655C87517}"/>
                </a:ext>
              </a:extLst>
            </p:cNvPr>
            <p:cNvSpPr/>
            <p:nvPr/>
          </p:nvSpPr>
          <p:spPr>
            <a:xfrm>
              <a:off x="4667275" y="1951475"/>
              <a:ext cx="326375" cy="44475"/>
            </a:xfrm>
            <a:custGeom>
              <a:avLst/>
              <a:gdLst/>
              <a:ahLst/>
              <a:cxnLst/>
              <a:rect l="0" t="0" r="0" b="0"/>
              <a:pathLst>
                <a:path w="13054" h="1779" fill="none" extrusionOk="0">
                  <a:moveTo>
                    <a:pt x="6527" y="1535"/>
                  </a:moveTo>
                  <a:lnTo>
                    <a:pt x="6527" y="1535"/>
                  </a:lnTo>
                  <a:lnTo>
                    <a:pt x="8232" y="1535"/>
                  </a:lnTo>
                  <a:lnTo>
                    <a:pt x="9815" y="1584"/>
                  </a:lnTo>
                  <a:lnTo>
                    <a:pt x="11252" y="1657"/>
                  </a:lnTo>
                  <a:lnTo>
                    <a:pt x="12543" y="1779"/>
                  </a:lnTo>
                  <a:lnTo>
                    <a:pt x="13054" y="1"/>
                  </a:lnTo>
                  <a:lnTo>
                    <a:pt x="0" y="1"/>
                  </a:lnTo>
                  <a:lnTo>
                    <a:pt x="512" y="1779"/>
                  </a:lnTo>
                  <a:lnTo>
                    <a:pt x="512" y="1779"/>
                  </a:lnTo>
                  <a:lnTo>
                    <a:pt x="1803" y="1681"/>
                  </a:lnTo>
                  <a:lnTo>
                    <a:pt x="3239" y="1584"/>
                  </a:lnTo>
                  <a:lnTo>
                    <a:pt x="4823" y="1535"/>
                  </a:lnTo>
                  <a:lnTo>
                    <a:pt x="6527" y="1535"/>
                  </a:lnTo>
                  <a:lnTo>
                    <a:pt x="6527" y="1535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378" name="Shape 537">
            <a:extLst>
              <a:ext uri="{FF2B5EF4-FFF2-40B4-BE49-F238E27FC236}">
                <a16:creationId xmlns:a16="http://schemas.microsoft.com/office/drawing/2014/main" id="{6C8D18A1-517C-4031-90A5-7E24E3FAC7B2}"/>
              </a:ext>
            </a:extLst>
          </p:cNvPr>
          <p:cNvGrpSpPr/>
          <p:nvPr/>
        </p:nvGrpSpPr>
        <p:grpSpPr>
          <a:xfrm>
            <a:off x="10123991" y="2058812"/>
            <a:ext cx="305401" cy="308885"/>
            <a:chOff x="5290150" y="1636700"/>
            <a:chExt cx="425025" cy="429875"/>
          </a:xfrm>
          <a:solidFill>
            <a:srgbClr val="00B050"/>
          </a:solidFill>
        </p:grpSpPr>
        <p:sp>
          <p:nvSpPr>
            <p:cNvPr id="379" name="Shape 538">
              <a:extLst>
                <a:ext uri="{FF2B5EF4-FFF2-40B4-BE49-F238E27FC236}">
                  <a16:creationId xmlns:a16="http://schemas.microsoft.com/office/drawing/2014/main" id="{533204B8-8286-48AB-AEEB-B0009BE29B29}"/>
                </a:ext>
              </a:extLst>
            </p:cNvPr>
            <p:cNvSpPr/>
            <p:nvPr/>
          </p:nvSpPr>
          <p:spPr>
            <a:xfrm>
              <a:off x="5396700" y="1939925"/>
              <a:ext cx="211900" cy="126650"/>
            </a:xfrm>
            <a:custGeom>
              <a:avLst/>
              <a:gdLst/>
              <a:ahLst/>
              <a:cxnLst/>
              <a:rect l="0" t="0" r="0" b="0"/>
              <a:pathLst>
                <a:path w="8476" h="5066" fill="none" extrusionOk="0">
                  <a:moveTo>
                    <a:pt x="3167" y="0"/>
                  </a:moveTo>
                  <a:lnTo>
                    <a:pt x="3167" y="2825"/>
                  </a:lnTo>
                  <a:lnTo>
                    <a:pt x="3167" y="2825"/>
                  </a:lnTo>
                  <a:lnTo>
                    <a:pt x="2606" y="2947"/>
                  </a:lnTo>
                  <a:lnTo>
                    <a:pt x="2071" y="3093"/>
                  </a:lnTo>
                  <a:lnTo>
                    <a:pt x="1584" y="3288"/>
                  </a:lnTo>
                  <a:lnTo>
                    <a:pt x="1145" y="3483"/>
                  </a:lnTo>
                  <a:lnTo>
                    <a:pt x="780" y="3702"/>
                  </a:lnTo>
                  <a:lnTo>
                    <a:pt x="609" y="3848"/>
                  </a:lnTo>
                  <a:lnTo>
                    <a:pt x="463" y="3970"/>
                  </a:lnTo>
                  <a:lnTo>
                    <a:pt x="317" y="4116"/>
                  </a:lnTo>
                  <a:lnTo>
                    <a:pt x="195" y="4262"/>
                  </a:lnTo>
                  <a:lnTo>
                    <a:pt x="74" y="4408"/>
                  </a:lnTo>
                  <a:lnTo>
                    <a:pt x="0" y="4579"/>
                  </a:lnTo>
                  <a:lnTo>
                    <a:pt x="0" y="4579"/>
                  </a:lnTo>
                  <a:lnTo>
                    <a:pt x="171" y="4652"/>
                  </a:lnTo>
                  <a:lnTo>
                    <a:pt x="414" y="4725"/>
                  </a:lnTo>
                  <a:lnTo>
                    <a:pt x="780" y="4822"/>
                  </a:lnTo>
                  <a:lnTo>
                    <a:pt x="1340" y="4895"/>
                  </a:lnTo>
                  <a:lnTo>
                    <a:pt x="2095" y="4993"/>
                  </a:lnTo>
                  <a:lnTo>
                    <a:pt x="3045" y="5042"/>
                  </a:lnTo>
                  <a:lnTo>
                    <a:pt x="4238" y="5066"/>
                  </a:lnTo>
                  <a:lnTo>
                    <a:pt x="4238" y="5066"/>
                  </a:lnTo>
                  <a:lnTo>
                    <a:pt x="5432" y="5042"/>
                  </a:lnTo>
                  <a:lnTo>
                    <a:pt x="6381" y="4993"/>
                  </a:lnTo>
                  <a:lnTo>
                    <a:pt x="7136" y="4895"/>
                  </a:lnTo>
                  <a:lnTo>
                    <a:pt x="7697" y="4822"/>
                  </a:lnTo>
                  <a:lnTo>
                    <a:pt x="8062" y="4725"/>
                  </a:lnTo>
                  <a:lnTo>
                    <a:pt x="8305" y="4652"/>
                  </a:lnTo>
                  <a:lnTo>
                    <a:pt x="8476" y="4579"/>
                  </a:lnTo>
                  <a:lnTo>
                    <a:pt x="8476" y="4579"/>
                  </a:lnTo>
                  <a:lnTo>
                    <a:pt x="8403" y="4408"/>
                  </a:lnTo>
                  <a:lnTo>
                    <a:pt x="8281" y="4262"/>
                  </a:lnTo>
                  <a:lnTo>
                    <a:pt x="8159" y="4116"/>
                  </a:lnTo>
                  <a:lnTo>
                    <a:pt x="8013" y="3970"/>
                  </a:lnTo>
                  <a:lnTo>
                    <a:pt x="7867" y="3848"/>
                  </a:lnTo>
                  <a:lnTo>
                    <a:pt x="7697" y="3702"/>
                  </a:lnTo>
                  <a:lnTo>
                    <a:pt x="7331" y="3483"/>
                  </a:lnTo>
                  <a:lnTo>
                    <a:pt x="6893" y="3288"/>
                  </a:lnTo>
                  <a:lnTo>
                    <a:pt x="6406" y="3093"/>
                  </a:lnTo>
                  <a:lnTo>
                    <a:pt x="5870" y="2947"/>
                  </a:lnTo>
                  <a:lnTo>
                    <a:pt x="5310" y="2825"/>
                  </a:lnTo>
                  <a:lnTo>
                    <a:pt x="531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80" name="Shape 539">
              <a:extLst>
                <a:ext uri="{FF2B5EF4-FFF2-40B4-BE49-F238E27FC236}">
                  <a16:creationId xmlns:a16="http://schemas.microsoft.com/office/drawing/2014/main" id="{A806F7EC-A21C-4428-A3A6-8D1880707924}"/>
                </a:ext>
              </a:extLst>
            </p:cNvPr>
            <p:cNvSpPr/>
            <p:nvPr/>
          </p:nvSpPr>
          <p:spPr>
            <a:xfrm>
              <a:off x="5290150" y="1636700"/>
              <a:ext cx="425025" cy="294100"/>
            </a:xfrm>
            <a:custGeom>
              <a:avLst/>
              <a:gdLst/>
              <a:ahLst/>
              <a:cxnLst/>
              <a:rect l="0" t="0" r="0" b="0"/>
              <a:pathLst>
                <a:path w="17001" h="11764" fill="none" extrusionOk="0">
                  <a:moveTo>
                    <a:pt x="15928" y="1072"/>
                  </a:moveTo>
                  <a:lnTo>
                    <a:pt x="13785" y="1072"/>
                  </a:lnTo>
                  <a:lnTo>
                    <a:pt x="13785" y="1072"/>
                  </a:lnTo>
                  <a:lnTo>
                    <a:pt x="13810" y="487"/>
                  </a:lnTo>
                  <a:lnTo>
                    <a:pt x="13810" y="487"/>
                  </a:lnTo>
                  <a:lnTo>
                    <a:pt x="13785" y="390"/>
                  </a:lnTo>
                  <a:lnTo>
                    <a:pt x="13761" y="293"/>
                  </a:lnTo>
                  <a:lnTo>
                    <a:pt x="13688" y="220"/>
                  </a:lnTo>
                  <a:lnTo>
                    <a:pt x="13639" y="146"/>
                  </a:lnTo>
                  <a:lnTo>
                    <a:pt x="13566" y="98"/>
                  </a:lnTo>
                  <a:lnTo>
                    <a:pt x="13469" y="49"/>
                  </a:lnTo>
                  <a:lnTo>
                    <a:pt x="13371" y="25"/>
                  </a:lnTo>
                  <a:lnTo>
                    <a:pt x="13274" y="0"/>
                  </a:lnTo>
                  <a:lnTo>
                    <a:pt x="8500" y="0"/>
                  </a:lnTo>
                  <a:lnTo>
                    <a:pt x="3727" y="0"/>
                  </a:lnTo>
                  <a:lnTo>
                    <a:pt x="3727" y="0"/>
                  </a:lnTo>
                  <a:lnTo>
                    <a:pt x="3629" y="25"/>
                  </a:lnTo>
                  <a:lnTo>
                    <a:pt x="3532" y="49"/>
                  </a:lnTo>
                  <a:lnTo>
                    <a:pt x="3434" y="98"/>
                  </a:lnTo>
                  <a:lnTo>
                    <a:pt x="3361" y="146"/>
                  </a:lnTo>
                  <a:lnTo>
                    <a:pt x="3313" y="220"/>
                  </a:lnTo>
                  <a:lnTo>
                    <a:pt x="3240" y="293"/>
                  </a:lnTo>
                  <a:lnTo>
                    <a:pt x="3215" y="390"/>
                  </a:lnTo>
                  <a:lnTo>
                    <a:pt x="3191" y="487"/>
                  </a:lnTo>
                  <a:lnTo>
                    <a:pt x="3191" y="487"/>
                  </a:lnTo>
                  <a:lnTo>
                    <a:pt x="3215" y="1072"/>
                  </a:lnTo>
                  <a:lnTo>
                    <a:pt x="1072" y="1072"/>
                  </a:lnTo>
                  <a:lnTo>
                    <a:pt x="1072" y="1072"/>
                  </a:lnTo>
                  <a:lnTo>
                    <a:pt x="853" y="1096"/>
                  </a:lnTo>
                  <a:lnTo>
                    <a:pt x="658" y="1145"/>
                  </a:lnTo>
                  <a:lnTo>
                    <a:pt x="487" y="1242"/>
                  </a:lnTo>
                  <a:lnTo>
                    <a:pt x="317" y="1389"/>
                  </a:lnTo>
                  <a:lnTo>
                    <a:pt x="195" y="1535"/>
                  </a:lnTo>
                  <a:lnTo>
                    <a:pt x="98" y="1730"/>
                  </a:lnTo>
                  <a:lnTo>
                    <a:pt x="25" y="1924"/>
                  </a:lnTo>
                  <a:lnTo>
                    <a:pt x="0" y="2144"/>
                  </a:lnTo>
                  <a:lnTo>
                    <a:pt x="0" y="2144"/>
                  </a:lnTo>
                  <a:lnTo>
                    <a:pt x="25" y="2606"/>
                  </a:lnTo>
                  <a:lnTo>
                    <a:pt x="49" y="3069"/>
                  </a:lnTo>
                  <a:lnTo>
                    <a:pt x="98" y="3507"/>
                  </a:lnTo>
                  <a:lnTo>
                    <a:pt x="171" y="3946"/>
                  </a:lnTo>
                  <a:lnTo>
                    <a:pt x="268" y="4336"/>
                  </a:lnTo>
                  <a:lnTo>
                    <a:pt x="366" y="4725"/>
                  </a:lnTo>
                  <a:lnTo>
                    <a:pt x="487" y="5115"/>
                  </a:lnTo>
                  <a:lnTo>
                    <a:pt x="634" y="5480"/>
                  </a:lnTo>
                  <a:lnTo>
                    <a:pt x="780" y="5821"/>
                  </a:lnTo>
                  <a:lnTo>
                    <a:pt x="926" y="6138"/>
                  </a:lnTo>
                  <a:lnTo>
                    <a:pt x="1096" y="6454"/>
                  </a:lnTo>
                  <a:lnTo>
                    <a:pt x="1291" y="6747"/>
                  </a:lnTo>
                  <a:lnTo>
                    <a:pt x="1462" y="7039"/>
                  </a:lnTo>
                  <a:lnTo>
                    <a:pt x="1656" y="7307"/>
                  </a:lnTo>
                  <a:lnTo>
                    <a:pt x="2071" y="7794"/>
                  </a:lnTo>
                  <a:lnTo>
                    <a:pt x="2509" y="8232"/>
                  </a:lnTo>
                  <a:lnTo>
                    <a:pt x="2923" y="8598"/>
                  </a:lnTo>
                  <a:lnTo>
                    <a:pt x="3337" y="8914"/>
                  </a:lnTo>
                  <a:lnTo>
                    <a:pt x="3751" y="9158"/>
                  </a:lnTo>
                  <a:lnTo>
                    <a:pt x="4141" y="9353"/>
                  </a:lnTo>
                  <a:lnTo>
                    <a:pt x="4506" y="9499"/>
                  </a:lnTo>
                  <a:lnTo>
                    <a:pt x="4823" y="9596"/>
                  </a:lnTo>
                  <a:lnTo>
                    <a:pt x="5091" y="9645"/>
                  </a:lnTo>
                  <a:lnTo>
                    <a:pt x="5091" y="9645"/>
                  </a:lnTo>
                  <a:lnTo>
                    <a:pt x="5407" y="10108"/>
                  </a:lnTo>
                  <a:lnTo>
                    <a:pt x="5748" y="10546"/>
                  </a:lnTo>
                  <a:lnTo>
                    <a:pt x="5919" y="10717"/>
                  </a:lnTo>
                  <a:lnTo>
                    <a:pt x="6113" y="10887"/>
                  </a:lnTo>
                  <a:lnTo>
                    <a:pt x="6308" y="11057"/>
                  </a:lnTo>
                  <a:lnTo>
                    <a:pt x="6527" y="11204"/>
                  </a:lnTo>
                  <a:lnTo>
                    <a:pt x="6747" y="11325"/>
                  </a:lnTo>
                  <a:lnTo>
                    <a:pt x="6966" y="11447"/>
                  </a:lnTo>
                  <a:lnTo>
                    <a:pt x="7209" y="11545"/>
                  </a:lnTo>
                  <a:lnTo>
                    <a:pt x="7453" y="11618"/>
                  </a:lnTo>
                  <a:lnTo>
                    <a:pt x="7697" y="11691"/>
                  </a:lnTo>
                  <a:lnTo>
                    <a:pt x="7964" y="11739"/>
                  </a:lnTo>
                  <a:lnTo>
                    <a:pt x="8232" y="11764"/>
                  </a:lnTo>
                  <a:lnTo>
                    <a:pt x="8500" y="11764"/>
                  </a:lnTo>
                  <a:lnTo>
                    <a:pt x="8500" y="11764"/>
                  </a:lnTo>
                  <a:lnTo>
                    <a:pt x="8768" y="11764"/>
                  </a:lnTo>
                  <a:lnTo>
                    <a:pt x="9036" y="11739"/>
                  </a:lnTo>
                  <a:lnTo>
                    <a:pt x="9304" y="11691"/>
                  </a:lnTo>
                  <a:lnTo>
                    <a:pt x="9547" y="11618"/>
                  </a:lnTo>
                  <a:lnTo>
                    <a:pt x="9791" y="11545"/>
                  </a:lnTo>
                  <a:lnTo>
                    <a:pt x="10035" y="11447"/>
                  </a:lnTo>
                  <a:lnTo>
                    <a:pt x="10254" y="11325"/>
                  </a:lnTo>
                  <a:lnTo>
                    <a:pt x="10473" y="11204"/>
                  </a:lnTo>
                  <a:lnTo>
                    <a:pt x="10692" y="11057"/>
                  </a:lnTo>
                  <a:lnTo>
                    <a:pt x="10887" y="10887"/>
                  </a:lnTo>
                  <a:lnTo>
                    <a:pt x="11082" y="10717"/>
                  </a:lnTo>
                  <a:lnTo>
                    <a:pt x="11252" y="10546"/>
                  </a:lnTo>
                  <a:lnTo>
                    <a:pt x="11593" y="10108"/>
                  </a:lnTo>
                  <a:lnTo>
                    <a:pt x="11910" y="9645"/>
                  </a:lnTo>
                  <a:lnTo>
                    <a:pt x="11910" y="9645"/>
                  </a:lnTo>
                  <a:lnTo>
                    <a:pt x="12178" y="9596"/>
                  </a:lnTo>
                  <a:lnTo>
                    <a:pt x="12494" y="9523"/>
                  </a:lnTo>
                  <a:lnTo>
                    <a:pt x="12860" y="9377"/>
                  </a:lnTo>
                  <a:lnTo>
                    <a:pt x="13249" y="9182"/>
                  </a:lnTo>
                  <a:lnTo>
                    <a:pt x="13663" y="8939"/>
                  </a:lnTo>
                  <a:lnTo>
                    <a:pt x="14077" y="8622"/>
                  </a:lnTo>
                  <a:lnTo>
                    <a:pt x="14516" y="8257"/>
                  </a:lnTo>
                  <a:lnTo>
                    <a:pt x="14930" y="7843"/>
                  </a:lnTo>
                  <a:lnTo>
                    <a:pt x="15344" y="7356"/>
                  </a:lnTo>
                  <a:lnTo>
                    <a:pt x="15539" y="7088"/>
                  </a:lnTo>
                  <a:lnTo>
                    <a:pt x="15709" y="6795"/>
                  </a:lnTo>
                  <a:lnTo>
                    <a:pt x="15904" y="6503"/>
                  </a:lnTo>
                  <a:lnTo>
                    <a:pt x="16075" y="6186"/>
                  </a:lnTo>
                  <a:lnTo>
                    <a:pt x="16221" y="5870"/>
                  </a:lnTo>
                  <a:lnTo>
                    <a:pt x="16367" y="5505"/>
                  </a:lnTo>
                  <a:lnTo>
                    <a:pt x="16513" y="5164"/>
                  </a:lnTo>
                  <a:lnTo>
                    <a:pt x="16635" y="4774"/>
                  </a:lnTo>
                  <a:lnTo>
                    <a:pt x="16732" y="4384"/>
                  </a:lnTo>
                  <a:lnTo>
                    <a:pt x="16830" y="3970"/>
                  </a:lnTo>
                  <a:lnTo>
                    <a:pt x="16903" y="3532"/>
                  </a:lnTo>
                  <a:lnTo>
                    <a:pt x="16951" y="3093"/>
                  </a:lnTo>
                  <a:lnTo>
                    <a:pt x="16976" y="2606"/>
                  </a:lnTo>
                  <a:lnTo>
                    <a:pt x="17000" y="2144"/>
                  </a:lnTo>
                  <a:lnTo>
                    <a:pt x="17000" y="2144"/>
                  </a:lnTo>
                  <a:lnTo>
                    <a:pt x="16976" y="1924"/>
                  </a:lnTo>
                  <a:lnTo>
                    <a:pt x="16903" y="1730"/>
                  </a:lnTo>
                  <a:lnTo>
                    <a:pt x="16805" y="1535"/>
                  </a:lnTo>
                  <a:lnTo>
                    <a:pt x="16683" y="1389"/>
                  </a:lnTo>
                  <a:lnTo>
                    <a:pt x="16513" y="1242"/>
                  </a:lnTo>
                  <a:lnTo>
                    <a:pt x="16343" y="1145"/>
                  </a:lnTo>
                  <a:lnTo>
                    <a:pt x="16148" y="1096"/>
                  </a:lnTo>
                  <a:lnTo>
                    <a:pt x="15928" y="1072"/>
                  </a:lnTo>
                  <a:lnTo>
                    <a:pt x="15928" y="1072"/>
                  </a:lnTo>
                  <a:close/>
                  <a:moveTo>
                    <a:pt x="1072" y="2144"/>
                  </a:moveTo>
                  <a:lnTo>
                    <a:pt x="3240" y="2144"/>
                  </a:lnTo>
                  <a:lnTo>
                    <a:pt x="3240" y="2144"/>
                  </a:lnTo>
                  <a:lnTo>
                    <a:pt x="3288" y="3118"/>
                  </a:lnTo>
                  <a:lnTo>
                    <a:pt x="3361" y="4019"/>
                  </a:lnTo>
                  <a:lnTo>
                    <a:pt x="3483" y="4823"/>
                  </a:lnTo>
                  <a:lnTo>
                    <a:pt x="3605" y="5602"/>
                  </a:lnTo>
                  <a:lnTo>
                    <a:pt x="3775" y="6333"/>
                  </a:lnTo>
                  <a:lnTo>
                    <a:pt x="3995" y="7039"/>
                  </a:lnTo>
                  <a:lnTo>
                    <a:pt x="4214" y="7745"/>
                  </a:lnTo>
                  <a:lnTo>
                    <a:pt x="4506" y="8451"/>
                  </a:lnTo>
                  <a:lnTo>
                    <a:pt x="4506" y="8451"/>
                  </a:lnTo>
                  <a:lnTo>
                    <a:pt x="4262" y="8378"/>
                  </a:lnTo>
                  <a:lnTo>
                    <a:pt x="4043" y="8281"/>
                  </a:lnTo>
                  <a:lnTo>
                    <a:pt x="3824" y="8159"/>
                  </a:lnTo>
                  <a:lnTo>
                    <a:pt x="3629" y="8037"/>
                  </a:lnTo>
                  <a:lnTo>
                    <a:pt x="3434" y="7891"/>
                  </a:lnTo>
                  <a:lnTo>
                    <a:pt x="3240" y="7745"/>
                  </a:lnTo>
                  <a:lnTo>
                    <a:pt x="2899" y="7404"/>
                  </a:lnTo>
                  <a:lnTo>
                    <a:pt x="2582" y="7015"/>
                  </a:lnTo>
                  <a:lnTo>
                    <a:pt x="2290" y="6601"/>
                  </a:lnTo>
                  <a:lnTo>
                    <a:pt x="2046" y="6186"/>
                  </a:lnTo>
                  <a:lnTo>
                    <a:pt x="1827" y="5724"/>
                  </a:lnTo>
                  <a:lnTo>
                    <a:pt x="1632" y="5237"/>
                  </a:lnTo>
                  <a:lnTo>
                    <a:pt x="1486" y="4774"/>
                  </a:lnTo>
                  <a:lnTo>
                    <a:pt x="1340" y="4287"/>
                  </a:lnTo>
                  <a:lnTo>
                    <a:pt x="1242" y="3824"/>
                  </a:lnTo>
                  <a:lnTo>
                    <a:pt x="1169" y="3361"/>
                  </a:lnTo>
                  <a:lnTo>
                    <a:pt x="1121" y="2923"/>
                  </a:lnTo>
                  <a:lnTo>
                    <a:pt x="1072" y="2509"/>
                  </a:lnTo>
                  <a:lnTo>
                    <a:pt x="1072" y="2144"/>
                  </a:lnTo>
                  <a:lnTo>
                    <a:pt x="1072" y="2144"/>
                  </a:lnTo>
                  <a:close/>
                  <a:moveTo>
                    <a:pt x="10595" y="4628"/>
                  </a:moveTo>
                  <a:lnTo>
                    <a:pt x="9718" y="5407"/>
                  </a:lnTo>
                  <a:lnTo>
                    <a:pt x="9718" y="5407"/>
                  </a:lnTo>
                  <a:lnTo>
                    <a:pt x="9669" y="5480"/>
                  </a:lnTo>
                  <a:lnTo>
                    <a:pt x="9621" y="5578"/>
                  </a:lnTo>
                  <a:lnTo>
                    <a:pt x="9596" y="5675"/>
                  </a:lnTo>
                  <a:lnTo>
                    <a:pt x="9596" y="5772"/>
                  </a:lnTo>
                  <a:lnTo>
                    <a:pt x="9864" y="6941"/>
                  </a:lnTo>
                  <a:lnTo>
                    <a:pt x="9864" y="6941"/>
                  </a:lnTo>
                  <a:lnTo>
                    <a:pt x="9864" y="7015"/>
                  </a:lnTo>
                  <a:lnTo>
                    <a:pt x="9840" y="7063"/>
                  </a:lnTo>
                  <a:lnTo>
                    <a:pt x="9791" y="7063"/>
                  </a:lnTo>
                  <a:lnTo>
                    <a:pt x="9718" y="7039"/>
                  </a:lnTo>
                  <a:lnTo>
                    <a:pt x="8695" y="6454"/>
                  </a:lnTo>
                  <a:lnTo>
                    <a:pt x="8695" y="6454"/>
                  </a:lnTo>
                  <a:lnTo>
                    <a:pt x="8598" y="6406"/>
                  </a:lnTo>
                  <a:lnTo>
                    <a:pt x="8500" y="6406"/>
                  </a:lnTo>
                  <a:lnTo>
                    <a:pt x="8403" y="6406"/>
                  </a:lnTo>
                  <a:lnTo>
                    <a:pt x="8305" y="6454"/>
                  </a:lnTo>
                  <a:lnTo>
                    <a:pt x="7282" y="7039"/>
                  </a:lnTo>
                  <a:lnTo>
                    <a:pt x="7282" y="7039"/>
                  </a:lnTo>
                  <a:lnTo>
                    <a:pt x="7209" y="7063"/>
                  </a:lnTo>
                  <a:lnTo>
                    <a:pt x="7161" y="7063"/>
                  </a:lnTo>
                  <a:lnTo>
                    <a:pt x="7136" y="7015"/>
                  </a:lnTo>
                  <a:lnTo>
                    <a:pt x="7136" y="6941"/>
                  </a:lnTo>
                  <a:lnTo>
                    <a:pt x="7404" y="5772"/>
                  </a:lnTo>
                  <a:lnTo>
                    <a:pt x="7404" y="5772"/>
                  </a:lnTo>
                  <a:lnTo>
                    <a:pt x="7404" y="5675"/>
                  </a:lnTo>
                  <a:lnTo>
                    <a:pt x="7380" y="5578"/>
                  </a:lnTo>
                  <a:lnTo>
                    <a:pt x="7331" y="5480"/>
                  </a:lnTo>
                  <a:lnTo>
                    <a:pt x="7282" y="5407"/>
                  </a:lnTo>
                  <a:lnTo>
                    <a:pt x="6406" y="4628"/>
                  </a:lnTo>
                  <a:lnTo>
                    <a:pt x="6406" y="4628"/>
                  </a:lnTo>
                  <a:lnTo>
                    <a:pt x="6357" y="4579"/>
                  </a:lnTo>
                  <a:lnTo>
                    <a:pt x="6333" y="4506"/>
                  </a:lnTo>
                  <a:lnTo>
                    <a:pt x="6381" y="4482"/>
                  </a:lnTo>
                  <a:lnTo>
                    <a:pt x="6454" y="4457"/>
                  </a:lnTo>
                  <a:lnTo>
                    <a:pt x="7623" y="4336"/>
                  </a:lnTo>
                  <a:lnTo>
                    <a:pt x="7623" y="4336"/>
                  </a:lnTo>
                  <a:lnTo>
                    <a:pt x="7721" y="4311"/>
                  </a:lnTo>
                  <a:lnTo>
                    <a:pt x="7818" y="4262"/>
                  </a:lnTo>
                  <a:lnTo>
                    <a:pt x="7891" y="4189"/>
                  </a:lnTo>
                  <a:lnTo>
                    <a:pt x="7940" y="4116"/>
                  </a:lnTo>
                  <a:lnTo>
                    <a:pt x="8403" y="3045"/>
                  </a:lnTo>
                  <a:lnTo>
                    <a:pt x="8403" y="3045"/>
                  </a:lnTo>
                  <a:lnTo>
                    <a:pt x="8452" y="2972"/>
                  </a:lnTo>
                  <a:lnTo>
                    <a:pt x="8500" y="2947"/>
                  </a:lnTo>
                  <a:lnTo>
                    <a:pt x="8549" y="2972"/>
                  </a:lnTo>
                  <a:lnTo>
                    <a:pt x="8598" y="3045"/>
                  </a:lnTo>
                  <a:lnTo>
                    <a:pt x="9060" y="4116"/>
                  </a:lnTo>
                  <a:lnTo>
                    <a:pt x="9060" y="4116"/>
                  </a:lnTo>
                  <a:lnTo>
                    <a:pt x="9109" y="4189"/>
                  </a:lnTo>
                  <a:lnTo>
                    <a:pt x="9182" y="4262"/>
                  </a:lnTo>
                  <a:lnTo>
                    <a:pt x="9280" y="4311"/>
                  </a:lnTo>
                  <a:lnTo>
                    <a:pt x="9377" y="4336"/>
                  </a:lnTo>
                  <a:lnTo>
                    <a:pt x="10546" y="4457"/>
                  </a:lnTo>
                  <a:lnTo>
                    <a:pt x="10546" y="4457"/>
                  </a:lnTo>
                  <a:lnTo>
                    <a:pt x="10619" y="4482"/>
                  </a:lnTo>
                  <a:lnTo>
                    <a:pt x="10668" y="4506"/>
                  </a:lnTo>
                  <a:lnTo>
                    <a:pt x="10643" y="4579"/>
                  </a:lnTo>
                  <a:lnTo>
                    <a:pt x="10595" y="4628"/>
                  </a:lnTo>
                  <a:lnTo>
                    <a:pt x="10595" y="4628"/>
                  </a:lnTo>
                  <a:close/>
                  <a:moveTo>
                    <a:pt x="12494" y="8451"/>
                  </a:moveTo>
                  <a:lnTo>
                    <a:pt x="12494" y="8451"/>
                  </a:lnTo>
                  <a:lnTo>
                    <a:pt x="12787" y="7745"/>
                  </a:lnTo>
                  <a:lnTo>
                    <a:pt x="13006" y="7039"/>
                  </a:lnTo>
                  <a:lnTo>
                    <a:pt x="13225" y="6333"/>
                  </a:lnTo>
                  <a:lnTo>
                    <a:pt x="13396" y="5602"/>
                  </a:lnTo>
                  <a:lnTo>
                    <a:pt x="13517" y="4823"/>
                  </a:lnTo>
                  <a:lnTo>
                    <a:pt x="13639" y="4019"/>
                  </a:lnTo>
                  <a:lnTo>
                    <a:pt x="13712" y="3118"/>
                  </a:lnTo>
                  <a:lnTo>
                    <a:pt x="13761" y="2144"/>
                  </a:lnTo>
                  <a:lnTo>
                    <a:pt x="15928" y="2144"/>
                  </a:lnTo>
                  <a:lnTo>
                    <a:pt x="15928" y="2144"/>
                  </a:lnTo>
                  <a:lnTo>
                    <a:pt x="15928" y="2509"/>
                  </a:lnTo>
                  <a:lnTo>
                    <a:pt x="15880" y="2923"/>
                  </a:lnTo>
                  <a:lnTo>
                    <a:pt x="15831" y="3361"/>
                  </a:lnTo>
                  <a:lnTo>
                    <a:pt x="15758" y="3824"/>
                  </a:lnTo>
                  <a:lnTo>
                    <a:pt x="15661" y="4287"/>
                  </a:lnTo>
                  <a:lnTo>
                    <a:pt x="15514" y="4774"/>
                  </a:lnTo>
                  <a:lnTo>
                    <a:pt x="15368" y="5237"/>
                  </a:lnTo>
                  <a:lnTo>
                    <a:pt x="15173" y="5724"/>
                  </a:lnTo>
                  <a:lnTo>
                    <a:pt x="14954" y="6186"/>
                  </a:lnTo>
                  <a:lnTo>
                    <a:pt x="14711" y="6601"/>
                  </a:lnTo>
                  <a:lnTo>
                    <a:pt x="14418" y="7015"/>
                  </a:lnTo>
                  <a:lnTo>
                    <a:pt x="14102" y="7404"/>
                  </a:lnTo>
                  <a:lnTo>
                    <a:pt x="13761" y="7745"/>
                  </a:lnTo>
                  <a:lnTo>
                    <a:pt x="13566" y="7891"/>
                  </a:lnTo>
                  <a:lnTo>
                    <a:pt x="13371" y="8037"/>
                  </a:lnTo>
                  <a:lnTo>
                    <a:pt x="13176" y="8159"/>
                  </a:lnTo>
                  <a:lnTo>
                    <a:pt x="12957" y="8281"/>
                  </a:lnTo>
                  <a:lnTo>
                    <a:pt x="12738" y="8378"/>
                  </a:lnTo>
                  <a:lnTo>
                    <a:pt x="12494" y="8451"/>
                  </a:lnTo>
                  <a:lnTo>
                    <a:pt x="12494" y="8451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381" name="Shape 540">
            <a:extLst>
              <a:ext uri="{FF2B5EF4-FFF2-40B4-BE49-F238E27FC236}">
                <a16:creationId xmlns:a16="http://schemas.microsoft.com/office/drawing/2014/main" id="{8888DAE0-7A84-4A4A-B8E2-B8F4C70A6A49}"/>
              </a:ext>
            </a:extLst>
          </p:cNvPr>
          <p:cNvGrpSpPr/>
          <p:nvPr/>
        </p:nvGrpSpPr>
        <p:grpSpPr>
          <a:xfrm>
            <a:off x="10687947" y="2048054"/>
            <a:ext cx="307142" cy="322035"/>
            <a:chOff x="5961125" y="1623900"/>
            <a:chExt cx="427450" cy="448175"/>
          </a:xfrm>
          <a:solidFill>
            <a:srgbClr val="00B050"/>
          </a:solidFill>
        </p:grpSpPr>
        <p:sp>
          <p:nvSpPr>
            <p:cNvPr id="382" name="Shape 541">
              <a:extLst>
                <a:ext uri="{FF2B5EF4-FFF2-40B4-BE49-F238E27FC236}">
                  <a16:creationId xmlns:a16="http://schemas.microsoft.com/office/drawing/2014/main" id="{3413D34A-85F5-415E-93DC-59A70C331372}"/>
                </a:ext>
              </a:extLst>
            </p:cNvPr>
            <p:cNvSpPr/>
            <p:nvPr/>
          </p:nvSpPr>
          <p:spPr>
            <a:xfrm>
              <a:off x="5961125" y="1678700"/>
              <a:ext cx="376925" cy="376925"/>
            </a:xfrm>
            <a:custGeom>
              <a:avLst/>
              <a:gdLst/>
              <a:ahLst/>
              <a:cxnLst/>
              <a:rect l="0" t="0" r="0" b="0"/>
              <a:pathLst>
                <a:path w="15076" h="15076" fill="none" extrusionOk="0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83" name="Shape 542">
              <a:extLst>
                <a:ext uri="{FF2B5EF4-FFF2-40B4-BE49-F238E27FC236}">
                  <a16:creationId xmlns:a16="http://schemas.microsoft.com/office/drawing/2014/main" id="{CA2EF379-C3CD-4514-ACDC-CAD40BB52B0C}"/>
                </a:ext>
              </a:extLst>
            </p:cNvPr>
            <p:cNvSpPr/>
            <p:nvPr/>
          </p:nvSpPr>
          <p:spPr>
            <a:xfrm>
              <a:off x="6009825" y="1727425"/>
              <a:ext cx="279500" cy="279500"/>
            </a:xfrm>
            <a:custGeom>
              <a:avLst/>
              <a:gdLst/>
              <a:ahLst/>
              <a:cxnLst/>
              <a:rect l="0" t="0" r="0" b="0"/>
              <a:pathLst>
                <a:path w="11180" h="11180" fill="none" extrusionOk="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84" name="Shape 543">
              <a:extLst>
                <a:ext uri="{FF2B5EF4-FFF2-40B4-BE49-F238E27FC236}">
                  <a16:creationId xmlns:a16="http://schemas.microsoft.com/office/drawing/2014/main" id="{04D21591-47E6-4D84-A17D-9D7A623FDC58}"/>
                </a:ext>
              </a:extLst>
            </p:cNvPr>
            <p:cNvSpPr/>
            <p:nvPr/>
          </p:nvSpPr>
          <p:spPr>
            <a:xfrm>
              <a:off x="6107250" y="1824850"/>
              <a:ext cx="84650" cy="84650"/>
            </a:xfrm>
            <a:custGeom>
              <a:avLst/>
              <a:gdLst/>
              <a:ahLst/>
              <a:cxnLst/>
              <a:rect l="0" t="0" r="0" b="0"/>
              <a:pathLst>
                <a:path w="3386" h="3386" fill="none" extrusionOk="0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85" name="Shape 544">
              <a:extLst>
                <a:ext uri="{FF2B5EF4-FFF2-40B4-BE49-F238E27FC236}">
                  <a16:creationId xmlns:a16="http://schemas.microsoft.com/office/drawing/2014/main" id="{8CBD261E-39F5-4FC8-8827-5BE2B8F21D63}"/>
                </a:ext>
              </a:extLst>
            </p:cNvPr>
            <p:cNvSpPr/>
            <p:nvPr/>
          </p:nvSpPr>
          <p:spPr>
            <a:xfrm>
              <a:off x="6058550" y="1776125"/>
              <a:ext cx="182075" cy="182075"/>
            </a:xfrm>
            <a:custGeom>
              <a:avLst/>
              <a:gdLst/>
              <a:ahLst/>
              <a:cxnLst/>
              <a:rect l="0" t="0" r="0" b="0"/>
              <a:pathLst>
                <a:path w="7283" h="7283" fill="none" extrusionOk="0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86" name="Shape 545">
              <a:extLst>
                <a:ext uri="{FF2B5EF4-FFF2-40B4-BE49-F238E27FC236}">
                  <a16:creationId xmlns:a16="http://schemas.microsoft.com/office/drawing/2014/main" id="{38ABE8EA-E135-4F51-BAEE-FF7252CCFD8E}"/>
                </a:ext>
              </a:extLst>
            </p:cNvPr>
            <p:cNvSpPr/>
            <p:nvPr/>
          </p:nvSpPr>
          <p:spPr>
            <a:xfrm>
              <a:off x="5971475" y="2001400"/>
              <a:ext cx="74925" cy="70675"/>
            </a:xfrm>
            <a:custGeom>
              <a:avLst/>
              <a:gdLst/>
              <a:ahLst/>
              <a:cxnLst/>
              <a:rect l="0" t="0" r="0" b="0"/>
              <a:pathLst>
                <a:path w="2997" h="2827" fill="none" extrusionOk="0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87" name="Shape 546">
              <a:extLst>
                <a:ext uri="{FF2B5EF4-FFF2-40B4-BE49-F238E27FC236}">
                  <a16:creationId xmlns:a16="http://schemas.microsoft.com/office/drawing/2014/main" id="{EA7B798A-DB68-43EC-90D3-6209037D1A80}"/>
                </a:ext>
              </a:extLst>
            </p:cNvPr>
            <p:cNvSpPr/>
            <p:nvPr/>
          </p:nvSpPr>
          <p:spPr>
            <a:xfrm>
              <a:off x="6253375" y="2001400"/>
              <a:ext cx="74325" cy="70675"/>
            </a:xfrm>
            <a:custGeom>
              <a:avLst/>
              <a:gdLst/>
              <a:ahLst/>
              <a:cxnLst/>
              <a:rect l="0" t="0" r="0" b="0"/>
              <a:pathLst>
                <a:path w="2973" h="2827" fill="none" extrusionOk="0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88" name="Shape 547">
              <a:extLst>
                <a:ext uri="{FF2B5EF4-FFF2-40B4-BE49-F238E27FC236}">
                  <a16:creationId xmlns:a16="http://schemas.microsoft.com/office/drawing/2014/main" id="{9932B6FA-D56B-4B79-8E36-C61EE86CBC06}"/>
                </a:ext>
              </a:extLst>
            </p:cNvPr>
            <p:cNvSpPr/>
            <p:nvPr/>
          </p:nvSpPr>
          <p:spPr>
            <a:xfrm>
              <a:off x="6137700" y="1623900"/>
              <a:ext cx="250875" cy="255150"/>
            </a:xfrm>
            <a:custGeom>
              <a:avLst/>
              <a:gdLst/>
              <a:ahLst/>
              <a:cxnLst/>
              <a:rect l="0" t="0" r="0" b="0"/>
              <a:pathLst>
                <a:path w="10035" h="10206" fill="none" extrusionOk="0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389" name="Shape 548">
            <a:extLst>
              <a:ext uri="{FF2B5EF4-FFF2-40B4-BE49-F238E27FC236}">
                <a16:creationId xmlns:a16="http://schemas.microsoft.com/office/drawing/2014/main" id="{5E97C3AB-C415-423F-9A34-3951B2DDEDED}"/>
              </a:ext>
            </a:extLst>
          </p:cNvPr>
          <p:cNvGrpSpPr/>
          <p:nvPr/>
        </p:nvGrpSpPr>
        <p:grpSpPr>
          <a:xfrm>
            <a:off x="11240638" y="2057784"/>
            <a:ext cx="328143" cy="310646"/>
            <a:chOff x="6618700" y="1635475"/>
            <a:chExt cx="456675" cy="432325"/>
          </a:xfrm>
          <a:solidFill>
            <a:srgbClr val="00B050"/>
          </a:solidFill>
        </p:grpSpPr>
        <p:sp>
          <p:nvSpPr>
            <p:cNvPr id="390" name="Shape 549">
              <a:extLst>
                <a:ext uri="{FF2B5EF4-FFF2-40B4-BE49-F238E27FC236}">
                  <a16:creationId xmlns:a16="http://schemas.microsoft.com/office/drawing/2014/main" id="{FC425090-23EC-4020-A4D0-C6F32B474735}"/>
                </a:ext>
              </a:extLst>
            </p:cNvPr>
            <p:cNvSpPr/>
            <p:nvPr/>
          </p:nvSpPr>
          <p:spPr>
            <a:xfrm>
              <a:off x="6663775" y="1904000"/>
              <a:ext cx="117525" cy="163800"/>
            </a:xfrm>
            <a:custGeom>
              <a:avLst/>
              <a:gdLst/>
              <a:ahLst/>
              <a:cxnLst/>
              <a:rect l="0" t="0" r="0" b="0"/>
              <a:pathLst>
                <a:path w="4701" h="6552" fill="none" extrusionOk="0">
                  <a:moveTo>
                    <a:pt x="0" y="0"/>
                  </a:moveTo>
                  <a:lnTo>
                    <a:pt x="512" y="6016"/>
                  </a:lnTo>
                  <a:lnTo>
                    <a:pt x="512" y="6016"/>
                  </a:lnTo>
                  <a:lnTo>
                    <a:pt x="536" y="6138"/>
                  </a:lnTo>
                  <a:lnTo>
                    <a:pt x="585" y="6235"/>
                  </a:lnTo>
                  <a:lnTo>
                    <a:pt x="633" y="6332"/>
                  </a:lnTo>
                  <a:lnTo>
                    <a:pt x="706" y="6406"/>
                  </a:lnTo>
                  <a:lnTo>
                    <a:pt x="804" y="6454"/>
                  </a:lnTo>
                  <a:lnTo>
                    <a:pt x="877" y="6503"/>
                  </a:lnTo>
                  <a:lnTo>
                    <a:pt x="999" y="6552"/>
                  </a:lnTo>
                  <a:lnTo>
                    <a:pt x="1096" y="6552"/>
                  </a:lnTo>
                  <a:lnTo>
                    <a:pt x="4116" y="6552"/>
                  </a:lnTo>
                  <a:lnTo>
                    <a:pt x="4116" y="6552"/>
                  </a:lnTo>
                  <a:lnTo>
                    <a:pt x="4238" y="6527"/>
                  </a:lnTo>
                  <a:lnTo>
                    <a:pt x="4360" y="6503"/>
                  </a:lnTo>
                  <a:lnTo>
                    <a:pt x="4457" y="6430"/>
                  </a:lnTo>
                  <a:lnTo>
                    <a:pt x="4554" y="6332"/>
                  </a:lnTo>
                  <a:lnTo>
                    <a:pt x="4554" y="6332"/>
                  </a:lnTo>
                  <a:lnTo>
                    <a:pt x="4628" y="6235"/>
                  </a:lnTo>
                  <a:lnTo>
                    <a:pt x="4676" y="6113"/>
                  </a:lnTo>
                  <a:lnTo>
                    <a:pt x="4701" y="5991"/>
                  </a:lnTo>
                  <a:lnTo>
                    <a:pt x="4676" y="5845"/>
                  </a:lnTo>
                  <a:lnTo>
                    <a:pt x="3678" y="98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91" name="Shape 550">
              <a:extLst>
                <a:ext uri="{FF2B5EF4-FFF2-40B4-BE49-F238E27FC236}">
                  <a16:creationId xmlns:a16="http://schemas.microsoft.com/office/drawing/2014/main" id="{018F68E6-30F1-4D09-B3C0-5D8A3B405477}"/>
                </a:ext>
              </a:extLst>
            </p:cNvPr>
            <p:cNvSpPr/>
            <p:nvPr/>
          </p:nvSpPr>
          <p:spPr>
            <a:xfrm>
              <a:off x="7046125" y="1775525"/>
              <a:ext cx="29250" cy="99275"/>
            </a:xfrm>
            <a:custGeom>
              <a:avLst/>
              <a:gdLst/>
              <a:ahLst/>
              <a:cxnLst/>
              <a:rect l="0" t="0" r="0" b="0"/>
              <a:pathLst>
                <a:path w="1170" h="3971" fill="none" extrusionOk="0">
                  <a:moveTo>
                    <a:pt x="1" y="3970"/>
                  </a:moveTo>
                  <a:lnTo>
                    <a:pt x="1" y="3970"/>
                  </a:lnTo>
                  <a:lnTo>
                    <a:pt x="245" y="3824"/>
                  </a:lnTo>
                  <a:lnTo>
                    <a:pt x="488" y="3629"/>
                  </a:lnTo>
                  <a:lnTo>
                    <a:pt x="683" y="3410"/>
                  </a:lnTo>
                  <a:lnTo>
                    <a:pt x="853" y="3166"/>
                  </a:lnTo>
                  <a:lnTo>
                    <a:pt x="1000" y="2898"/>
                  </a:lnTo>
                  <a:lnTo>
                    <a:pt x="1097" y="2606"/>
                  </a:lnTo>
                  <a:lnTo>
                    <a:pt x="1170" y="2314"/>
                  </a:lnTo>
                  <a:lnTo>
                    <a:pt x="1170" y="1997"/>
                  </a:lnTo>
                  <a:lnTo>
                    <a:pt x="1170" y="1997"/>
                  </a:lnTo>
                  <a:lnTo>
                    <a:pt x="1170" y="1681"/>
                  </a:lnTo>
                  <a:lnTo>
                    <a:pt x="1097" y="1364"/>
                  </a:lnTo>
                  <a:lnTo>
                    <a:pt x="1000" y="1096"/>
                  </a:lnTo>
                  <a:lnTo>
                    <a:pt x="853" y="828"/>
                  </a:lnTo>
                  <a:lnTo>
                    <a:pt x="683" y="585"/>
                  </a:lnTo>
                  <a:lnTo>
                    <a:pt x="488" y="366"/>
                  </a:lnTo>
                  <a:lnTo>
                    <a:pt x="245" y="171"/>
                  </a:lnTo>
                  <a:lnTo>
                    <a:pt x="1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92" name="Shape 551">
              <a:extLst>
                <a:ext uri="{FF2B5EF4-FFF2-40B4-BE49-F238E27FC236}">
                  <a16:creationId xmlns:a16="http://schemas.microsoft.com/office/drawing/2014/main" id="{92A4ED97-A02D-44EF-B220-076004DB34AC}"/>
                </a:ext>
              </a:extLst>
            </p:cNvPr>
            <p:cNvSpPr/>
            <p:nvPr/>
          </p:nvSpPr>
          <p:spPr>
            <a:xfrm>
              <a:off x="6618700" y="1751775"/>
              <a:ext cx="96850" cy="146750"/>
            </a:xfrm>
            <a:custGeom>
              <a:avLst/>
              <a:gdLst/>
              <a:ahLst/>
              <a:cxnLst/>
              <a:rect l="0" t="0" r="0" b="0"/>
              <a:pathLst>
                <a:path w="3874" h="5870" fill="none" extrusionOk="0">
                  <a:moveTo>
                    <a:pt x="3873" y="0"/>
                  </a:moveTo>
                  <a:lnTo>
                    <a:pt x="3873" y="0"/>
                  </a:lnTo>
                  <a:lnTo>
                    <a:pt x="2704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560" y="25"/>
                  </a:lnTo>
                  <a:lnTo>
                    <a:pt x="1413" y="49"/>
                  </a:lnTo>
                  <a:lnTo>
                    <a:pt x="1243" y="98"/>
                  </a:lnTo>
                  <a:lnTo>
                    <a:pt x="1097" y="147"/>
                  </a:lnTo>
                  <a:lnTo>
                    <a:pt x="926" y="244"/>
                  </a:lnTo>
                  <a:lnTo>
                    <a:pt x="780" y="317"/>
                  </a:lnTo>
                  <a:lnTo>
                    <a:pt x="658" y="439"/>
                  </a:lnTo>
                  <a:lnTo>
                    <a:pt x="537" y="536"/>
                  </a:lnTo>
                  <a:lnTo>
                    <a:pt x="415" y="682"/>
                  </a:lnTo>
                  <a:lnTo>
                    <a:pt x="293" y="804"/>
                  </a:lnTo>
                  <a:lnTo>
                    <a:pt x="220" y="950"/>
                  </a:lnTo>
                  <a:lnTo>
                    <a:pt x="147" y="1096"/>
                  </a:lnTo>
                  <a:lnTo>
                    <a:pt x="74" y="1267"/>
                  </a:lnTo>
                  <a:lnTo>
                    <a:pt x="25" y="1437"/>
                  </a:lnTo>
                  <a:lnTo>
                    <a:pt x="1" y="1583"/>
                  </a:lnTo>
                  <a:lnTo>
                    <a:pt x="1" y="1754"/>
                  </a:lnTo>
                  <a:lnTo>
                    <a:pt x="1" y="4092"/>
                  </a:lnTo>
                  <a:lnTo>
                    <a:pt x="1" y="4092"/>
                  </a:lnTo>
                  <a:lnTo>
                    <a:pt x="1" y="4263"/>
                  </a:lnTo>
                  <a:lnTo>
                    <a:pt x="25" y="4433"/>
                  </a:lnTo>
                  <a:lnTo>
                    <a:pt x="74" y="4579"/>
                  </a:lnTo>
                  <a:lnTo>
                    <a:pt x="147" y="4750"/>
                  </a:lnTo>
                  <a:lnTo>
                    <a:pt x="220" y="4896"/>
                  </a:lnTo>
                  <a:lnTo>
                    <a:pt x="293" y="5042"/>
                  </a:lnTo>
                  <a:lnTo>
                    <a:pt x="415" y="5188"/>
                  </a:lnTo>
                  <a:lnTo>
                    <a:pt x="537" y="5310"/>
                  </a:lnTo>
                  <a:lnTo>
                    <a:pt x="658" y="5407"/>
                  </a:lnTo>
                  <a:lnTo>
                    <a:pt x="780" y="5529"/>
                  </a:lnTo>
                  <a:lnTo>
                    <a:pt x="926" y="5626"/>
                  </a:lnTo>
                  <a:lnTo>
                    <a:pt x="1097" y="5699"/>
                  </a:lnTo>
                  <a:lnTo>
                    <a:pt x="1243" y="5748"/>
                  </a:lnTo>
                  <a:lnTo>
                    <a:pt x="1413" y="5797"/>
                  </a:lnTo>
                  <a:lnTo>
                    <a:pt x="1560" y="5821"/>
                  </a:lnTo>
                  <a:lnTo>
                    <a:pt x="1730" y="5846"/>
                  </a:lnTo>
                  <a:lnTo>
                    <a:pt x="1730" y="5846"/>
                  </a:lnTo>
                  <a:lnTo>
                    <a:pt x="2704" y="5846"/>
                  </a:lnTo>
                  <a:lnTo>
                    <a:pt x="3873" y="587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93" name="Shape 552">
              <a:extLst>
                <a:ext uri="{FF2B5EF4-FFF2-40B4-BE49-F238E27FC236}">
                  <a16:creationId xmlns:a16="http://schemas.microsoft.com/office/drawing/2014/main" id="{834A6128-E808-45E8-8C5D-43D53ABDAC03}"/>
                </a:ext>
              </a:extLst>
            </p:cNvPr>
            <p:cNvSpPr/>
            <p:nvPr/>
          </p:nvSpPr>
          <p:spPr>
            <a:xfrm>
              <a:off x="6721600" y="1660450"/>
              <a:ext cx="278900" cy="329425"/>
            </a:xfrm>
            <a:custGeom>
              <a:avLst/>
              <a:gdLst/>
              <a:ahLst/>
              <a:cxnLst/>
              <a:rect l="0" t="0" r="0" b="0"/>
              <a:pathLst>
                <a:path w="11156" h="13177" fill="none" extrusionOk="0">
                  <a:moveTo>
                    <a:pt x="11155" y="0"/>
                  </a:moveTo>
                  <a:lnTo>
                    <a:pt x="11155" y="0"/>
                  </a:lnTo>
                  <a:lnTo>
                    <a:pt x="10766" y="317"/>
                  </a:lnTo>
                  <a:lnTo>
                    <a:pt x="10352" y="609"/>
                  </a:lnTo>
                  <a:lnTo>
                    <a:pt x="9938" y="901"/>
                  </a:lnTo>
                  <a:lnTo>
                    <a:pt x="9524" y="1169"/>
                  </a:lnTo>
                  <a:lnTo>
                    <a:pt x="9085" y="1413"/>
                  </a:lnTo>
                  <a:lnTo>
                    <a:pt x="8671" y="1632"/>
                  </a:lnTo>
                  <a:lnTo>
                    <a:pt x="7843" y="2046"/>
                  </a:lnTo>
                  <a:lnTo>
                    <a:pt x="7015" y="2387"/>
                  </a:lnTo>
                  <a:lnTo>
                    <a:pt x="6211" y="2679"/>
                  </a:lnTo>
                  <a:lnTo>
                    <a:pt x="5456" y="2898"/>
                  </a:lnTo>
                  <a:lnTo>
                    <a:pt x="4774" y="3093"/>
                  </a:lnTo>
                  <a:lnTo>
                    <a:pt x="4774" y="3093"/>
                  </a:lnTo>
                  <a:lnTo>
                    <a:pt x="4239" y="3215"/>
                  </a:lnTo>
                  <a:lnTo>
                    <a:pt x="3678" y="3312"/>
                  </a:lnTo>
                  <a:lnTo>
                    <a:pt x="3070" y="3410"/>
                  </a:lnTo>
                  <a:lnTo>
                    <a:pt x="2461" y="3459"/>
                  </a:lnTo>
                  <a:lnTo>
                    <a:pt x="1219" y="3580"/>
                  </a:lnTo>
                  <a:lnTo>
                    <a:pt x="1" y="3629"/>
                  </a:lnTo>
                  <a:lnTo>
                    <a:pt x="1" y="9523"/>
                  </a:lnTo>
                  <a:lnTo>
                    <a:pt x="1" y="9523"/>
                  </a:lnTo>
                  <a:lnTo>
                    <a:pt x="1219" y="9596"/>
                  </a:lnTo>
                  <a:lnTo>
                    <a:pt x="2461" y="9693"/>
                  </a:lnTo>
                  <a:lnTo>
                    <a:pt x="3070" y="9767"/>
                  </a:lnTo>
                  <a:lnTo>
                    <a:pt x="3678" y="9840"/>
                  </a:lnTo>
                  <a:lnTo>
                    <a:pt x="4239" y="9937"/>
                  </a:lnTo>
                  <a:lnTo>
                    <a:pt x="4774" y="10059"/>
                  </a:lnTo>
                  <a:lnTo>
                    <a:pt x="4774" y="10059"/>
                  </a:lnTo>
                  <a:lnTo>
                    <a:pt x="5456" y="10254"/>
                  </a:lnTo>
                  <a:lnTo>
                    <a:pt x="6211" y="10497"/>
                  </a:lnTo>
                  <a:lnTo>
                    <a:pt x="7015" y="10765"/>
                  </a:lnTo>
                  <a:lnTo>
                    <a:pt x="7843" y="11130"/>
                  </a:lnTo>
                  <a:lnTo>
                    <a:pt x="8671" y="11520"/>
                  </a:lnTo>
                  <a:lnTo>
                    <a:pt x="9085" y="11764"/>
                  </a:lnTo>
                  <a:lnTo>
                    <a:pt x="9524" y="12007"/>
                  </a:lnTo>
                  <a:lnTo>
                    <a:pt x="9938" y="12251"/>
                  </a:lnTo>
                  <a:lnTo>
                    <a:pt x="10352" y="12543"/>
                  </a:lnTo>
                  <a:lnTo>
                    <a:pt x="10766" y="12835"/>
                  </a:lnTo>
                  <a:lnTo>
                    <a:pt x="11155" y="13176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94" name="Shape 553">
              <a:extLst>
                <a:ext uri="{FF2B5EF4-FFF2-40B4-BE49-F238E27FC236}">
                  <a16:creationId xmlns:a16="http://schemas.microsoft.com/office/drawing/2014/main" id="{E22062EC-FC43-434E-BDFA-82C512D91034}"/>
                </a:ext>
              </a:extLst>
            </p:cNvPr>
            <p:cNvSpPr/>
            <p:nvPr/>
          </p:nvSpPr>
          <p:spPr>
            <a:xfrm>
              <a:off x="7006550" y="1635475"/>
              <a:ext cx="34750" cy="378750"/>
            </a:xfrm>
            <a:custGeom>
              <a:avLst/>
              <a:gdLst/>
              <a:ahLst/>
              <a:cxnLst/>
              <a:rect l="0" t="0" r="0" b="0"/>
              <a:pathLst>
                <a:path w="1390" h="15150" fill="none" extrusionOk="0">
                  <a:moveTo>
                    <a:pt x="1024" y="49"/>
                  </a:moveTo>
                  <a:lnTo>
                    <a:pt x="1024" y="49"/>
                  </a:lnTo>
                  <a:lnTo>
                    <a:pt x="902" y="1"/>
                  </a:lnTo>
                  <a:lnTo>
                    <a:pt x="805" y="1"/>
                  </a:lnTo>
                  <a:lnTo>
                    <a:pt x="805" y="1"/>
                  </a:lnTo>
                  <a:lnTo>
                    <a:pt x="683" y="1"/>
                  </a:lnTo>
                  <a:lnTo>
                    <a:pt x="585" y="49"/>
                  </a:lnTo>
                  <a:lnTo>
                    <a:pt x="464" y="98"/>
                  </a:lnTo>
                  <a:lnTo>
                    <a:pt x="391" y="171"/>
                  </a:lnTo>
                  <a:lnTo>
                    <a:pt x="391" y="171"/>
                  </a:lnTo>
                  <a:lnTo>
                    <a:pt x="1" y="536"/>
                  </a:lnTo>
                  <a:lnTo>
                    <a:pt x="1" y="14638"/>
                  </a:lnTo>
                  <a:lnTo>
                    <a:pt x="1" y="14638"/>
                  </a:lnTo>
                  <a:lnTo>
                    <a:pt x="391" y="14979"/>
                  </a:lnTo>
                  <a:lnTo>
                    <a:pt x="391" y="14979"/>
                  </a:lnTo>
                  <a:lnTo>
                    <a:pt x="464" y="15052"/>
                  </a:lnTo>
                  <a:lnTo>
                    <a:pt x="585" y="15101"/>
                  </a:lnTo>
                  <a:lnTo>
                    <a:pt x="683" y="15149"/>
                  </a:lnTo>
                  <a:lnTo>
                    <a:pt x="805" y="15149"/>
                  </a:lnTo>
                  <a:lnTo>
                    <a:pt x="805" y="15149"/>
                  </a:lnTo>
                  <a:lnTo>
                    <a:pt x="902" y="15149"/>
                  </a:lnTo>
                  <a:lnTo>
                    <a:pt x="1024" y="15101"/>
                  </a:lnTo>
                  <a:lnTo>
                    <a:pt x="1024" y="15101"/>
                  </a:lnTo>
                  <a:lnTo>
                    <a:pt x="1170" y="15028"/>
                  </a:lnTo>
                  <a:lnTo>
                    <a:pt x="1292" y="14906"/>
                  </a:lnTo>
                  <a:lnTo>
                    <a:pt x="1365" y="14735"/>
                  </a:lnTo>
                  <a:lnTo>
                    <a:pt x="1389" y="14565"/>
                  </a:lnTo>
                  <a:lnTo>
                    <a:pt x="1389" y="585"/>
                  </a:lnTo>
                  <a:lnTo>
                    <a:pt x="1389" y="585"/>
                  </a:lnTo>
                  <a:lnTo>
                    <a:pt x="1365" y="415"/>
                  </a:lnTo>
                  <a:lnTo>
                    <a:pt x="1292" y="269"/>
                  </a:lnTo>
                  <a:lnTo>
                    <a:pt x="1170" y="122"/>
                  </a:lnTo>
                  <a:lnTo>
                    <a:pt x="1024" y="49"/>
                  </a:lnTo>
                  <a:lnTo>
                    <a:pt x="1024" y="49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395" name="Shape 554">
            <a:extLst>
              <a:ext uri="{FF2B5EF4-FFF2-40B4-BE49-F238E27FC236}">
                <a16:creationId xmlns:a16="http://schemas.microsoft.com/office/drawing/2014/main" id="{CB9C1A4B-77D2-4D49-B69B-0B7434E44C38}"/>
              </a:ext>
            </a:extLst>
          </p:cNvPr>
          <p:cNvGrpSpPr/>
          <p:nvPr/>
        </p:nvGrpSpPr>
        <p:grpSpPr>
          <a:xfrm>
            <a:off x="6195725" y="2641196"/>
            <a:ext cx="259898" cy="279138"/>
            <a:chOff x="616425" y="2329600"/>
            <a:chExt cx="361700" cy="388475"/>
          </a:xfrm>
          <a:solidFill>
            <a:srgbClr val="00B050"/>
          </a:solidFill>
        </p:grpSpPr>
        <p:sp>
          <p:nvSpPr>
            <p:cNvPr id="396" name="Shape 555">
              <a:extLst>
                <a:ext uri="{FF2B5EF4-FFF2-40B4-BE49-F238E27FC236}">
                  <a16:creationId xmlns:a16="http://schemas.microsoft.com/office/drawing/2014/main" id="{59F68799-857E-427B-B6F1-0DDE46DB7002}"/>
                </a:ext>
              </a:extLst>
            </p:cNvPr>
            <p:cNvSpPr/>
            <p:nvPr/>
          </p:nvSpPr>
          <p:spPr>
            <a:xfrm>
              <a:off x="616425" y="2329600"/>
              <a:ext cx="361700" cy="388475"/>
            </a:xfrm>
            <a:custGeom>
              <a:avLst/>
              <a:gdLst/>
              <a:ahLst/>
              <a:cxnLst/>
              <a:rect l="0" t="0" r="0" b="0"/>
              <a:pathLst>
                <a:path w="14468" h="15539" fill="none" extrusionOk="0">
                  <a:moveTo>
                    <a:pt x="14273" y="13030"/>
                  </a:moveTo>
                  <a:lnTo>
                    <a:pt x="9621" y="6479"/>
                  </a:lnTo>
                  <a:lnTo>
                    <a:pt x="9621" y="2338"/>
                  </a:lnTo>
                  <a:lnTo>
                    <a:pt x="10303" y="1656"/>
                  </a:lnTo>
                  <a:lnTo>
                    <a:pt x="10303" y="1656"/>
                  </a:lnTo>
                  <a:lnTo>
                    <a:pt x="10400" y="1559"/>
                  </a:lnTo>
                  <a:lnTo>
                    <a:pt x="10474" y="1437"/>
                  </a:lnTo>
                  <a:lnTo>
                    <a:pt x="10522" y="1291"/>
                  </a:lnTo>
                  <a:lnTo>
                    <a:pt x="10571" y="1169"/>
                  </a:lnTo>
                  <a:lnTo>
                    <a:pt x="10571" y="1023"/>
                  </a:lnTo>
                  <a:lnTo>
                    <a:pt x="10571" y="877"/>
                  </a:lnTo>
                  <a:lnTo>
                    <a:pt x="10547" y="731"/>
                  </a:lnTo>
                  <a:lnTo>
                    <a:pt x="10498" y="609"/>
                  </a:lnTo>
                  <a:lnTo>
                    <a:pt x="10498" y="609"/>
                  </a:lnTo>
                  <a:lnTo>
                    <a:pt x="10449" y="463"/>
                  </a:lnTo>
                  <a:lnTo>
                    <a:pt x="10352" y="366"/>
                  </a:lnTo>
                  <a:lnTo>
                    <a:pt x="10254" y="244"/>
                  </a:lnTo>
                  <a:lnTo>
                    <a:pt x="10157" y="171"/>
                  </a:lnTo>
                  <a:lnTo>
                    <a:pt x="10035" y="98"/>
                  </a:lnTo>
                  <a:lnTo>
                    <a:pt x="9889" y="49"/>
                  </a:lnTo>
                  <a:lnTo>
                    <a:pt x="9767" y="25"/>
                  </a:lnTo>
                  <a:lnTo>
                    <a:pt x="9621" y="0"/>
                  </a:lnTo>
                  <a:lnTo>
                    <a:pt x="4848" y="0"/>
                  </a:lnTo>
                  <a:lnTo>
                    <a:pt x="4848" y="0"/>
                  </a:lnTo>
                  <a:lnTo>
                    <a:pt x="4701" y="25"/>
                  </a:lnTo>
                  <a:lnTo>
                    <a:pt x="4580" y="49"/>
                  </a:lnTo>
                  <a:lnTo>
                    <a:pt x="4433" y="98"/>
                  </a:lnTo>
                  <a:lnTo>
                    <a:pt x="4312" y="171"/>
                  </a:lnTo>
                  <a:lnTo>
                    <a:pt x="4214" y="244"/>
                  </a:lnTo>
                  <a:lnTo>
                    <a:pt x="4117" y="366"/>
                  </a:lnTo>
                  <a:lnTo>
                    <a:pt x="4019" y="463"/>
                  </a:lnTo>
                  <a:lnTo>
                    <a:pt x="3971" y="609"/>
                  </a:lnTo>
                  <a:lnTo>
                    <a:pt x="3971" y="609"/>
                  </a:lnTo>
                  <a:lnTo>
                    <a:pt x="3922" y="731"/>
                  </a:lnTo>
                  <a:lnTo>
                    <a:pt x="3898" y="877"/>
                  </a:lnTo>
                  <a:lnTo>
                    <a:pt x="3898" y="1023"/>
                  </a:lnTo>
                  <a:lnTo>
                    <a:pt x="3898" y="1169"/>
                  </a:lnTo>
                  <a:lnTo>
                    <a:pt x="3946" y="1291"/>
                  </a:lnTo>
                  <a:lnTo>
                    <a:pt x="3995" y="1437"/>
                  </a:lnTo>
                  <a:lnTo>
                    <a:pt x="4068" y="1559"/>
                  </a:lnTo>
                  <a:lnTo>
                    <a:pt x="4166" y="1656"/>
                  </a:lnTo>
                  <a:lnTo>
                    <a:pt x="4848" y="2338"/>
                  </a:lnTo>
                  <a:lnTo>
                    <a:pt x="4848" y="6479"/>
                  </a:lnTo>
                  <a:lnTo>
                    <a:pt x="196" y="13030"/>
                  </a:lnTo>
                  <a:lnTo>
                    <a:pt x="196" y="13030"/>
                  </a:lnTo>
                  <a:lnTo>
                    <a:pt x="123" y="13152"/>
                  </a:lnTo>
                  <a:lnTo>
                    <a:pt x="50" y="13274"/>
                  </a:lnTo>
                  <a:lnTo>
                    <a:pt x="25" y="13395"/>
                  </a:lnTo>
                  <a:lnTo>
                    <a:pt x="1" y="13517"/>
                  </a:lnTo>
                  <a:lnTo>
                    <a:pt x="1" y="13639"/>
                  </a:lnTo>
                  <a:lnTo>
                    <a:pt x="25" y="13785"/>
                  </a:lnTo>
                  <a:lnTo>
                    <a:pt x="50" y="13907"/>
                  </a:lnTo>
                  <a:lnTo>
                    <a:pt x="98" y="14029"/>
                  </a:lnTo>
                  <a:lnTo>
                    <a:pt x="585" y="15003"/>
                  </a:lnTo>
                  <a:lnTo>
                    <a:pt x="585" y="15003"/>
                  </a:lnTo>
                  <a:lnTo>
                    <a:pt x="658" y="15125"/>
                  </a:lnTo>
                  <a:lnTo>
                    <a:pt x="756" y="15222"/>
                  </a:lnTo>
                  <a:lnTo>
                    <a:pt x="829" y="15320"/>
                  </a:lnTo>
                  <a:lnTo>
                    <a:pt x="951" y="15393"/>
                  </a:lnTo>
                  <a:lnTo>
                    <a:pt x="1073" y="15441"/>
                  </a:lnTo>
                  <a:lnTo>
                    <a:pt x="1194" y="15490"/>
                  </a:lnTo>
                  <a:lnTo>
                    <a:pt x="1316" y="15539"/>
                  </a:lnTo>
                  <a:lnTo>
                    <a:pt x="1462" y="15539"/>
                  </a:lnTo>
                  <a:lnTo>
                    <a:pt x="13006" y="15539"/>
                  </a:lnTo>
                  <a:lnTo>
                    <a:pt x="13006" y="15539"/>
                  </a:lnTo>
                  <a:lnTo>
                    <a:pt x="13153" y="15539"/>
                  </a:lnTo>
                  <a:lnTo>
                    <a:pt x="13274" y="15490"/>
                  </a:lnTo>
                  <a:lnTo>
                    <a:pt x="13396" y="15441"/>
                  </a:lnTo>
                  <a:lnTo>
                    <a:pt x="13518" y="15393"/>
                  </a:lnTo>
                  <a:lnTo>
                    <a:pt x="13640" y="15320"/>
                  </a:lnTo>
                  <a:lnTo>
                    <a:pt x="13713" y="15222"/>
                  </a:lnTo>
                  <a:lnTo>
                    <a:pt x="13810" y="15125"/>
                  </a:lnTo>
                  <a:lnTo>
                    <a:pt x="13883" y="15003"/>
                  </a:lnTo>
                  <a:lnTo>
                    <a:pt x="14370" y="14029"/>
                  </a:lnTo>
                  <a:lnTo>
                    <a:pt x="14370" y="14029"/>
                  </a:lnTo>
                  <a:lnTo>
                    <a:pt x="14419" y="13907"/>
                  </a:lnTo>
                  <a:lnTo>
                    <a:pt x="14443" y="13785"/>
                  </a:lnTo>
                  <a:lnTo>
                    <a:pt x="14468" y="13639"/>
                  </a:lnTo>
                  <a:lnTo>
                    <a:pt x="14468" y="13517"/>
                  </a:lnTo>
                  <a:lnTo>
                    <a:pt x="14443" y="13395"/>
                  </a:lnTo>
                  <a:lnTo>
                    <a:pt x="14419" y="13274"/>
                  </a:lnTo>
                  <a:lnTo>
                    <a:pt x="14346" y="13152"/>
                  </a:lnTo>
                  <a:lnTo>
                    <a:pt x="14273" y="13030"/>
                  </a:lnTo>
                  <a:lnTo>
                    <a:pt x="14273" y="1303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97" name="Shape 556">
              <a:extLst>
                <a:ext uri="{FF2B5EF4-FFF2-40B4-BE49-F238E27FC236}">
                  <a16:creationId xmlns:a16="http://schemas.microsoft.com/office/drawing/2014/main" id="{2F102A7C-BC7F-48D8-A9CE-D3E6FE23928F}"/>
                </a:ext>
              </a:extLst>
            </p:cNvPr>
            <p:cNvSpPr/>
            <p:nvPr/>
          </p:nvSpPr>
          <p:spPr>
            <a:xfrm>
              <a:off x="704725" y="2545750"/>
              <a:ext cx="185125" cy="25"/>
            </a:xfrm>
            <a:custGeom>
              <a:avLst/>
              <a:gdLst/>
              <a:ahLst/>
              <a:cxnLst/>
              <a:rect l="0" t="0" r="0" b="0"/>
              <a:pathLst>
                <a:path w="7405" h="1" fill="none" extrusionOk="0">
                  <a:moveTo>
                    <a:pt x="7404" y="0"/>
                  </a:moveTo>
                  <a:lnTo>
                    <a:pt x="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98" name="Shape 557">
              <a:extLst>
                <a:ext uri="{FF2B5EF4-FFF2-40B4-BE49-F238E27FC236}">
                  <a16:creationId xmlns:a16="http://schemas.microsoft.com/office/drawing/2014/main" id="{36BF05DF-E42F-4817-B55C-7F12842C5AAF}"/>
                </a:ext>
              </a:extLst>
            </p:cNvPr>
            <p:cNvSpPr/>
            <p:nvPr/>
          </p:nvSpPr>
          <p:spPr>
            <a:xfrm>
              <a:off x="811875" y="2626125"/>
              <a:ext cx="31075" cy="31075"/>
            </a:xfrm>
            <a:custGeom>
              <a:avLst/>
              <a:gdLst/>
              <a:ahLst/>
              <a:cxnLst/>
              <a:rect l="0" t="0" r="0" b="0"/>
              <a:pathLst>
                <a:path w="1243" h="1243" fill="none" extrusionOk="0">
                  <a:moveTo>
                    <a:pt x="1" y="633"/>
                  </a:moveTo>
                  <a:lnTo>
                    <a:pt x="1" y="633"/>
                  </a:lnTo>
                  <a:lnTo>
                    <a:pt x="25" y="487"/>
                  </a:lnTo>
                  <a:lnTo>
                    <a:pt x="50" y="390"/>
                  </a:lnTo>
                  <a:lnTo>
                    <a:pt x="98" y="268"/>
                  </a:lnTo>
                  <a:lnTo>
                    <a:pt x="171" y="171"/>
                  </a:lnTo>
                  <a:lnTo>
                    <a:pt x="269" y="98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634" y="0"/>
                  </a:lnTo>
                  <a:lnTo>
                    <a:pt x="634" y="0"/>
                  </a:lnTo>
                  <a:lnTo>
                    <a:pt x="756" y="24"/>
                  </a:lnTo>
                  <a:lnTo>
                    <a:pt x="853" y="49"/>
                  </a:lnTo>
                  <a:lnTo>
                    <a:pt x="975" y="98"/>
                  </a:lnTo>
                  <a:lnTo>
                    <a:pt x="1072" y="171"/>
                  </a:lnTo>
                  <a:lnTo>
                    <a:pt x="1146" y="268"/>
                  </a:lnTo>
                  <a:lnTo>
                    <a:pt x="1194" y="390"/>
                  </a:lnTo>
                  <a:lnTo>
                    <a:pt x="1243" y="487"/>
                  </a:lnTo>
                  <a:lnTo>
                    <a:pt x="1243" y="633"/>
                  </a:lnTo>
                  <a:lnTo>
                    <a:pt x="1243" y="633"/>
                  </a:lnTo>
                  <a:lnTo>
                    <a:pt x="1243" y="755"/>
                  </a:lnTo>
                  <a:lnTo>
                    <a:pt x="1194" y="853"/>
                  </a:lnTo>
                  <a:lnTo>
                    <a:pt x="1146" y="974"/>
                  </a:lnTo>
                  <a:lnTo>
                    <a:pt x="1072" y="1072"/>
                  </a:lnTo>
                  <a:lnTo>
                    <a:pt x="975" y="1145"/>
                  </a:lnTo>
                  <a:lnTo>
                    <a:pt x="853" y="1194"/>
                  </a:lnTo>
                  <a:lnTo>
                    <a:pt x="756" y="1242"/>
                  </a:lnTo>
                  <a:lnTo>
                    <a:pt x="634" y="1242"/>
                  </a:lnTo>
                  <a:lnTo>
                    <a:pt x="634" y="1242"/>
                  </a:lnTo>
                  <a:lnTo>
                    <a:pt x="488" y="1242"/>
                  </a:lnTo>
                  <a:lnTo>
                    <a:pt x="390" y="1194"/>
                  </a:lnTo>
                  <a:lnTo>
                    <a:pt x="269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50" y="853"/>
                  </a:lnTo>
                  <a:lnTo>
                    <a:pt x="25" y="755"/>
                  </a:lnTo>
                  <a:lnTo>
                    <a:pt x="1" y="633"/>
                  </a:lnTo>
                  <a:lnTo>
                    <a:pt x="1" y="63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399" name="Shape 558">
              <a:extLst>
                <a:ext uri="{FF2B5EF4-FFF2-40B4-BE49-F238E27FC236}">
                  <a16:creationId xmlns:a16="http://schemas.microsoft.com/office/drawing/2014/main" id="{D3330A50-0C4B-415D-9156-EBBB69AE1567}"/>
                </a:ext>
              </a:extLst>
            </p:cNvPr>
            <p:cNvSpPr/>
            <p:nvPr/>
          </p:nvSpPr>
          <p:spPr>
            <a:xfrm>
              <a:off x="751000" y="2568275"/>
              <a:ext cx="54200" cy="53600"/>
            </a:xfrm>
            <a:custGeom>
              <a:avLst/>
              <a:gdLst/>
              <a:ahLst/>
              <a:cxnLst/>
              <a:rect l="0" t="0" r="0" b="0"/>
              <a:pathLst>
                <a:path w="2168" h="2144" fill="none" extrusionOk="0">
                  <a:moveTo>
                    <a:pt x="1096" y="2144"/>
                  </a:moveTo>
                  <a:lnTo>
                    <a:pt x="1096" y="2144"/>
                  </a:lnTo>
                  <a:lnTo>
                    <a:pt x="877" y="2119"/>
                  </a:lnTo>
                  <a:lnTo>
                    <a:pt x="658" y="2071"/>
                  </a:lnTo>
                  <a:lnTo>
                    <a:pt x="487" y="1973"/>
                  </a:lnTo>
                  <a:lnTo>
                    <a:pt x="317" y="1827"/>
                  </a:lnTo>
                  <a:lnTo>
                    <a:pt x="195" y="1681"/>
                  </a:lnTo>
                  <a:lnTo>
                    <a:pt x="98" y="1486"/>
                  </a:lnTo>
                  <a:lnTo>
                    <a:pt x="25" y="1291"/>
                  </a:lnTo>
                  <a:lnTo>
                    <a:pt x="0" y="1072"/>
                  </a:lnTo>
                  <a:lnTo>
                    <a:pt x="0" y="1072"/>
                  </a:lnTo>
                  <a:lnTo>
                    <a:pt x="25" y="853"/>
                  </a:lnTo>
                  <a:lnTo>
                    <a:pt x="98" y="658"/>
                  </a:lnTo>
                  <a:lnTo>
                    <a:pt x="195" y="463"/>
                  </a:lnTo>
                  <a:lnTo>
                    <a:pt x="317" y="317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77" y="0"/>
                  </a:lnTo>
                  <a:lnTo>
                    <a:pt x="1096" y="0"/>
                  </a:lnTo>
                  <a:lnTo>
                    <a:pt x="1096" y="0"/>
                  </a:lnTo>
                  <a:lnTo>
                    <a:pt x="1315" y="0"/>
                  </a:lnTo>
                  <a:lnTo>
                    <a:pt x="1510" y="73"/>
                  </a:lnTo>
                  <a:lnTo>
                    <a:pt x="1681" y="171"/>
                  </a:lnTo>
                  <a:lnTo>
                    <a:pt x="1851" y="317"/>
                  </a:lnTo>
                  <a:lnTo>
                    <a:pt x="1973" y="463"/>
                  </a:lnTo>
                  <a:lnTo>
                    <a:pt x="2070" y="658"/>
                  </a:lnTo>
                  <a:lnTo>
                    <a:pt x="2144" y="853"/>
                  </a:lnTo>
                  <a:lnTo>
                    <a:pt x="2168" y="1072"/>
                  </a:lnTo>
                  <a:lnTo>
                    <a:pt x="2168" y="1072"/>
                  </a:lnTo>
                  <a:lnTo>
                    <a:pt x="2144" y="1291"/>
                  </a:lnTo>
                  <a:lnTo>
                    <a:pt x="2070" y="1486"/>
                  </a:lnTo>
                  <a:lnTo>
                    <a:pt x="1973" y="1681"/>
                  </a:lnTo>
                  <a:lnTo>
                    <a:pt x="1851" y="1827"/>
                  </a:lnTo>
                  <a:lnTo>
                    <a:pt x="1681" y="1973"/>
                  </a:lnTo>
                  <a:lnTo>
                    <a:pt x="1510" y="2071"/>
                  </a:lnTo>
                  <a:lnTo>
                    <a:pt x="1315" y="2119"/>
                  </a:lnTo>
                  <a:lnTo>
                    <a:pt x="1096" y="2144"/>
                  </a:lnTo>
                  <a:lnTo>
                    <a:pt x="1096" y="2144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00" name="Shape 559">
              <a:extLst>
                <a:ext uri="{FF2B5EF4-FFF2-40B4-BE49-F238E27FC236}">
                  <a16:creationId xmlns:a16="http://schemas.microsoft.com/office/drawing/2014/main" id="{94AD481F-F43B-4DE3-8C51-8BAF6B9CF979}"/>
                </a:ext>
              </a:extLst>
            </p:cNvPr>
            <p:cNvSpPr/>
            <p:nvPr/>
          </p:nvSpPr>
          <p:spPr>
            <a:xfrm>
              <a:off x="769875" y="2662650"/>
              <a:ext cx="23775" cy="23775"/>
            </a:xfrm>
            <a:custGeom>
              <a:avLst/>
              <a:gdLst/>
              <a:ahLst/>
              <a:cxnLst/>
              <a:rect l="0" t="0" r="0" b="0"/>
              <a:pathLst>
                <a:path w="951" h="951" fill="none" extrusionOk="0">
                  <a:moveTo>
                    <a:pt x="0" y="463"/>
                  </a:moveTo>
                  <a:lnTo>
                    <a:pt x="0" y="463"/>
                  </a:lnTo>
                  <a:lnTo>
                    <a:pt x="0" y="366"/>
                  </a:lnTo>
                  <a:lnTo>
                    <a:pt x="25" y="293"/>
                  </a:lnTo>
                  <a:lnTo>
                    <a:pt x="73" y="195"/>
                  </a:lnTo>
                  <a:lnTo>
                    <a:pt x="146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7" y="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658" y="25"/>
                  </a:lnTo>
                  <a:lnTo>
                    <a:pt x="755" y="73"/>
                  </a:lnTo>
                  <a:lnTo>
                    <a:pt x="828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0" y="366"/>
                  </a:lnTo>
                  <a:lnTo>
                    <a:pt x="950" y="463"/>
                  </a:lnTo>
                  <a:lnTo>
                    <a:pt x="950" y="463"/>
                  </a:lnTo>
                  <a:lnTo>
                    <a:pt x="950" y="561"/>
                  </a:lnTo>
                  <a:lnTo>
                    <a:pt x="926" y="658"/>
                  </a:lnTo>
                  <a:lnTo>
                    <a:pt x="877" y="755"/>
                  </a:lnTo>
                  <a:lnTo>
                    <a:pt x="828" y="804"/>
                  </a:lnTo>
                  <a:lnTo>
                    <a:pt x="755" y="877"/>
                  </a:lnTo>
                  <a:lnTo>
                    <a:pt x="658" y="926"/>
                  </a:lnTo>
                  <a:lnTo>
                    <a:pt x="585" y="950"/>
                  </a:lnTo>
                  <a:lnTo>
                    <a:pt x="487" y="950"/>
                  </a:lnTo>
                  <a:lnTo>
                    <a:pt x="487" y="950"/>
                  </a:lnTo>
                  <a:lnTo>
                    <a:pt x="390" y="950"/>
                  </a:lnTo>
                  <a:lnTo>
                    <a:pt x="293" y="926"/>
                  </a:lnTo>
                  <a:lnTo>
                    <a:pt x="220" y="877"/>
                  </a:lnTo>
                  <a:lnTo>
                    <a:pt x="146" y="804"/>
                  </a:lnTo>
                  <a:lnTo>
                    <a:pt x="73" y="755"/>
                  </a:lnTo>
                  <a:lnTo>
                    <a:pt x="25" y="658"/>
                  </a:lnTo>
                  <a:lnTo>
                    <a:pt x="0" y="561"/>
                  </a:lnTo>
                  <a:lnTo>
                    <a:pt x="0" y="463"/>
                  </a:lnTo>
                  <a:lnTo>
                    <a:pt x="0" y="46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01" name="Shape 560">
              <a:extLst>
                <a:ext uri="{FF2B5EF4-FFF2-40B4-BE49-F238E27FC236}">
                  <a16:creationId xmlns:a16="http://schemas.microsoft.com/office/drawing/2014/main" id="{731DB41E-3AF1-4035-BDF7-E29E8EA6AC74}"/>
                </a:ext>
              </a:extLst>
            </p:cNvPr>
            <p:cNvSpPr/>
            <p:nvPr/>
          </p:nvSpPr>
          <p:spPr>
            <a:xfrm>
              <a:off x="799700" y="2503125"/>
              <a:ext cx="24375" cy="23775"/>
            </a:xfrm>
            <a:custGeom>
              <a:avLst/>
              <a:gdLst/>
              <a:ahLst/>
              <a:cxnLst/>
              <a:rect l="0" t="0" r="0" b="0"/>
              <a:pathLst>
                <a:path w="975" h="951" fill="none" extrusionOk="0">
                  <a:moveTo>
                    <a:pt x="1" y="463"/>
                  </a:moveTo>
                  <a:lnTo>
                    <a:pt x="1" y="463"/>
                  </a:lnTo>
                  <a:lnTo>
                    <a:pt x="25" y="366"/>
                  </a:lnTo>
                  <a:lnTo>
                    <a:pt x="49" y="293"/>
                  </a:lnTo>
                  <a:lnTo>
                    <a:pt x="98" y="195"/>
                  </a:lnTo>
                  <a:lnTo>
                    <a:pt x="147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585" y="0"/>
                  </a:lnTo>
                  <a:lnTo>
                    <a:pt x="683" y="25"/>
                  </a:lnTo>
                  <a:lnTo>
                    <a:pt x="756" y="73"/>
                  </a:lnTo>
                  <a:lnTo>
                    <a:pt x="829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1" y="366"/>
                  </a:lnTo>
                  <a:lnTo>
                    <a:pt x="975" y="463"/>
                  </a:lnTo>
                  <a:lnTo>
                    <a:pt x="975" y="463"/>
                  </a:lnTo>
                  <a:lnTo>
                    <a:pt x="951" y="561"/>
                  </a:lnTo>
                  <a:lnTo>
                    <a:pt x="926" y="658"/>
                  </a:lnTo>
                  <a:lnTo>
                    <a:pt x="877" y="731"/>
                  </a:lnTo>
                  <a:lnTo>
                    <a:pt x="829" y="804"/>
                  </a:lnTo>
                  <a:lnTo>
                    <a:pt x="756" y="877"/>
                  </a:lnTo>
                  <a:lnTo>
                    <a:pt x="683" y="902"/>
                  </a:lnTo>
                  <a:lnTo>
                    <a:pt x="585" y="950"/>
                  </a:lnTo>
                  <a:lnTo>
                    <a:pt x="488" y="950"/>
                  </a:lnTo>
                  <a:lnTo>
                    <a:pt x="488" y="950"/>
                  </a:lnTo>
                  <a:lnTo>
                    <a:pt x="390" y="950"/>
                  </a:lnTo>
                  <a:lnTo>
                    <a:pt x="293" y="902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31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1" y="463"/>
                  </a:lnTo>
                  <a:lnTo>
                    <a:pt x="1" y="463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02" name="Shape 561">
              <a:extLst>
                <a:ext uri="{FF2B5EF4-FFF2-40B4-BE49-F238E27FC236}">
                  <a16:creationId xmlns:a16="http://schemas.microsoft.com/office/drawing/2014/main" id="{EE2A6CCC-185C-4CEF-B3F9-073468D38A0F}"/>
                </a:ext>
              </a:extLst>
            </p:cNvPr>
            <p:cNvSpPr/>
            <p:nvPr/>
          </p:nvSpPr>
          <p:spPr>
            <a:xfrm>
              <a:off x="766825" y="2388050"/>
              <a:ext cx="60925" cy="25"/>
            </a:xfrm>
            <a:custGeom>
              <a:avLst/>
              <a:gdLst/>
              <a:ahLst/>
              <a:cxnLst/>
              <a:rect l="0" t="0" r="0" b="0"/>
              <a:pathLst>
                <a:path w="2437" h="1" fill="none" extrusionOk="0">
                  <a:moveTo>
                    <a:pt x="2436" y="0"/>
                  </a:moveTo>
                  <a:lnTo>
                    <a:pt x="1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03" name="Shape 562">
              <a:extLst>
                <a:ext uri="{FF2B5EF4-FFF2-40B4-BE49-F238E27FC236}">
                  <a16:creationId xmlns:a16="http://schemas.microsoft.com/office/drawing/2014/main" id="{AC16B3F7-EEDB-4236-9881-52FE3F459673}"/>
                </a:ext>
              </a:extLst>
            </p:cNvPr>
            <p:cNvSpPr/>
            <p:nvPr/>
          </p:nvSpPr>
          <p:spPr>
            <a:xfrm>
              <a:off x="769875" y="2456250"/>
              <a:ext cx="31075" cy="31075"/>
            </a:xfrm>
            <a:custGeom>
              <a:avLst/>
              <a:gdLst/>
              <a:ahLst/>
              <a:cxnLst/>
              <a:rect l="0" t="0" r="0" b="0"/>
              <a:pathLst>
                <a:path w="1243" h="1243" fill="none" extrusionOk="0">
                  <a:moveTo>
                    <a:pt x="0" y="633"/>
                  </a:moveTo>
                  <a:lnTo>
                    <a:pt x="0" y="633"/>
                  </a:lnTo>
                  <a:lnTo>
                    <a:pt x="0" y="512"/>
                  </a:lnTo>
                  <a:lnTo>
                    <a:pt x="49" y="390"/>
                  </a:lnTo>
                  <a:lnTo>
                    <a:pt x="98" y="268"/>
                  </a:lnTo>
                  <a:lnTo>
                    <a:pt x="171" y="195"/>
                  </a:lnTo>
                  <a:lnTo>
                    <a:pt x="268" y="122"/>
                  </a:lnTo>
                  <a:lnTo>
                    <a:pt x="366" y="49"/>
                  </a:lnTo>
                  <a:lnTo>
                    <a:pt x="487" y="24"/>
                  </a:lnTo>
                  <a:lnTo>
                    <a:pt x="609" y="0"/>
                  </a:lnTo>
                  <a:lnTo>
                    <a:pt x="609" y="0"/>
                  </a:lnTo>
                  <a:lnTo>
                    <a:pt x="731" y="24"/>
                  </a:lnTo>
                  <a:lnTo>
                    <a:pt x="853" y="49"/>
                  </a:lnTo>
                  <a:lnTo>
                    <a:pt x="975" y="122"/>
                  </a:lnTo>
                  <a:lnTo>
                    <a:pt x="1048" y="195"/>
                  </a:lnTo>
                  <a:lnTo>
                    <a:pt x="1145" y="268"/>
                  </a:lnTo>
                  <a:lnTo>
                    <a:pt x="1194" y="390"/>
                  </a:lnTo>
                  <a:lnTo>
                    <a:pt x="1218" y="512"/>
                  </a:lnTo>
                  <a:lnTo>
                    <a:pt x="1242" y="633"/>
                  </a:lnTo>
                  <a:lnTo>
                    <a:pt x="1242" y="633"/>
                  </a:lnTo>
                  <a:lnTo>
                    <a:pt x="1218" y="755"/>
                  </a:lnTo>
                  <a:lnTo>
                    <a:pt x="1194" y="877"/>
                  </a:lnTo>
                  <a:lnTo>
                    <a:pt x="1145" y="974"/>
                  </a:lnTo>
                  <a:lnTo>
                    <a:pt x="1048" y="1072"/>
                  </a:lnTo>
                  <a:lnTo>
                    <a:pt x="975" y="1145"/>
                  </a:lnTo>
                  <a:lnTo>
                    <a:pt x="853" y="1193"/>
                  </a:lnTo>
                  <a:lnTo>
                    <a:pt x="731" y="1242"/>
                  </a:lnTo>
                  <a:lnTo>
                    <a:pt x="609" y="1242"/>
                  </a:lnTo>
                  <a:lnTo>
                    <a:pt x="609" y="1242"/>
                  </a:lnTo>
                  <a:lnTo>
                    <a:pt x="487" y="1242"/>
                  </a:lnTo>
                  <a:lnTo>
                    <a:pt x="366" y="1193"/>
                  </a:lnTo>
                  <a:lnTo>
                    <a:pt x="268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49" y="877"/>
                  </a:lnTo>
                  <a:lnTo>
                    <a:pt x="0" y="755"/>
                  </a:lnTo>
                  <a:lnTo>
                    <a:pt x="0" y="633"/>
                  </a:lnTo>
                  <a:lnTo>
                    <a:pt x="0" y="633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404" name="Shape 563">
            <a:extLst>
              <a:ext uri="{FF2B5EF4-FFF2-40B4-BE49-F238E27FC236}">
                <a16:creationId xmlns:a16="http://schemas.microsoft.com/office/drawing/2014/main" id="{974FABC3-CEF4-47AF-A933-319B4D34F9E4}"/>
              </a:ext>
            </a:extLst>
          </p:cNvPr>
          <p:cNvGrpSpPr/>
          <p:nvPr/>
        </p:nvGrpSpPr>
        <p:grpSpPr>
          <a:xfrm>
            <a:off x="6752537" y="2644263"/>
            <a:ext cx="273892" cy="273892"/>
            <a:chOff x="1278900" y="2333250"/>
            <a:chExt cx="381175" cy="381175"/>
          </a:xfrm>
          <a:solidFill>
            <a:srgbClr val="00B050"/>
          </a:solidFill>
        </p:grpSpPr>
        <p:sp>
          <p:nvSpPr>
            <p:cNvPr id="405" name="Shape 564">
              <a:extLst>
                <a:ext uri="{FF2B5EF4-FFF2-40B4-BE49-F238E27FC236}">
                  <a16:creationId xmlns:a16="http://schemas.microsoft.com/office/drawing/2014/main" id="{0C57E2DA-45A4-4363-9719-0DEDEAFB3810}"/>
                </a:ext>
              </a:extLst>
            </p:cNvPr>
            <p:cNvSpPr/>
            <p:nvPr/>
          </p:nvSpPr>
          <p:spPr>
            <a:xfrm>
              <a:off x="1278900" y="2333250"/>
              <a:ext cx="381175" cy="381175"/>
            </a:xfrm>
            <a:custGeom>
              <a:avLst/>
              <a:gdLst/>
              <a:ahLst/>
              <a:cxnLst/>
              <a:rect l="0" t="0" r="0" b="0"/>
              <a:pathLst>
                <a:path w="15247" h="15247" fill="none" extrusionOk="0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06" name="Shape 565">
              <a:extLst>
                <a:ext uri="{FF2B5EF4-FFF2-40B4-BE49-F238E27FC236}">
                  <a16:creationId xmlns:a16="http://schemas.microsoft.com/office/drawing/2014/main" id="{16A49463-BC75-49D8-B49B-6558549D76BA}"/>
                </a:ext>
              </a:extLst>
            </p:cNvPr>
            <p:cNvSpPr/>
            <p:nvPr/>
          </p:nvSpPr>
          <p:spPr>
            <a:xfrm>
              <a:off x="1525475" y="2503125"/>
              <a:ext cx="43875" cy="47525"/>
            </a:xfrm>
            <a:custGeom>
              <a:avLst/>
              <a:gdLst/>
              <a:ahLst/>
              <a:cxnLst/>
              <a:rect l="0" t="0" r="0" b="0"/>
              <a:pathLst>
                <a:path w="1754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07" name="Shape 566">
              <a:extLst>
                <a:ext uri="{FF2B5EF4-FFF2-40B4-BE49-F238E27FC236}">
                  <a16:creationId xmlns:a16="http://schemas.microsoft.com/office/drawing/2014/main" id="{76DD00B8-72F0-4687-AE0A-B79714C8037C}"/>
                </a:ext>
              </a:extLst>
            </p:cNvPr>
            <p:cNvSpPr/>
            <p:nvPr/>
          </p:nvSpPr>
          <p:spPr>
            <a:xfrm>
              <a:off x="1369600" y="2503125"/>
              <a:ext cx="43875" cy="47525"/>
            </a:xfrm>
            <a:custGeom>
              <a:avLst/>
              <a:gdLst/>
              <a:ahLst/>
              <a:cxnLst/>
              <a:rect l="0" t="0" r="0" b="0"/>
              <a:pathLst>
                <a:path w="1754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08" name="Shape 567">
              <a:extLst>
                <a:ext uri="{FF2B5EF4-FFF2-40B4-BE49-F238E27FC236}">
                  <a16:creationId xmlns:a16="http://schemas.microsoft.com/office/drawing/2014/main" id="{2DE42208-17D0-438F-9CC4-3BD827775479}"/>
                </a:ext>
              </a:extLst>
            </p:cNvPr>
            <p:cNvSpPr/>
            <p:nvPr/>
          </p:nvSpPr>
          <p:spPr>
            <a:xfrm>
              <a:off x="1369600" y="2604200"/>
              <a:ext cx="199750" cy="40825"/>
            </a:xfrm>
            <a:custGeom>
              <a:avLst/>
              <a:gdLst/>
              <a:ahLst/>
              <a:cxnLst/>
              <a:rect l="0" t="0" r="0" b="0"/>
              <a:pathLst>
                <a:path w="7990" h="1632" fill="none" extrusionOk="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409" name="Shape 568">
            <a:extLst>
              <a:ext uri="{FF2B5EF4-FFF2-40B4-BE49-F238E27FC236}">
                <a16:creationId xmlns:a16="http://schemas.microsoft.com/office/drawing/2014/main" id="{3F5DEBF8-0D5B-48E8-AFE0-D031483E26D1}"/>
              </a:ext>
            </a:extLst>
          </p:cNvPr>
          <p:cNvGrpSpPr/>
          <p:nvPr/>
        </p:nvGrpSpPr>
        <p:grpSpPr>
          <a:xfrm>
            <a:off x="7317499" y="2644262"/>
            <a:ext cx="273909" cy="273891"/>
            <a:chOff x="1951075" y="2333250"/>
            <a:chExt cx="381200" cy="381175"/>
          </a:xfrm>
          <a:solidFill>
            <a:srgbClr val="00B050"/>
          </a:solidFill>
        </p:grpSpPr>
        <p:sp>
          <p:nvSpPr>
            <p:cNvPr id="410" name="Shape 569">
              <a:extLst>
                <a:ext uri="{FF2B5EF4-FFF2-40B4-BE49-F238E27FC236}">
                  <a16:creationId xmlns:a16="http://schemas.microsoft.com/office/drawing/2014/main" id="{122DB8B1-8DCE-4B1D-BE59-28899BD8F754}"/>
                </a:ext>
              </a:extLst>
            </p:cNvPr>
            <p:cNvSpPr/>
            <p:nvPr/>
          </p:nvSpPr>
          <p:spPr>
            <a:xfrm>
              <a:off x="1951075" y="2333250"/>
              <a:ext cx="381200" cy="381175"/>
            </a:xfrm>
            <a:custGeom>
              <a:avLst/>
              <a:gdLst/>
              <a:ahLst/>
              <a:cxnLst/>
              <a:rect l="0" t="0" r="0" b="0"/>
              <a:pathLst>
                <a:path w="15248" h="15247" fill="none" extrusionOk="0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5" y="49"/>
                  </a:lnTo>
                  <a:lnTo>
                    <a:pt x="6455" y="98"/>
                  </a:lnTo>
                  <a:lnTo>
                    <a:pt x="6090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70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2" y="2241"/>
                  </a:lnTo>
                  <a:lnTo>
                    <a:pt x="1974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4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50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50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4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4" y="12738"/>
                  </a:lnTo>
                  <a:lnTo>
                    <a:pt x="2242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70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90" y="15100"/>
                  </a:lnTo>
                  <a:lnTo>
                    <a:pt x="6455" y="15149"/>
                  </a:lnTo>
                  <a:lnTo>
                    <a:pt x="6845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1" y="13517"/>
                  </a:lnTo>
                  <a:lnTo>
                    <a:pt x="12739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2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4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4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2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9" y="1973"/>
                  </a:lnTo>
                  <a:lnTo>
                    <a:pt x="12471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11" name="Shape 570">
              <a:extLst>
                <a:ext uri="{FF2B5EF4-FFF2-40B4-BE49-F238E27FC236}">
                  <a16:creationId xmlns:a16="http://schemas.microsoft.com/office/drawing/2014/main" id="{C15AB87A-C3EF-4E2C-8B5A-C0B47FED16CC}"/>
                </a:ext>
              </a:extLst>
            </p:cNvPr>
            <p:cNvSpPr/>
            <p:nvPr/>
          </p:nvSpPr>
          <p:spPr>
            <a:xfrm>
              <a:off x="2197675" y="2503125"/>
              <a:ext cx="43875" cy="47525"/>
            </a:xfrm>
            <a:custGeom>
              <a:avLst/>
              <a:gdLst/>
              <a:ahLst/>
              <a:cxnLst/>
              <a:rect l="0" t="0" r="0" b="0"/>
              <a:pathLst>
                <a:path w="1754" h="1901" fill="none" extrusionOk="0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12" name="Shape 571">
              <a:extLst>
                <a:ext uri="{FF2B5EF4-FFF2-40B4-BE49-F238E27FC236}">
                  <a16:creationId xmlns:a16="http://schemas.microsoft.com/office/drawing/2014/main" id="{E3B7942D-C459-4D51-BE1D-72AE038CBAE5}"/>
                </a:ext>
              </a:extLst>
            </p:cNvPr>
            <p:cNvSpPr/>
            <p:nvPr/>
          </p:nvSpPr>
          <p:spPr>
            <a:xfrm>
              <a:off x="2041800" y="2503125"/>
              <a:ext cx="43875" cy="47525"/>
            </a:xfrm>
            <a:custGeom>
              <a:avLst/>
              <a:gdLst/>
              <a:ahLst/>
              <a:cxnLst/>
              <a:rect l="0" t="0" r="0" b="0"/>
              <a:pathLst>
                <a:path w="1754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13" name="Shape 572">
              <a:extLst>
                <a:ext uri="{FF2B5EF4-FFF2-40B4-BE49-F238E27FC236}">
                  <a16:creationId xmlns:a16="http://schemas.microsoft.com/office/drawing/2014/main" id="{82035D5C-3152-4827-B4C6-FA99DCF3CEC7}"/>
                </a:ext>
              </a:extLst>
            </p:cNvPr>
            <p:cNvSpPr/>
            <p:nvPr/>
          </p:nvSpPr>
          <p:spPr>
            <a:xfrm>
              <a:off x="2041800" y="2584100"/>
              <a:ext cx="199750" cy="41425"/>
            </a:xfrm>
            <a:custGeom>
              <a:avLst/>
              <a:gdLst/>
              <a:ahLst/>
              <a:cxnLst/>
              <a:rect l="0" t="0" r="0" b="0"/>
              <a:pathLst>
                <a:path w="7990" h="1657" fill="none" extrusionOk="0">
                  <a:moveTo>
                    <a:pt x="1" y="1657"/>
                  </a:moveTo>
                  <a:lnTo>
                    <a:pt x="1" y="1657"/>
                  </a:lnTo>
                  <a:lnTo>
                    <a:pt x="415" y="1291"/>
                  </a:lnTo>
                  <a:lnTo>
                    <a:pt x="853" y="950"/>
                  </a:lnTo>
                  <a:lnTo>
                    <a:pt x="1340" y="683"/>
                  </a:lnTo>
                  <a:lnTo>
                    <a:pt x="1827" y="439"/>
                  </a:lnTo>
                  <a:lnTo>
                    <a:pt x="2363" y="244"/>
                  </a:lnTo>
                  <a:lnTo>
                    <a:pt x="2875" y="122"/>
                  </a:lnTo>
                  <a:lnTo>
                    <a:pt x="3435" y="49"/>
                  </a:lnTo>
                  <a:lnTo>
                    <a:pt x="3995" y="1"/>
                  </a:lnTo>
                  <a:lnTo>
                    <a:pt x="3995" y="1"/>
                  </a:lnTo>
                  <a:lnTo>
                    <a:pt x="4555" y="49"/>
                  </a:lnTo>
                  <a:lnTo>
                    <a:pt x="5115" y="122"/>
                  </a:lnTo>
                  <a:lnTo>
                    <a:pt x="5627" y="244"/>
                  </a:lnTo>
                  <a:lnTo>
                    <a:pt x="6163" y="439"/>
                  </a:lnTo>
                  <a:lnTo>
                    <a:pt x="6650" y="683"/>
                  </a:lnTo>
                  <a:lnTo>
                    <a:pt x="7137" y="950"/>
                  </a:lnTo>
                  <a:lnTo>
                    <a:pt x="7575" y="1291"/>
                  </a:lnTo>
                  <a:lnTo>
                    <a:pt x="7989" y="1657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414" name="Shape 573">
            <a:extLst>
              <a:ext uri="{FF2B5EF4-FFF2-40B4-BE49-F238E27FC236}">
                <a16:creationId xmlns:a16="http://schemas.microsoft.com/office/drawing/2014/main" id="{8A574536-5FF6-4A80-8609-80F0D55DFD03}"/>
              </a:ext>
            </a:extLst>
          </p:cNvPr>
          <p:cNvGrpSpPr/>
          <p:nvPr/>
        </p:nvGrpSpPr>
        <p:grpSpPr>
          <a:xfrm>
            <a:off x="7882484" y="2644263"/>
            <a:ext cx="273892" cy="273892"/>
            <a:chOff x="2623275" y="2333250"/>
            <a:chExt cx="381175" cy="381175"/>
          </a:xfrm>
          <a:solidFill>
            <a:srgbClr val="00B050"/>
          </a:solidFill>
        </p:grpSpPr>
        <p:sp>
          <p:nvSpPr>
            <p:cNvPr id="415" name="Shape 574">
              <a:extLst>
                <a:ext uri="{FF2B5EF4-FFF2-40B4-BE49-F238E27FC236}">
                  <a16:creationId xmlns:a16="http://schemas.microsoft.com/office/drawing/2014/main" id="{8814D103-4D00-4C04-9290-1A7EC94B5E3A}"/>
                </a:ext>
              </a:extLst>
            </p:cNvPr>
            <p:cNvSpPr/>
            <p:nvPr/>
          </p:nvSpPr>
          <p:spPr>
            <a:xfrm>
              <a:off x="2623275" y="2333250"/>
              <a:ext cx="381175" cy="381175"/>
            </a:xfrm>
            <a:custGeom>
              <a:avLst/>
              <a:gdLst/>
              <a:ahLst/>
              <a:cxnLst/>
              <a:rect l="0" t="0" r="0" b="0"/>
              <a:pathLst>
                <a:path w="15247" h="15247" fill="none" extrusionOk="0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4" y="49"/>
                  </a:lnTo>
                  <a:lnTo>
                    <a:pt x="6455" y="98"/>
                  </a:lnTo>
                  <a:lnTo>
                    <a:pt x="6089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3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49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49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3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89" y="15100"/>
                  </a:lnTo>
                  <a:lnTo>
                    <a:pt x="6455" y="15149"/>
                  </a:lnTo>
                  <a:lnTo>
                    <a:pt x="6844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1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3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3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1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16" name="Shape 575">
              <a:extLst>
                <a:ext uri="{FF2B5EF4-FFF2-40B4-BE49-F238E27FC236}">
                  <a16:creationId xmlns:a16="http://schemas.microsoft.com/office/drawing/2014/main" id="{37DFAEE7-27C1-46B8-9894-8BDA20C8110E}"/>
                </a:ext>
              </a:extLst>
            </p:cNvPr>
            <p:cNvSpPr/>
            <p:nvPr/>
          </p:nvSpPr>
          <p:spPr>
            <a:xfrm>
              <a:off x="2869875" y="2503125"/>
              <a:ext cx="43875" cy="47525"/>
            </a:xfrm>
            <a:custGeom>
              <a:avLst/>
              <a:gdLst/>
              <a:ahLst/>
              <a:cxnLst/>
              <a:rect l="0" t="0" r="0" b="0"/>
              <a:pathLst>
                <a:path w="1754" h="1901" fill="none" extrusionOk="0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4" y="171"/>
                  </a:lnTo>
                  <a:lnTo>
                    <a:pt x="1510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0" y="1632"/>
                  </a:lnTo>
                  <a:lnTo>
                    <a:pt x="1364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0" y="950"/>
                  </a:lnTo>
                  <a:lnTo>
                    <a:pt x="0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17" name="Shape 576">
              <a:extLst>
                <a:ext uri="{FF2B5EF4-FFF2-40B4-BE49-F238E27FC236}">
                  <a16:creationId xmlns:a16="http://schemas.microsoft.com/office/drawing/2014/main" id="{5C2D1771-6D57-4C92-90F5-C07CB40D451A}"/>
                </a:ext>
              </a:extLst>
            </p:cNvPr>
            <p:cNvSpPr/>
            <p:nvPr/>
          </p:nvSpPr>
          <p:spPr>
            <a:xfrm>
              <a:off x="2714000" y="2503125"/>
              <a:ext cx="43875" cy="47525"/>
            </a:xfrm>
            <a:custGeom>
              <a:avLst/>
              <a:gdLst/>
              <a:ahLst/>
              <a:cxnLst/>
              <a:rect l="0" t="0" r="0" b="0"/>
              <a:pathLst>
                <a:path w="1754" h="1901" fill="none" extrusionOk="0">
                  <a:moveTo>
                    <a:pt x="877" y="1900"/>
                  </a:move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18" name="Shape 577">
              <a:extLst>
                <a:ext uri="{FF2B5EF4-FFF2-40B4-BE49-F238E27FC236}">
                  <a16:creationId xmlns:a16="http://schemas.microsoft.com/office/drawing/2014/main" id="{5803CA91-D8CE-48F4-8D32-BE2BC0421EDF}"/>
                </a:ext>
              </a:extLst>
            </p:cNvPr>
            <p:cNvSpPr/>
            <p:nvPr/>
          </p:nvSpPr>
          <p:spPr>
            <a:xfrm>
              <a:off x="2810200" y="2595675"/>
              <a:ext cx="99875" cy="31075"/>
            </a:xfrm>
            <a:custGeom>
              <a:avLst/>
              <a:gdLst/>
              <a:ahLst/>
              <a:cxnLst/>
              <a:rect l="0" t="0" r="0" b="0"/>
              <a:pathLst>
                <a:path w="3995" h="1243" fill="none" extrusionOk="0">
                  <a:moveTo>
                    <a:pt x="1" y="1242"/>
                  </a:moveTo>
                  <a:lnTo>
                    <a:pt x="3995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419" name="Shape 578">
            <a:extLst>
              <a:ext uri="{FF2B5EF4-FFF2-40B4-BE49-F238E27FC236}">
                <a16:creationId xmlns:a16="http://schemas.microsoft.com/office/drawing/2014/main" id="{C2008DCD-97ED-4C05-B737-9D51A2DDA57C}"/>
              </a:ext>
            </a:extLst>
          </p:cNvPr>
          <p:cNvGrpSpPr/>
          <p:nvPr/>
        </p:nvGrpSpPr>
        <p:grpSpPr>
          <a:xfrm>
            <a:off x="8522187" y="2589000"/>
            <a:ext cx="146134" cy="364895"/>
            <a:chOff x="3384375" y="2267500"/>
            <a:chExt cx="203375" cy="507825"/>
          </a:xfrm>
          <a:solidFill>
            <a:srgbClr val="00B050"/>
          </a:solidFill>
        </p:grpSpPr>
        <p:sp>
          <p:nvSpPr>
            <p:cNvPr id="420" name="Shape 579">
              <a:extLst>
                <a:ext uri="{FF2B5EF4-FFF2-40B4-BE49-F238E27FC236}">
                  <a16:creationId xmlns:a16="http://schemas.microsoft.com/office/drawing/2014/main" id="{9A09166A-BE12-422D-81FD-9E99C782C0F8}"/>
                </a:ext>
              </a:extLst>
            </p:cNvPr>
            <p:cNvSpPr/>
            <p:nvPr/>
          </p:nvSpPr>
          <p:spPr>
            <a:xfrm>
              <a:off x="3384375" y="2373425"/>
              <a:ext cx="203375" cy="401900"/>
            </a:xfrm>
            <a:custGeom>
              <a:avLst/>
              <a:gdLst/>
              <a:ahLst/>
              <a:cxnLst/>
              <a:rect l="0" t="0" r="0" b="0"/>
              <a:pathLst>
                <a:path w="8135" h="16076" fill="none" extrusionOk="0">
                  <a:moveTo>
                    <a:pt x="4896" y="1"/>
                  </a:moveTo>
                  <a:lnTo>
                    <a:pt x="4896" y="1"/>
                  </a:lnTo>
                  <a:lnTo>
                    <a:pt x="4701" y="74"/>
                  </a:lnTo>
                  <a:lnTo>
                    <a:pt x="4506" y="147"/>
                  </a:lnTo>
                  <a:lnTo>
                    <a:pt x="4287" y="196"/>
                  </a:lnTo>
                  <a:lnTo>
                    <a:pt x="4068" y="196"/>
                  </a:lnTo>
                  <a:lnTo>
                    <a:pt x="4068" y="196"/>
                  </a:lnTo>
                  <a:lnTo>
                    <a:pt x="3848" y="196"/>
                  </a:lnTo>
                  <a:lnTo>
                    <a:pt x="3654" y="147"/>
                  </a:lnTo>
                  <a:lnTo>
                    <a:pt x="3434" y="98"/>
                  </a:lnTo>
                  <a:lnTo>
                    <a:pt x="3240" y="1"/>
                  </a:lnTo>
                  <a:lnTo>
                    <a:pt x="3240" y="1"/>
                  </a:lnTo>
                  <a:lnTo>
                    <a:pt x="2996" y="50"/>
                  </a:lnTo>
                  <a:lnTo>
                    <a:pt x="2777" y="98"/>
                  </a:lnTo>
                  <a:lnTo>
                    <a:pt x="2558" y="171"/>
                  </a:lnTo>
                  <a:lnTo>
                    <a:pt x="2363" y="269"/>
                  </a:lnTo>
                  <a:lnTo>
                    <a:pt x="2168" y="366"/>
                  </a:lnTo>
                  <a:lnTo>
                    <a:pt x="1973" y="464"/>
                  </a:lnTo>
                  <a:lnTo>
                    <a:pt x="1803" y="585"/>
                  </a:lnTo>
                  <a:lnTo>
                    <a:pt x="1632" y="731"/>
                  </a:lnTo>
                  <a:lnTo>
                    <a:pt x="1486" y="878"/>
                  </a:lnTo>
                  <a:lnTo>
                    <a:pt x="1340" y="1024"/>
                  </a:lnTo>
                  <a:lnTo>
                    <a:pt x="1072" y="1365"/>
                  </a:lnTo>
                  <a:lnTo>
                    <a:pt x="853" y="1779"/>
                  </a:lnTo>
                  <a:lnTo>
                    <a:pt x="658" y="2193"/>
                  </a:lnTo>
                  <a:lnTo>
                    <a:pt x="488" y="2680"/>
                  </a:lnTo>
                  <a:lnTo>
                    <a:pt x="341" y="3167"/>
                  </a:lnTo>
                  <a:lnTo>
                    <a:pt x="244" y="3727"/>
                  </a:lnTo>
                  <a:lnTo>
                    <a:pt x="147" y="4287"/>
                  </a:lnTo>
                  <a:lnTo>
                    <a:pt x="73" y="4896"/>
                  </a:lnTo>
                  <a:lnTo>
                    <a:pt x="49" y="5529"/>
                  </a:lnTo>
                  <a:lnTo>
                    <a:pt x="25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5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5"/>
                  </a:lnTo>
                  <a:lnTo>
                    <a:pt x="268" y="7502"/>
                  </a:lnTo>
                  <a:lnTo>
                    <a:pt x="390" y="7575"/>
                  </a:lnTo>
                  <a:lnTo>
                    <a:pt x="512" y="7624"/>
                  </a:lnTo>
                  <a:lnTo>
                    <a:pt x="658" y="7648"/>
                  </a:lnTo>
                  <a:lnTo>
                    <a:pt x="658" y="7648"/>
                  </a:lnTo>
                  <a:lnTo>
                    <a:pt x="804" y="7624"/>
                  </a:lnTo>
                  <a:lnTo>
                    <a:pt x="926" y="7575"/>
                  </a:lnTo>
                  <a:lnTo>
                    <a:pt x="1048" y="7502"/>
                  </a:lnTo>
                  <a:lnTo>
                    <a:pt x="1145" y="7405"/>
                  </a:lnTo>
                  <a:lnTo>
                    <a:pt x="1218" y="7307"/>
                  </a:lnTo>
                  <a:lnTo>
                    <a:pt x="1267" y="7161"/>
                  </a:lnTo>
                  <a:lnTo>
                    <a:pt x="1291" y="7015"/>
                  </a:lnTo>
                  <a:lnTo>
                    <a:pt x="1316" y="6869"/>
                  </a:lnTo>
                  <a:lnTo>
                    <a:pt x="1316" y="6869"/>
                  </a:lnTo>
                  <a:lnTo>
                    <a:pt x="1340" y="6260"/>
                  </a:lnTo>
                  <a:lnTo>
                    <a:pt x="1413" y="5554"/>
                  </a:lnTo>
                  <a:lnTo>
                    <a:pt x="1510" y="4847"/>
                  </a:lnTo>
                  <a:lnTo>
                    <a:pt x="1632" y="4141"/>
                  </a:lnTo>
                  <a:lnTo>
                    <a:pt x="1754" y="3532"/>
                  </a:lnTo>
                  <a:lnTo>
                    <a:pt x="1876" y="3021"/>
                  </a:lnTo>
                  <a:lnTo>
                    <a:pt x="1998" y="2680"/>
                  </a:lnTo>
                  <a:lnTo>
                    <a:pt x="2046" y="2607"/>
                  </a:lnTo>
                  <a:lnTo>
                    <a:pt x="2095" y="2582"/>
                  </a:lnTo>
                  <a:lnTo>
                    <a:pt x="2095" y="2582"/>
                  </a:lnTo>
                  <a:lnTo>
                    <a:pt x="2095" y="2631"/>
                  </a:lnTo>
                  <a:lnTo>
                    <a:pt x="2119" y="2729"/>
                  </a:lnTo>
                  <a:lnTo>
                    <a:pt x="2119" y="3143"/>
                  </a:lnTo>
                  <a:lnTo>
                    <a:pt x="2071" y="4555"/>
                  </a:lnTo>
                  <a:lnTo>
                    <a:pt x="1949" y="6577"/>
                  </a:lnTo>
                  <a:lnTo>
                    <a:pt x="1827" y="8842"/>
                  </a:lnTo>
                  <a:lnTo>
                    <a:pt x="1535" y="13128"/>
                  </a:lnTo>
                  <a:lnTo>
                    <a:pt x="1389" y="15077"/>
                  </a:lnTo>
                  <a:lnTo>
                    <a:pt x="1389" y="15077"/>
                  </a:lnTo>
                  <a:lnTo>
                    <a:pt x="1389" y="15247"/>
                  </a:lnTo>
                  <a:lnTo>
                    <a:pt x="1413" y="15418"/>
                  </a:lnTo>
                  <a:lnTo>
                    <a:pt x="1462" y="15564"/>
                  </a:lnTo>
                  <a:lnTo>
                    <a:pt x="1559" y="15710"/>
                  </a:lnTo>
                  <a:lnTo>
                    <a:pt x="1657" y="15856"/>
                  </a:lnTo>
                  <a:lnTo>
                    <a:pt x="1778" y="15953"/>
                  </a:lnTo>
                  <a:lnTo>
                    <a:pt x="1924" y="16026"/>
                  </a:lnTo>
                  <a:lnTo>
                    <a:pt x="2095" y="16075"/>
                  </a:lnTo>
                  <a:lnTo>
                    <a:pt x="2095" y="16075"/>
                  </a:lnTo>
                  <a:lnTo>
                    <a:pt x="2217" y="16075"/>
                  </a:lnTo>
                  <a:lnTo>
                    <a:pt x="2217" y="16075"/>
                  </a:lnTo>
                  <a:lnTo>
                    <a:pt x="2387" y="16075"/>
                  </a:lnTo>
                  <a:lnTo>
                    <a:pt x="2509" y="16026"/>
                  </a:lnTo>
                  <a:lnTo>
                    <a:pt x="2655" y="15953"/>
                  </a:lnTo>
                  <a:lnTo>
                    <a:pt x="2777" y="15880"/>
                  </a:lnTo>
                  <a:lnTo>
                    <a:pt x="2874" y="15758"/>
                  </a:lnTo>
                  <a:lnTo>
                    <a:pt x="2947" y="15637"/>
                  </a:lnTo>
                  <a:lnTo>
                    <a:pt x="3020" y="15491"/>
                  </a:lnTo>
                  <a:lnTo>
                    <a:pt x="3045" y="15344"/>
                  </a:lnTo>
                  <a:lnTo>
                    <a:pt x="3702" y="8525"/>
                  </a:lnTo>
                  <a:lnTo>
                    <a:pt x="3702" y="8525"/>
                  </a:lnTo>
                  <a:lnTo>
                    <a:pt x="3727" y="8452"/>
                  </a:lnTo>
                  <a:lnTo>
                    <a:pt x="3775" y="8330"/>
                  </a:lnTo>
                  <a:lnTo>
                    <a:pt x="3824" y="8282"/>
                  </a:lnTo>
                  <a:lnTo>
                    <a:pt x="3873" y="8208"/>
                  </a:lnTo>
                  <a:lnTo>
                    <a:pt x="3970" y="8184"/>
                  </a:lnTo>
                  <a:lnTo>
                    <a:pt x="4068" y="8160"/>
                  </a:lnTo>
                  <a:lnTo>
                    <a:pt x="4068" y="8160"/>
                  </a:lnTo>
                  <a:lnTo>
                    <a:pt x="4165" y="8184"/>
                  </a:lnTo>
                  <a:lnTo>
                    <a:pt x="4263" y="8208"/>
                  </a:lnTo>
                  <a:lnTo>
                    <a:pt x="4311" y="8282"/>
                  </a:lnTo>
                  <a:lnTo>
                    <a:pt x="4360" y="8330"/>
                  </a:lnTo>
                  <a:lnTo>
                    <a:pt x="4409" y="8452"/>
                  </a:lnTo>
                  <a:lnTo>
                    <a:pt x="4433" y="8525"/>
                  </a:lnTo>
                  <a:lnTo>
                    <a:pt x="5091" y="15344"/>
                  </a:lnTo>
                  <a:lnTo>
                    <a:pt x="5091" y="15344"/>
                  </a:lnTo>
                  <a:lnTo>
                    <a:pt x="5115" y="15491"/>
                  </a:lnTo>
                  <a:lnTo>
                    <a:pt x="5188" y="15637"/>
                  </a:lnTo>
                  <a:lnTo>
                    <a:pt x="5261" y="15758"/>
                  </a:lnTo>
                  <a:lnTo>
                    <a:pt x="5358" y="15880"/>
                  </a:lnTo>
                  <a:lnTo>
                    <a:pt x="5480" y="15953"/>
                  </a:lnTo>
                  <a:lnTo>
                    <a:pt x="5626" y="16026"/>
                  </a:lnTo>
                  <a:lnTo>
                    <a:pt x="5748" y="16075"/>
                  </a:lnTo>
                  <a:lnTo>
                    <a:pt x="5919" y="16075"/>
                  </a:lnTo>
                  <a:lnTo>
                    <a:pt x="5919" y="16075"/>
                  </a:lnTo>
                  <a:lnTo>
                    <a:pt x="6040" y="16075"/>
                  </a:lnTo>
                  <a:lnTo>
                    <a:pt x="6040" y="16075"/>
                  </a:lnTo>
                  <a:lnTo>
                    <a:pt x="6211" y="16026"/>
                  </a:lnTo>
                  <a:lnTo>
                    <a:pt x="6357" y="15953"/>
                  </a:lnTo>
                  <a:lnTo>
                    <a:pt x="6479" y="15856"/>
                  </a:lnTo>
                  <a:lnTo>
                    <a:pt x="6576" y="15710"/>
                  </a:lnTo>
                  <a:lnTo>
                    <a:pt x="6674" y="15564"/>
                  </a:lnTo>
                  <a:lnTo>
                    <a:pt x="6722" y="15418"/>
                  </a:lnTo>
                  <a:lnTo>
                    <a:pt x="6747" y="15247"/>
                  </a:lnTo>
                  <a:lnTo>
                    <a:pt x="6747" y="15077"/>
                  </a:lnTo>
                  <a:lnTo>
                    <a:pt x="6747" y="15077"/>
                  </a:lnTo>
                  <a:lnTo>
                    <a:pt x="6601" y="13128"/>
                  </a:lnTo>
                  <a:lnTo>
                    <a:pt x="6333" y="8890"/>
                  </a:lnTo>
                  <a:lnTo>
                    <a:pt x="6187" y="6601"/>
                  </a:lnTo>
                  <a:lnTo>
                    <a:pt x="6089" y="4604"/>
                  </a:lnTo>
                  <a:lnTo>
                    <a:pt x="6040" y="3167"/>
                  </a:lnTo>
                  <a:lnTo>
                    <a:pt x="6040" y="2753"/>
                  </a:lnTo>
                  <a:lnTo>
                    <a:pt x="6040" y="2582"/>
                  </a:lnTo>
                  <a:lnTo>
                    <a:pt x="6040" y="2582"/>
                  </a:lnTo>
                  <a:lnTo>
                    <a:pt x="6065" y="2582"/>
                  </a:lnTo>
                  <a:lnTo>
                    <a:pt x="6089" y="2582"/>
                  </a:lnTo>
                  <a:lnTo>
                    <a:pt x="6138" y="2680"/>
                  </a:lnTo>
                  <a:lnTo>
                    <a:pt x="6235" y="2996"/>
                  </a:lnTo>
                  <a:lnTo>
                    <a:pt x="6381" y="3484"/>
                  </a:lnTo>
                  <a:lnTo>
                    <a:pt x="6503" y="4117"/>
                  </a:lnTo>
                  <a:lnTo>
                    <a:pt x="6625" y="4823"/>
                  </a:lnTo>
                  <a:lnTo>
                    <a:pt x="6722" y="5554"/>
                  </a:lnTo>
                  <a:lnTo>
                    <a:pt x="6795" y="6260"/>
                  </a:lnTo>
                  <a:lnTo>
                    <a:pt x="6820" y="6869"/>
                  </a:lnTo>
                  <a:lnTo>
                    <a:pt x="6820" y="6869"/>
                  </a:lnTo>
                  <a:lnTo>
                    <a:pt x="6844" y="7015"/>
                  </a:lnTo>
                  <a:lnTo>
                    <a:pt x="6869" y="7161"/>
                  </a:lnTo>
                  <a:lnTo>
                    <a:pt x="6917" y="7307"/>
                  </a:lnTo>
                  <a:lnTo>
                    <a:pt x="6990" y="7405"/>
                  </a:lnTo>
                  <a:lnTo>
                    <a:pt x="7088" y="7502"/>
                  </a:lnTo>
                  <a:lnTo>
                    <a:pt x="7209" y="7575"/>
                  </a:lnTo>
                  <a:lnTo>
                    <a:pt x="7331" y="7624"/>
                  </a:lnTo>
                  <a:lnTo>
                    <a:pt x="7477" y="7648"/>
                  </a:lnTo>
                  <a:lnTo>
                    <a:pt x="7477" y="7648"/>
                  </a:lnTo>
                  <a:lnTo>
                    <a:pt x="7624" y="7624"/>
                  </a:lnTo>
                  <a:lnTo>
                    <a:pt x="7745" y="7575"/>
                  </a:lnTo>
                  <a:lnTo>
                    <a:pt x="7867" y="7502"/>
                  </a:lnTo>
                  <a:lnTo>
                    <a:pt x="7964" y="7405"/>
                  </a:lnTo>
                  <a:lnTo>
                    <a:pt x="8038" y="7307"/>
                  </a:lnTo>
                  <a:lnTo>
                    <a:pt x="8086" y="7161"/>
                  </a:lnTo>
                  <a:lnTo>
                    <a:pt x="8111" y="7015"/>
                  </a:lnTo>
                  <a:lnTo>
                    <a:pt x="8135" y="6869"/>
                  </a:lnTo>
                  <a:lnTo>
                    <a:pt x="8135" y="6869"/>
                  </a:lnTo>
                  <a:lnTo>
                    <a:pt x="8111" y="5505"/>
                  </a:lnTo>
                  <a:lnTo>
                    <a:pt x="8086" y="4872"/>
                  </a:lnTo>
                  <a:lnTo>
                    <a:pt x="8038" y="4287"/>
                  </a:lnTo>
                  <a:lnTo>
                    <a:pt x="7964" y="3703"/>
                  </a:lnTo>
                  <a:lnTo>
                    <a:pt x="7867" y="3167"/>
                  </a:lnTo>
                  <a:lnTo>
                    <a:pt x="7745" y="2656"/>
                  </a:lnTo>
                  <a:lnTo>
                    <a:pt x="7599" y="2168"/>
                  </a:lnTo>
                  <a:lnTo>
                    <a:pt x="7404" y="1754"/>
                  </a:lnTo>
                  <a:lnTo>
                    <a:pt x="7185" y="1365"/>
                  </a:lnTo>
                  <a:lnTo>
                    <a:pt x="7063" y="1170"/>
                  </a:lnTo>
                  <a:lnTo>
                    <a:pt x="6917" y="999"/>
                  </a:lnTo>
                  <a:lnTo>
                    <a:pt x="6771" y="853"/>
                  </a:lnTo>
                  <a:lnTo>
                    <a:pt x="6625" y="707"/>
                  </a:lnTo>
                  <a:lnTo>
                    <a:pt x="6454" y="561"/>
                  </a:lnTo>
                  <a:lnTo>
                    <a:pt x="6260" y="439"/>
                  </a:lnTo>
                  <a:lnTo>
                    <a:pt x="6065" y="342"/>
                  </a:lnTo>
                  <a:lnTo>
                    <a:pt x="5870" y="244"/>
                  </a:lnTo>
                  <a:lnTo>
                    <a:pt x="5651" y="171"/>
                  </a:lnTo>
                  <a:lnTo>
                    <a:pt x="5407" y="98"/>
                  </a:lnTo>
                  <a:lnTo>
                    <a:pt x="5164" y="50"/>
                  </a:lnTo>
                  <a:lnTo>
                    <a:pt x="4896" y="1"/>
                  </a:lnTo>
                  <a:lnTo>
                    <a:pt x="4896" y="1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21" name="Shape 580">
              <a:extLst>
                <a:ext uri="{FF2B5EF4-FFF2-40B4-BE49-F238E27FC236}">
                  <a16:creationId xmlns:a16="http://schemas.microsoft.com/office/drawing/2014/main" id="{13376354-AB7C-4BA9-9819-32E6E510DC6F}"/>
                </a:ext>
              </a:extLst>
            </p:cNvPr>
            <p:cNvSpPr/>
            <p:nvPr/>
          </p:nvSpPr>
          <p:spPr>
            <a:xfrm>
              <a:off x="3443425" y="2267500"/>
              <a:ext cx="85275" cy="93775"/>
            </a:xfrm>
            <a:custGeom>
              <a:avLst/>
              <a:gdLst/>
              <a:ahLst/>
              <a:cxnLst/>
              <a:rect l="0" t="0" r="0" b="0"/>
              <a:pathLst>
                <a:path w="3411" h="3751" fill="none" extrusionOk="0">
                  <a:moveTo>
                    <a:pt x="1" y="1705"/>
                  </a:moveTo>
                  <a:lnTo>
                    <a:pt x="1" y="1705"/>
                  </a:lnTo>
                  <a:lnTo>
                    <a:pt x="1" y="1510"/>
                  </a:lnTo>
                  <a:lnTo>
                    <a:pt x="25" y="1315"/>
                  </a:lnTo>
                  <a:lnTo>
                    <a:pt x="74" y="1145"/>
                  </a:lnTo>
                  <a:lnTo>
                    <a:pt x="123" y="999"/>
                  </a:lnTo>
                  <a:lnTo>
                    <a:pt x="196" y="852"/>
                  </a:lnTo>
                  <a:lnTo>
                    <a:pt x="293" y="706"/>
                  </a:lnTo>
                  <a:lnTo>
                    <a:pt x="391" y="585"/>
                  </a:lnTo>
                  <a:lnTo>
                    <a:pt x="488" y="463"/>
                  </a:lnTo>
                  <a:lnTo>
                    <a:pt x="610" y="341"/>
                  </a:lnTo>
                  <a:lnTo>
                    <a:pt x="756" y="268"/>
                  </a:lnTo>
                  <a:lnTo>
                    <a:pt x="902" y="171"/>
                  </a:lnTo>
                  <a:lnTo>
                    <a:pt x="1048" y="122"/>
                  </a:lnTo>
                  <a:lnTo>
                    <a:pt x="1194" y="49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876" y="0"/>
                  </a:lnTo>
                  <a:lnTo>
                    <a:pt x="2047" y="24"/>
                  </a:lnTo>
                  <a:lnTo>
                    <a:pt x="2217" y="49"/>
                  </a:lnTo>
                  <a:lnTo>
                    <a:pt x="2363" y="122"/>
                  </a:lnTo>
                  <a:lnTo>
                    <a:pt x="2509" y="171"/>
                  </a:lnTo>
                  <a:lnTo>
                    <a:pt x="2656" y="268"/>
                  </a:lnTo>
                  <a:lnTo>
                    <a:pt x="2802" y="341"/>
                  </a:lnTo>
                  <a:lnTo>
                    <a:pt x="2923" y="463"/>
                  </a:lnTo>
                  <a:lnTo>
                    <a:pt x="3021" y="585"/>
                  </a:lnTo>
                  <a:lnTo>
                    <a:pt x="3118" y="706"/>
                  </a:lnTo>
                  <a:lnTo>
                    <a:pt x="3216" y="852"/>
                  </a:lnTo>
                  <a:lnTo>
                    <a:pt x="3289" y="999"/>
                  </a:lnTo>
                  <a:lnTo>
                    <a:pt x="3337" y="1145"/>
                  </a:lnTo>
                  <a:lnTo>
                    <a:pt x="3386" y="1315"/>
                  </a:lnTo>
                  <a:lnTo>
                    <a:pt x="3411" y="1510"/>
                  </a:lnTo>
                  <a:lnTo>
                    <a:pt x="3411" y="1705"/>
                  </a:lnTo>
                  <a:lnTo>
                    <a:pt x="3411" y="1705"/>
                  </a:lnTo>
                  <a:lnTo>
                    <a:pt x="3411" y="1900"/>
                  </a:lnTo>
                  <a:lnTo>
                    <a:pt x="3386" y="2095"/>
                  </a:lnTo>
                  <a:lnTo>
                    <a:pt x="3337" y="2265"/>
                  </a:lnTo>
                  <a:lnTo>
                    <a:pt x="3289" y="2460"/>
                  </a:lnTo>
                  <a:lnTo>
                    <a:pt x="3216" y="2630"/>
                  </a:lnTo>
                  <a:lnTo>
                    <a:pt x="3118" y="2801"/>
                  </a:lnTo>
                  <a:lnTo>
                    <a:pt x="3021" y="2971"/>
                  </a:lnTo>
                  <a:lnTo>
                    <a:pt x="2923" y="3117"/>
                  </a:lnTo>
                  <a:lnTo>
                    <a:pt x="2802" y="3264"/>
                  </a:lnTo>
                  <a:lnTo>
                    <a:pt x="2656" y="3385"/>
                  </a:lnTo>
                  <a:lnTo>
                    <a:pt x="2509" y="3483"/>
                  </a:lnTo>
                  <a:lnTo>
                    <a:pt x="2363" y="3580"/>
                  </a:lnTo>
                  <a:lnTo>
                    <a:pt x="2217" y="3653"/>
                  </a:lnTo>
                  <a:lnTo>
                    <a:pt x="2047" y="3702"/>
                  </a:lnTo>
                  <a:lnTo>
                    <a:pt x="1876" y="3751"/>
                  </a:lnTo>
                  <a:lnTo>
                    <a:pt x="1706" y="3751"/>
                  </a:lnTo>
                  <a:lnTo>
                    <a:pt x="1706" y="3751"/>
                  </a:lnTo>
                  <a:lnTo>
                    <a:pt x="1535" y="3751"/>
                  </a:lnTo>
                  <a:lnTo>
                    <a:pt x="1365" y="3702"/>
                  </a:lnTo>
                  <a:lnTo>
                    <a:pt x="1194" y="3653"/>
                  </a:lnTo>
                  <a:lnTo>
                    <a:pt x="1048" y="3580"/>
                  </a:lnTo>
                  <a:lnTo>
                    <a:pt x="902" y="3483"/>
                  </a:lnTo>
                  <a:lnTo>
                    <a:pt x="756" y="3385"/>
                  </a:lnTo>
                  <a:lnTo>
                    <a:pt x="610" y="3264"/>
                  </a:lnTo>
                  <a:lnTo>
                    <a:pt x="488" y="3117"/>
                  </a:lnTo>
                  <a:lnTo>
                    <a:pt x="391" y="2971"/>
                  </a:lnTo>
                  <a:lnTo>
                    <a:pt x="293" y="2801"/>
                  </a:lnTo>
                  <a:lnTo>
                    <a:pt x="196" y="2630"/>
                  </a:lnTo>
                  <a:lnTo>
                    <a:pt x="123" y="2460"/>
                  </a:lnTo>
                  <a:lnTo>
                    <a:pt x="74" y="2265"/>
                  </a:lnTo>
                  <a:lnTo>
                    <a:pt x="25" y="2095"/>
                  </a:lnTo>
                  <a:lnTo>
                    <a:pt x="1" y="1900"/>
                  </a:lnTo>
                  <a:lnTo>
                    <a:pt x="1" y="1705"/>
                  </a:lnTo>
                  <a:lnTo>
                    <a:pt x="1" y="1705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422" name="Shape 581">
            <a:extLst>
              <a:ext uri="{FF2B5EF4-FFF2-40B4-BE49-F238E27FC236}">
                <a16:creationId xmlns:a16="http://schemas.microsoft.com/office/drawing/2014/main" id="{615BA800-3D56-482E-8CE3-B9E052D68325}"/>
              </a:ext>
            </a:extLst>
          </p:cNvPr>
          <p:cNvGrpSpPr/>
          <p:nvPr/>
        </p:nvGrpSpPr>
        <p:grpSpPr>
          <a:xfrm>
            <a:off x="9667496" y="2643234"/>
            <a:ext cx="119889" cy="272150"/>
            <a:chOff x="4747025" y="2332025"/>
            <a:chExt cx="166850" cy="378750"/>
          </a:xfrm>
          <a:solidFill>
            <a:srgbClr val="00B050"/>
          </a:solidFill>
        </p:grpSpPr>
        <p:sp>
          <p:nvSpPr>
            <p:cNvPr id="423" name="Shape 582">
              <a:extLst>
                <a:ext uri="{FF2B5EF4-FFF2-40B4-BE49-F238E27FC236}">
                  <a16:creationId xmlns:a16="http://schemas.microsoft.com/office/drawing/2014/main" id="{8A6DD22B-2415-476C-8B40-B80EDF8B81D7}"/>
                </a:ext>
              </a:extLst>
            </p:cNvPr>
            <p:cNvSpPr/>
            <p:nvPr/>
          </p:nvSpPr>
          <p:spPr>
            <a:xfrm>
              <a:off x="4747025" y="2427025"/>
              <a:ext cx="166850" cy="283750"/>
            </a:xfrm>
            <a:custGeom>
              <a:avLst/>
              <a:gdLst/>
              <a:ahLst/>
              <a:cxnLst/>
              <a:rect l="0" t="0" r="0" b="0"/>
              <a:pathLst>
                <a:path w="6674" h="11350" fill="none" extrusionOk="0">
                  <a:moveTo>
                    <a:pt x="4019" y="0"/>
                  </a:moveTo>
                  <a:lnTo>
                    <a:pt x="4019" y="0"/>
                  </a:lnTo>
                  <a:lnTo>
                    <a:pt x="3873" y="73"/>
                  </a:lnTo>
                  <a:lnTo>
                    <a:pt x="3703" y="122"/>
                  </a:lnTo>
                  <a:lnTo>
                    <a:pt x="3508" y="171"/>
                  </a:lnTo>
                  <a:lnTo>
                    <a:pt x="3337" y="171"/>
                  </a:lnTo>
                  <a:lnTo>
                    <a:pt x="3337" y="171"/>
                  </a:lnTo>
                  <a:lnTo>
                    <a:pt x="3167" y="171"/>
                  </a:lnTo>
                  <a:lnTo>
                    <a:pt x="2996" y="146"/>
                  </a:lnTo>
                  <a:lnTo>
                    <a:pt x="2826" y="73"/>
                  </a:lnTo>
                  <a:lnTo>
                    <a:pt x="2655" y="24"/>
                  </a:lnTo>
                  <a:lnTo>
                    <a:pt x="2655" y="24"/>
                  </a:lnTo>
                  <a:lnTo>
                    <a:pt x="2412" y="24"/>
                  </a:lnTo>
                  <a:lnTo>
                    <a:pt x="2168" y="97"/>
                  </a:lnTo>
                  <a:lnTo>
                    <a:pt x="1949" y="171"/>
                  </a:lnTo>
                  <a:lnTo>
                    <a:pt x="1706" y="317"/>
                  </a:lnTo>
                  <a:lnTo>
                    <a:pt x="1486" y="487"/>
                  </a:lnTo>
                  <a:lnTo>
                    <a:pt x="1243" y="682"/>
                  </a:lnTo>
                  <a:lnTo>
                    <a:pt x="1048" y="926"/>
                  </a:lnTo>
                  <a:lnTo>
                    <a:pt x="853" y="1193"/>
                  </a:lnTo>
                  <a:lnTo>
                    <a:pt x="658" y="1510"/>
                  </a:lnTo>
                  <a:lnTo>
                    <a:pt x="512" y="1851"/>
                  </a:lnTo>
                  <a:lnTo>
                    <a:pt x="366" y="2216"/>
                  </a:lnTo>
                  <a:lnTo>
                    <a:pt x="244" y="2630"/>
                  </a:lnTo>
                  <a:lnTo>
                    <a:pt x="123" y="3093"/>
                  </a:lnTo>
                  <a:lnTo>
                    <a:pt x="49" y="3580"/>
                  </a:lnTo>
                  <a:lnTo>
                    <a:pt x="1" y="4092"/>
                  </a:lnTo>
                  <a:lnTo>
                    <a:pt x="1" y="4652"/>
                  </a:lnTo>
                  <a:lnTo>
                    <a:pt x="1" y="4652"/>
                  </a:lnTo>
                  <a:lnTo>
                    <a:pt x="1" y="4774"/>
                  </a:lnTo>
                  <a:lnTo>
                    <a:pt x="25" y="4895"/>
                  </a:lnTo>
                  <a:lnTo>
                    <a:pt x="74" y="4993"/>
                  </a:lnTo>
                  <a:lnTo>
                    <a:pt x="147" y="5090"/>
                  </a:lnTo>
                  <a:lnTo>
                    <a:pt x="220" y="5163"/>
                  </a:lnTo>
                  <a:lnTo>
                    <a:pt x="317" y="5236"/>
                  </a:lnTo>
                  <a:lnTo>
                    <a:pt x="415" y="5261"/>
                  </a:lnTo>
                  <a:lnTo>
                    <a:pt x="537" y="5285"/>
                  </a:lnTo>
                  <a:lnTo>
                    <a:pt x="537" y="5285"/>
                  </a:lnTo>
                  <a:lnTo>
                    <a:pt x="658" y="5261"/>
                  </a:lnTo>
                  <a:lnTo>
                    <a:pt x="756" y="5236"/>
                  </a:lnTo>
                  <a:lnTo>
                    <a:pt x="853" y="5163"/>
                  </a:lnTo>
                  <a:lnTo>
                    <a:pt x="926" y="5090"/>
                  </a:lnTo>
                  <a:lnTo>
                    <a:pt x="999" y="4993"/>
                  </a:lnTo>
                  <a:lnTo>
                    <a:pt x="1024" y="4895"/>
                  </a:lnTo>
                  <a:lnTo>
                    <a:pt x="1048" y="4774"/>
                  </a:lnTo>
                  <a:lnTo>
                    <a:pt x="1072" y="4652"/>
                  </a:lnTo>
                  <a:lnTo>
                    <a:pt x="1072" y="4652"/>
                  </a:lnTo>
                  <a:lnTo>
                    <a:pt x="1097" y="4189"/>
                  </a:lnTo>
                  <a:lnTo>
                    <a:pt x="1145" y="3726"/>
                  </a:lnTo>
                  <a:lnTo>
                    <a:pt x="1218" y="3312"/>
                  </a:lnTo>
                  <a:lnTo>
                    <a:pt x="1316" y="2923"/>
                  </a:lnTo>
                  <a:lnTo>
                    <a:pt x="1438" y="2582"/>
                  </a:lnTo>
                  <a:lnTo>
                    <a:pt x="1535" y="2338"/>
                  </a:lnTo>
                  <a:lnTo>
                    <a:pt x="1633" y="2168"/>
                  </a:lnTo>
                  <a:lnTo>
                    <a:pt x="1681" y="2143"/>
                  </a:lnTo>
                  <a:lnTo>
                    <a:pt x="1706" y="2143"/>
                  </a:lnTo>
                  <a:lnTo>
                    <a:pt x="1706" y="2143"/>
                  </a:lnTo>
                  <a:lnTo>
                    <a:pt x="1730" y="2241"/>
                  </a:lnTo>
                  <a:lnTo>
                    <a:pt x="1730" y="2509"/>
                  </a:lnTo>
                  <a:lnTo>
                    <a:pt x="1681" y="3483"/>
                  </a:lnTo>
                  <a:lnTo>
                    <a:pt x="1608" y="4822"/>
                  </a:lnTo>
                  <a:lnTo>
                    <a:pt x="1486" y="6357"/>
                  </a:lnTo>
                  <a:lnTo>
                    <a:pt x="1243" y="9231"/>
                  </a:lnTo>
                  <a:lnTo>
                    <a:pt x="1145" y="10521"/>
                  </a:lnTo>
                  <a:lnTo>
                    <a:pt x="1145" y="10521"/>
                  </a:lnTo>
                  <a:lnTo>
                    <a:pt x="1145" y="10668"/>
                  </a:lnTo>
                  <a:lnTo>
                    <a:pt x="1145" y="10814"/>
                  </a:lnTo>
                  <a:lnTo>
                    <a:pt x="1194" y="10935"/>
                  </a:lnTo>
                  <a:lnTo>
                    <a:pt x="1267" y="11057"/>
                  </a:lnTo>
                  <a:lnTo>
                    <a:pt x="1340" y="11155"/>
                  </a:lnTo>
                  <a:lnTo>
                    <a:pt x="1462" y="11252"/>
                  </a:lnTo>
                  <a:lnTo>
                    <a:pt x="1584" y="11325"/>
                  </a:lnTo>
                  <a:lnTo>
                    <a:pt x="1706" y="11349"/>
                  </a:lnTo>
                  <a:lnTo>
                    <a:pt x="1706" y="11349"/>
                  </a:lnTo>
                  <a:lnTo>
                    <a:pt x="1827" y="11349"/>
                  </a:lnTo>
                  <a:lnTo>
                    <a:pt x="1827" y="11349"/>
                  </a:lnTo>
                  <a:lnTo>
                    <a:pt x="1949" y="11349"/>
                  </a:lnTo>
                  <a:lnTo>
                    <a:pt x="2071" y="11325"/>
                  </a:lnTo>
                  <a:lnTo>
                    <a:pt x="2168" y="11252"/>
                  </a:lnTo>
                  <a:lnTo>
                    <a:pt x="2266" y="11179"/>
                  </a:lnTo>
                  <a:lnTo>
                    <a:pt x="2339" y="11106"/>
                  </a:lnTo>
                  <a:lnTo>
                    <a:pt x="2412" y="11008"/>
                  </a:lnTo>
                  <a:lnTo>
                    <a:pt x="2461" y="10887"/>
                  </a:lnTo>
                  <a:lnTo>
                    <a:pt x="2509" y="10765"/>
                  </a:lnTo>
                  <a:lnTo>
                    <a:pt x="3045" y="7014"/>
                  </a:lnTo>
                  <a:lnTo>
                    <a:pt x="3045" y="7014"/>
                  </a:lnTo>
                  <a:lnTo>
                    <a:pt x="3045" y="6966"/>
                  </a:lnTo>
                  <a:lnTo>
                    <a:pt x="3094" y="6868"/>
                  </a:lnTo>
                  <a:lnTo>
                    <a:pt x="3143" y="6819"/>
                  </a:lnTo>
                  <a:lnTo>
                    <a:pt x="3191" y="6771"/>
                  </a:lnTo>
                  <a:lnTo>
                    <a:pt x="3264" y="6746"/>
                  </a:lnTo>
                  <a:lnTo>
                    <a:pt x="3337" y="6722"/>
                  </a:lnTo>
                  <a:lnTo>
                    <a:pt x="3337" y="6722"/>
                  </a:lnTo>
                  <a:lnTo>
                    <a:pt x="3410" y="6746"/>
                  </a:lnTo>
                  <a:lnTo>
                    <a:pt x="3484" y="6771"/>
                  </a:lnTo>
                  <a:lnTo>
                    <a:pt x="3532" y="6819"/>
                  </a:lnTo>
                  <a:lnTo>
                    <a:pt x="3581" y="6868"/>
                  </a:lnTo>
                  <a:lnTo>
                    <a:pt x="3630" y="6966"/>
                  </a:lnTo>
                  <a:lnTo>
                    <a:pt x="3630" y="7014"/>
                  </a:lnTo>
                  <a:lnTo>
                    <a:pt x="4165" y="10765"/>
                  </a:lnTo>
                  <a:lnTo>
                    <a:pt x="4165" y="10765"/>
                  </a:lnTo>
                  <a:lnTo>
                    <a:pt x="4214" y="10887"/>
                  </a:lnTo>
                  <a:lnTo>
                    <a:pt x="4263" y="11008"/>
                  </a:lnTo>
                  <a:lnTo>
                    <a:pt x="4336" y="11106"/>
                  </a:lnTo>
                  <a:lnTo>
                    <a:pt x="4409" y="11179"/>
                  </a:lnTo>
                  <a:lnTo>
                    <a:pt x="4506" y="11252"/>
                  </a:lnTo>
                  <a:lnTo>
                    <a:pt x="4604" y="11325"/>
                  </a:lnTo>
                  <a:lnTo>
                    <a:pt x="4726" y="11349"/>
                  </a:lnTo>
                  <a:lnTo>
                    <a:pt x="4847" y="11349"/>
                  </a:lnTo>
                  <a:lnTo>
                    <a:pt x="4847" y="11349"/>
                  </a:lnTo>
                  <a:lnTo>
                    <a:pt x="4969" y="11349"/>
                  </a:lnTo>
                  <a:lnTo>
                    <a:pt x="4969" y="11349"/>
                  </a:lnTo>
                  <a:lnTo>
                    <a:pt x="5091" y="11325"/>
                  </a:lnTo>
                  <a:lnTo>
                    <a:pt x="5213" y="11252"/>
                  </a:lnTo>
                  <a:lnTo>
                    <a:pt x="5334" y="11155"/>
                  </a:lnTo>
                  <a:lnTo>
                    <a:pt x="5408" y="11057"/>
                  </a:lnTo>
                  <a:lnTo>
                    <a:pt x="5481" y="10935"/>
                  </a:lnTo>
                  <a:lnTo>
                    <a:pt x="5529" y="10814"/>
                  </a:lnTo>
                  <a:lnTo>
                    <a:pt x="5529" y="10668"/>
                  </a:lnTo>
                  <a:lnTo>
                    <a:pt x="5529" y="10521"/>
                  </a:lnTo>
                  <a:lnTo>
                    <a:pt x="5529" y="10521"/>
                  </a:lnTo>
                  <a:lnTo>
                    <a:pt x="5188" y="6381"/>
                  </a:lnTo>
                  <a:lnTo>
                    <a:pt x="4994" y="3507"/>
                  </a:lnTo>
                  <a:lnTo>
                    <a:pt x="4945" y="2533"/>
                  </a:lnTo>
                  <a:lnTo>
                    <a:pt x="4945" y="2241"/>
                  </a:lnTo>
                  <a:lnTo>
                    <a:pt x="4969" y="2143"/>
                  </a:lnTo>
                  <a:lnTo>
                    <a:pt x="4969" y="2143"/>
                  </a:lnTo>
                  <a:lnTo>
                    <a:pt x="4994" y="2143"/>
                  </a:lnTo>
                  <a:lnTo>
                    <a:pt x="5042" y="2168"/>
                  </a:lnTo>
                  <a:lnTo>
                    <a:pt x="5140" y="2314"/>
                  </a:lnTo>
                  <a:lnTo>
                    <a:pt x="5237" y="2557"/>
                  </a:lnTo>
                  <a:lnTo>
                    <a:pt x="5334" y="2898"/>
                  </a:lnTo>
                  <a:lnTo>
                    <a:pt x="5432" y="3288"/>
                  </a:lnTo>
                  <a:lnTo>
                    <a:pt x="5529" y="3726"/>
                  </a:lnTo>
                  <a:lnTo>
                    <a:pt x="5578" y="4189"/>
                  </a:lnTo>
                  <a:lnTo>
                    <a:pt x="5602" y="4652"/>
                  </a:lnTo>
                  <a:lnTo>
                    <a:pt x="5602" y="4652"/>
                  </a:lnTo>
                  <a:lnTo>
                    <a:pt x="5627" y="4774"/>
                  </a:lnTo>
                  <a:lnTo>
                    <a:pt x="5651" y="4895"/>
                  </a:lnTo>
                  <a:lnTo>
                    <a:pt x="5675" y="4993"/>
                  </a:lnTo>
                  <a:lnTo>
                    <a:pt x="5749" y="5090"/>
                  </a:lnTo>
                  <a:lnTo>
                    <a:pt x="5822" y="5163"/>
                  </a:lnTo>
                  <a:lnTo>
                    <a:pt x="5919" y="5236"/>
                  </a:lnTo>
                  <a:lnTo>
                    <a:pt x="6016" y="5261"/>
                  </a:lnTo>
                  <a:lnTo>
                    <a:pt x="6138" y="5285"/>
                  </a:lnTo>
                  <a:lnTo>
                    <a:pt x="6138" y="5285"/>
                  </a:lnTo>
                  <a:lnTo>
                    <a:pt x="6260" y="5261"/>
                  </a:lnTo>
                  <a:lnTo>
                    <a:pt x="6357" y="5236"/>
                  </a:lnTo>
                  <a:lnTo>
                    <a:pt x="6455" y="5163"/>
                  </a:lnTo>
                  <a:lnTo>
                    <a:pt x="6528" y="5090"/>
                  </a:lnTo>
                  <a:lnTo>
                    <a:pt x="6601" y="4993"/>
                  </a:lnTo>
                  <a:lnTo>
                    <a:pt x="6650" y="4895"/>
                  </a:lnTo>
                  <a:lnTo>
                    <a:pt x="6674" y="4774"/>
                  </a:lnTo>
                  <a:lnTo>
                    <a:pt x="6674" y="4652"/>
                  </a:lnTo>
                  <a:lnTo>
                    <a:pt x="6674" y="4652"/>
                  </a:lnTo>
                  <a:lnTo>
                    <a:pt x="6674" y="4092"/>
                  </a:lnTo>
                  <a:lnTo>
                    <a:pt x="6625" y="3556"/>
                  </a:lnTo>
                  <a:lnTo>
                    <a:pt x="6552" y="3069"/>
                  </a:lnTo>
                  <a:lnTo>
                    <a:pt x="6455" y="2630"/>
                  </a:lnTo>
                  <a:lnTo>
                    <a:pt x="6357" y="2216"/>
                  </a:lnTo>
                  <a:lnTo>
                    <a:pt x="6211" y="1827"/>
                  </a:lnTo>
                  <a:lnTo>
                    <a:pt x="6065" y="1486"/>
                  </a:lnTo>
                  <a:lnTo>
                    <a:pt x="5895" y="1169"/>
                  </a:lnTo>
                  <a:lnTo>
                    <a:pt x="5700" y="901"/>
                  </a:lnTo>
                  <a:lnTo>
                    <a:pt x="5505" y="658"/>
                  </a:lnTo>
                  <a:lnTo>
                    <a:pt x="5286" y="463"/>
                  </a:lnTo>
                  <a:lnTo>
                    <a:pt x="5042" y="292"/>
                  </a:lnTo>
                  <a:lnTo>
                    <a:pt x="4799" y="171"/>
                  </a:lnTo>
                  <a:lnTo>
                    <a:pt x="4555" y="73"/>
                  </a:lnTo>
                  <a:lnTo>
                    <a:pt x="4287" y="24"/>
                  </a:lnTo>
                  <a:lnTo>
                    <a:pt x="4019" y="0"/>
                  </a:lnTo>
                  <a:lnTo>
                    <a:pt x="4019" y="0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24" name="Shape 583">
              <a:extLst>
                <a:ext uri="{FF2B5EF4-FFF2-40B4-BE49-F238E27FC236}">
                  <a16:creationId xmlns:a16="http://schemas.microsoft.com/office/drawing/2014/main" id="{C52F6AA3-CEF8-4067-87B5-78C050B5E3C9}"/>
                </a:ext>
              </a:extLst>
            </p:cNvPr>
            <p:cNvSpPr/>
            <p:nvPr/>
          </p:nvSpPr>
          <p:spPr>
            <a:xfrm>
              <a:off x="4792100" y="2332025"/>
              <a:ext cx="76725" cy="84050"/>
            </a:xfrm>
            <a:custGeom>
              <a:avLst/>
              <a:gdLst/>
              <a:ahLst/>
              <a:cxnLst/>
              <a:rect l="0" t="0" r="0" b="0"/>
              <a:pathLst>
                <a:path w="3069" h="3362" fill="none" extrusionOk="0">
                  <a:moveTo>
                    <a:pt x="0" y="1511"/>
                  </a:moveTo>
                  <a:lnTo>
                    <a:pt x="0" y="1511"/>
                  </a:lnTo>
                  <a:lnTo>
                    <a:pt x="24" y="1340"/>
                  </a:lnTo>
                  <a:lnTo>
                    <a:pt x="49" y="1170"/>
                  </a:lnTo>
                  <a:lnTo>
                    <a:pt x="73" y="1024"/>
                  </a:lnTo>
                  <a:lnTo>
                    <a:pt x="122" y="877"/>
                  </a:lnTo>
                  <a:lnTo>
                    <a:pt x="195" y="756"/>
                  </a:lnTo>
                  <a:lnTo>
                    <a:pt x="268" y="634"/>
                  </a:lnTo>
                  <a:lnTo>
                    <a:pt x="365" y="512"/>
                  </a:lnTo>
                  <a:lnTo>
                    <a:pt x="463" y="415"/>
                  </a:lnTo>
                  <a:lnTo>
                    <a:pt x="682" y="220"/>
                  </a:lnTo>
                  <a:lnTo>
                    <a:pt x="950" y="98"/>
                  </a:lnTo>
                  <a:lnTo>
                    <a:pt x="1218" y="25"/>
                  </a:lnTo>
                  <a:lnTo>
                    <a:pt x="1534" y="1"/>
                  </a:lnTo>
                  <a:lnTo>
                    <a:pt x="1534" y="1"/>
                  </a:lnTo>
                  <a:lnTo>
                    <a:pt x="1851" y="25"/>
                  </a:lnTo>
                  <a:lnTo>
                    <a:pt x="2119" y="98"/>
                  </a:lnTo>
                  <a:lnTo>
                    <a:pt x="2387" y="220"/>
                  </a:lnTo>
                  <a:lnTo>
                    <a:pt x="2606" y="415"/>
                  </a:lnTo>
                  <a:lnTo>
                    <a:pt x="2703" y="512"/>
                  </a:lnTo>
                  <a:lnTo>
                    <a:pt x="2801" y="634"/>
                  </a:lnTo>
                  <a:lnTo>
                    <a:pt x="2874" y="756"/>
                  </a:lnTo>
                  <a:lnTo>
                    <a:pt x="2947" y="877"/>
                  </a:lnTo>
                  <a:lnTo>
                    <a:pt x="2996" y="1024"/>
                  </a:lnTo>
                  <a:lnTo>
                    <a:pt x="3020" y="1170"/>
                  </a:lnTo>
                  <a:lnTo>
                    <a:pt x="3044" y="1340"/>
                  </a:lnTo>
                  <a:lnTo>
                    <a:pt x="3069" y="1511"/>
                  </a:lnTo>
                  <a:lnTo>
                    <a:pt x="3069" y="1511"/>
                  </a:lnTo>
                  <a:lnTo>
                    <a:pt x="3044" y="1681"/>
                  </a:lnTo>
                  <a:lnTo>
                    <a:pt x="3020" y="1852"/>
                  </a:lnTo>
                  <a:lnTo>
                    <a:pt x="2947" y="2193"/>
                  </a:lnTo>
                  <a:lnTo>
                    <a:pt x="2801" y="2509"/>
                  </a:lnTo>
                  <a:lnTo>
                    <a:pt x="2606" y="2777"/>
                  </a:lnTo>
                  <a:lnTo>
                    <a:pt x="2509" y="2899"/>
                  </a:lnTo>
                  <a:lnTo>
                    <a:pt x="2387" y="3021"/>
                  </a:lnTo>
                  <a:lnTo>
                    <a:pt x="2265" y="3118"/>
                  </a:lnTo>
                  <a:lnTo>
                    <a:pt x="2119" y="3191"/>
                  </a:lnTo>
                  <a:lnTo>
                    <a:pt x="1997" y="3264"/>
                  </a:lnTo>
                  <a:lnTo>
                    <a:pt x="1851" y="3313"/>
                  </a:lnTo>
                  <a:lnTo>
                    <a:pt x="1681" y="3337"/>
                  </a:lnTo>
                  <a:lnTo>
                    <a:pt x="1534" y="3362"/>
                  </a:lnTo>
                  <a:lnTo>
                    <a:pt x="1534" y="3362"/>
                  </a:lnTo>
                  <a:lnTo>
                    <a:pt x="1388" y="3337"/>
                  </a:lnTo>
                  <a:lnTo>
                    <a:pt x="1218" y="3313"/>
                  </a:lnTo>
                  <a:lnTo>
                    <a:pt x="1072" y="3264"/>
                  </a:lnTo>
                  <a:lnTo>
                    <a:pt x="950" y="3191"/>
                  </a:lnTo>
                  <a:lnTo>
                    <a:pt x="804" y="3118"/>
                  </a:lnTo>
                  <a:lnTo>
                    <a:pt x="682" y="3021"/>
                  </a:lnTo>
                  <a:lnTo>
                    <a:pt x="560" y="2899"/>
                  </a:lnTo>
                  <a:lnTo>
                    <a:pt x="463" y="2777"/>
                  </a:lnTo>
                  <a:lnTo>
                    <a:pt x="268" y="2509"/>
                  </a:lnTo>
                  <a:lnTo>
                    <a:pt x="122" y="2193"/>
                  </a:lnTo>
                  <a:lnTo>
                    <a:pt x="49" y="1852"/>
                  </a:lnTo>
                  <a:lnTo>
                    <a:pt x="24" y="1681"/>
                  </a:lnTo>
                  <a:lnTo>
                    <a:pt x="0" y="1511"/>
                  </a:lnTo>
                  <a:lnTo>
                    <a:pt x="0" y="1511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425" name="Shape 584">
            <a:extLst>
              <a:ext uri="{FF2B5EF4-FFF2-40B4-BE49-F238E27FC236}">
                <a16:creationId xmlns:a16="http://schemas.microsoft.com/office/drawing/2014/main" id="{76B627DF-C229-40B7-8239-52A379CC28EC}"/>
              </a:ext>
            </a:extLst>
          </p:cNvPr>
          <p:cNvGrpSpPr/>
          <p:nvPr/>
        </p:nvGrpSpPr>
        <p:grpSpPr>
          <a:xfrm>
            <a:off x="9099969" y="2591039"/>
            <a:ext cx="124254" cy="361392"/>
            <a:chOff x="4071800" y="2269925"/>
            <a:chExt cx="172925" cy="502950"/>
          </a:xfrm>
          <a:solidFill>
            <a:srgbClr val="00B050"/>
          </a:solidFill>
        </p:grpSpPr>
        <p:sp>
          <p:nvSpPr>
            <p:cNvPr id="426" name="Shape 585">
              <a:extLst>
                <a:ext uri="{FF2B5EF4-FFF2-40B4-BE49-F238E27FC236}">
                  <a16:creationId xmlns:a16="http://schemas.microsoft.com/office/drawing/2014/main" id="{EF4595F7-7A56-4CAA-A144-A281852198C6}"/>
                </a:ext>
              </a:extLst>
            </p:cNvPr>
            <p:cNvSpPr/>
            <p:nvPr/>
          </p:nvSpPr>
          <p:spPr>
            <a:xfrm>
              <a:off x="4118075" y="2269925"/>
              <a:ext cx="80375" cy="91350"/>
            </a:xfrm>
            <a:custGeom>
              <a:avLst/>
              <a:gdLst/>
              <a:ahLst/>
              <a:cxnLst/>
              <a:rect l="0" t="0" r="0" b="0"/>
              <a:pathLst>
                <a:path w="3215" h="3654" fill="none" extrusionOk="0">
                  <a:moveTo>
                    <a:pt x="0" y="1657"/>
                  </a:moveTo>
                  <a:lnTo>
                    <a:pt x="0" y="1657"/>
                  </a:lnTo>
                  <a:lnTo>
                    <a:pt x="0" y="1462"/>
                  </a:lnTo>
                  <a:lnTo>
                    <a:pt x="24" y="1291"/>
                  </a:lnTo>
                  <a:lnTo>
                    <a:pt x="73" y="1121"/>
                  </a:lnTo>
                  <a:lnTo>
                    <a:pt x="122" y="975"/>
                  </a:lnTo>
                  <a:lnTo>
                    <a:pt x="195" y="829"/>
                  </a:lnTo>
                  <a:lnTo>
                    <a:pt x="268" y="682"/>
                  </a:lnTo>
                  <a:lnTo>
                    <a:pt x="365" y="561"/>
                  </a:lnTo>
                  <a:lnTo>
                    <a:pt x="463" y="439"/>
                  </a:lnTo>
                  <a:lnTo>
                    <a:pt x="585" y="341"/>
                  </a:lnTo>
                  <a:lnTo>
                    <a:pt x="706" y="244"/>
                  </a:lnTo>
                  <a:lnTo>
                    <a:pt x="853" y="171"/>
                  </a:lnTo>
                  <a:lnTo>
                    <a:pt x="974" y="122"/>
                  </a:lnTo>
                  <a:lnTo>
                    <a:pt x="1120" y="74"/>
                  </a:lnTo>
                  <a:lnTo>
                    <a:pt x="1291" y="25"/>
                  </a:lnTo>
                  <a:lnTo>
                    <a:pt x="1437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778" y="0"/>
                  </a:lnTo>
                  <a:lnTo>
                    <a:pt x="1924" y="25"/>
                  </a:lnTo>
                  <a:lnTo>
                    <a:pt x="2095" y="74"/>
                  </a:lnTo>
                  <a:lnTo>
                    <a:pt x="2241" y="122"/>
                  </a:lnTo>
                  <a:lnTo>
                    <a:pt x="2363" y="171"/>
                  </a:lnTo>
                  <a:lnTo>
                    <a:pt x="2509" y="244"/>
                  </a:lnTo>
                  <a:lnTo>
                    <a:pt x="2630" y="341"/>
                  </a:lnTo>
                  <a:lnTo>
                    <a:pt x="2752" y="439"/>
                  </a:lnTo>
                  <a:lnTo>
                    <a:pt x="2850" y="561"/>
                  </a:lnTo>
                  <a:lnTo>
                    <a:pt x="2947" y="682"/>
                  </a:lnTo>
                  <a:lnTo>
                    <a:pt x="3020" y="829"/>
                  </a:lnTo>
                  <a:lnTo>
                    <a:pt x="3093" y="975"/>
                  </a:lnTo>
                  <a:lnTo>
                    <a:pt x="3142" y="1121"/>
                  </a:lnTo>
                  <a:lnTo>
                    <a:pt x="3191" y="1291"/>
                  </a:lnTo>
                  <a:lnTo>
                    <a:pt x="3215" y="1462"/>
                  </a:lnTo>
                  <a:lnTo>
                    <a:pt x="3215" y="1657"/>
                  </a:lnTo>
                  <a:lnTo>
                    <a:pt x="3215" y="1657"/>
                  </a:lnTo>
                  <a:lnTo>
                    <a:pt x="3215" y="1827"/>
                  </a:lnTo>
                  <a:lnTo>
                    <a:pt x="3191" y="2022"/>
                  </a:lnTo>
                  <a:lnTo>
                    <a:pt x="3142" y="2217"/>
                  </a:lnTo>
                  <a:lnTo>
                    <a:pt x="3093" y="2387"/>
                  </a:lnTo>
                  <a:lnTo>
                    <a:pt x="3020" y="2558"/>
                  </a:lnTo>
                  <a:lnTo>
                    <a:pt x="2947" y="2728"/>
                  </a:lnTo>
                  <a:lnTo>
                    <a:pt x="2850" y="2874"/>
                  </a:lnTo>
                  <a:lnTo>
                    <a:pt x="2752" y="3020"/>
                  </a:lnTo>
                  <a:lnTo>
                    <a:pt x="2630" y="3167"/>
                  </a:lnTo>
                  <a:lnTo>
                    <a:pt x="2509" y="3288"/>
                  </a:lnTo>
                  <a:lnTo>
                    <a:pt x="2363" y="3386"/>
                  </a:lnTo>
                  <a:lnTo>
                    <a:pt x="2241" y="3483"/>
                  </a:lnTo>
                  <a:lnTo>
                    <a:pt x="2095" y="3556"/>
                  </a:lnTo>
                  <a:lnTo>
                    <a:pt x="1924" y="3605"/>
                  </a:lnTo>
                  <a:lnTo>
                    <a:pt x="1778" y="3629"/>
                  </a:lnTo>
                  <a:lnTo>
                    <a:pt x="1608" y="3654"/>
                  </a:lnTo>
                  <a:lnTo>
                    <a:pt x="1608" y="3654"/>
                  </a:lnTo>
                  <a:lnTo>
                    <a:pt x="1437" y="3629"/>
                  </a:lnTo>
                  <a:lnTo>
                    <a:pt x="1291" y="3605"/>
                  </a:lnTo>
                  <a:lnTo>
                    <a:pt x="1120" y="3556"/>
                  </a:lnTo>
                  <a:lnTo>
                    <a:pt x="974" y="3483"/>
                  </a:lnTo>
                  <a:lnTo>
                    <a:pt x="853" y="3386"/>
                  </a:lnTo>
                  <a:lnTo>
                    <a:pt x="706" y="3288"/>
                  </a:lnTo>
                  <a:lnTo>
                    <a:pt x="585" y="3167"/>
                  </a:lnTo>
                  <a:lnTo>
                    <a:pt x="463" y="3020"/>
                  </a:lnTo>
                  <a:lnTo>
                    <a:pt x="365" y="2874"/>
                  </a:lnTo>
                  <a:lnTo>
                    <a:pt x="268" y="2728"/>
                  </a:lnTo>
                  <a:lnTo>
                    <a:pt x="195" y="2558"/>
                  </a:lnTo>
                  <a:lnTo>
                    <a:pt x="122" y="2387"/>
                  </a:lnTo>
                  <a:lnTo>
                    <a:pt x="73" y="2217"/>
                  </a:lnTo>
                  <a:lnTo>
                    <a:pt x="24" y="2022"/>
                  </a:lnTo>
                  <a:lnTo>
                    <a:pt x="0" y="1827"/>
                  </a:lnTo>
                  <a:lnTo>
                    <a:pt x="0" y="1657"/>
                  </a:lnTo>
                  <a:lnTo>
                    <a:pt x="0" y="1657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27" name="Shape 586">
              <a:extLst>
                <a:ext uri="{FF2B5EF4-FFF2-40B4-BE49-F238E27FC236}">
                  <a16:creationId xmlns:a16="http://schemas.microsoft.com/office/drawing/2014/main" id="{3C1F1468-14BF-45A9-B2A9-C0B450C170F7}"/>
                </a:ext>
              </a:extLst>
            </p:cNvPr>
            <p:cNvSpPr/>
            <p:nvPr/>
          </p:nvSpPr>
          <p:spPr>
            <a:xfrm>
              <a:off x="4071800" y="2372825"/>
              <a:ext cx="172925" cy="400050"/>
            </a:xfrm>
            <a:custGeom>
              <a:avLst/>
              <a:gdLst/>
              <a:ahLst/>
              <a:cxnLst/>
              <a:rect l="0" t="0" r="0" b="0"/>
              <a:pathLst>
                <a:path w="6917" h="16002" fill="none" extrusionOk="0">
                  <a:moveTo>
                    <a:pt x="4189" y="0"/>
                  </a:moveTo>
                  <a:lnTo>
                    <a:pt x="4189" y="0"/>
                  </a:lnTo>
                  <a:lnTo>
                    <a:pt x="4019" y="98"/>
                  </a:lnTo>
                  <a:lnTo>
                    <a:pt x="3848" y="147"/>
                  </a:lnTo>
                  <a:lnTo>
                    <a:pt x="3653" y="195"/>
                  </a:lnTo>
                  <a:lnTo>
                    <a:pt x="3459" y="220"/>
                  </a:lnTo>
                  <a:lnTo>
                    <a:pt x="3459" y="220"/>
                  </a:lnTo>
                  <a:lnTo>
                    <a:pt x="3264" y="195"/>
                  </a:lnTo>
                  <a:lnTo>
                    <a:pt x="3069" y="147"/>
                  </a:lnTo>
                  <a:lnTo>
                    <a:pt x="2898" y="98"/>
                  </a:lnTo>
                  <a:lnTo>
                    <a:pt x="2728" y="0"/>
                  </a:lnTo>
                  <a:lnTo>
                    <a:pt x="2728" y="0"/>
                  </a:lnTo>
                  <a:lnTo>
                    <a:pt x="2533" y="49"/>
                  </a:lnTo>
                  <a:lnTo>
                    <a:pt x="2338" y="122"/>
                  </a:lnTo>
                  <a:lnTo>
                    <a:pt x="2168" y="195"/>
                  </a:lnTo>
                  <a:lnTo>
                    <a:pt x="2022" y="293"/>
                  </a:lnTo>
                  <a:lnTo>
                    <a:pt x="1705" y="488"/>
                  </a:lnTo>
                  <a:lnTo>
                    <a:pt x="1437" y="755"/>
                  </a:lnTo>
                  <a:lnTo>
                    <a:pt x="1169" y="1072"/>
                  </a:lnTo>
                  <a:lnTo>
                    <a:pt x="950" y="1413"/>
                  </a:lnTo>
                  <a:lnTo>
                    <a:pt x="755" y="1803"/>
                  </a:lnTo>
                  <a:lnTo>
                    <a:pt x="585" y="2217"/>
                  </a:lnTo>
                  <a:lnTo>
                    <a:pt x="439" y="2704"/>
                  </a:lnTo>
                  <a:lnTo>
                    <a:pt x="317" y="3191"/>
                  </a:lnTo>
                  <a:lnTo>
                    <a:pt x="219" y="3727"/>
                  </a:lnTo>
                  <a:lnTo>
                    <a:pt x="146" y="4311"/>
                  </a:lnTo>
                  <a:lnTo>
                    <a:pt x="73" y="4896"/>
                  </a:lnTo>
                  <a:lnTo>
                    <a:pt x="24" y="5529"/>
                  </a:lnTo>
                  <a:lnTo>
                    <a:pt x="0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4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4"/>
                  </a:lnTo>
                  <a:lnTo>
                    <a:pt x="244" y="7502"/>
                  </a:lnTo>
                  <a:lnTo>
                    <a:pt x="317" y="7575"/>
                  </a:lnTo>
                  <a:lnTo>
                    <a:pt x="414" y="7624"/>
                  </a:lnTo>
                  <a:lnTo>
                    <a:pt x="487" y="7624"/>
                  </a:lnTo>
                  <a:lnTo>
                    <a:pt x="487" y="7624"/>
                  </a:lnTo>
                  <a:lnTo>
                    <a:pt x="633" y="7624"/>
                  </a:lnTo>
                  <a:lnTo>
                    <a:pt x="731" y="7575"/>
                  </a:lnTo>
                  <a:lnTo>
                    <a:pt x="804" y="7502"/>
                  </a:lnTo>
                  <a:lnTo>
                    <a:pt x="877" y="7404"/>
                  </a:lnTo>
                  <a:lnTo>
                    <a:pt x="926" y="7307"/>
                  </a:lnTo>
                  <a:lnTo>
                    <a:pt x="950" y="7161"/>
                  </a:lnTo>
                  <a:lnTo>
                    <a:pt x="974" y="6869"/>
                  </a:lnTo>
                  <a:lnTo>
                    <a:pt x="974" y="6869"/>
                  </a:lnTo>
                  <a:lnTo>
                    <a:pt x="999" y="6503"/>
                  </a:lnTo>
                  <a:lnTo>
                    <a:pt x="1023" y="6089"/>
                  </a:lnTo>
                  <a:lnTo>
                    <a:pt x="1145" y="5091"/>
                  </a:lnTo>
                  <a:lnTo>
                    <a:pt x="1291" y="4092"/>
                  </a:lnTo>
                  <a:lnTo>
                    <a:pt x="1364" y="3654"/>
                  </a:lnTo>
                  <a:lnTo>
                    <a:pt x="1461" y="3288"/>
                  </a:lnTo>
                  <a:lnTo>
                    <a:pt x="1461" y="3288"/>
                  </a:lnTo>
                  <a:lnTo>
                    <a:pt x="1413" y="3094"/>
                  </a:lnTo>
                  <a:lnTo>
                    <a:pt x="1388" y="2899"/>
                  </a:lnTo>
                  <a:lnTo>
                    <a:pt x="1388" y="2704"/>
                  </a:lnTo>
                  <a:lnTo>
                    <a:pt x="1413" y="2533"/>
                  </a:lnTo>
                  <a:lnTo>
                    <a:pt x="1437" y="2387"/>
                  </a:lnTo>
                  <a:lnTo>
                    <a:pt x="1510" y="2241"/>
                  </a:lnTo>
                  <a:lnTo>
                    <a:pt x="1583" y="2119"/>
                  </a:lnTo>
                  <a:lnTo>
                    <a:pt x="1656" y="2046"/>
                  </a:lnTo>
                  <a:lnTo>
                    <a:pt x="1656" y="2046"/>
                  </a:lnTo>
                  <a:lnTo>
                    <a:pt x="1583" y="2144"/>
                  </a:lnTo>
                  <a:lnTo>
                    <a:pt x="1534" y="2290"/>
                  </a:lnTo>
                  <a:lnTo>
                    <a:pt x="1486" y="2485"/>
                  </a:lnTo>
                  <a:lnTo>
                    <a:pt x="1486" y="2680"/>
                  </a:lnTo>
                  <a:lnTo>
                    <a:pt x="1510" y="2874"/>
                  </a:lnTo>
                  <a:lnTo>
                    <a:pt x="1559" y="3069"/>
                  </a:lnTo>
                  <a:lnTo>
                    <a:pt x="1608" y="3167"/>
                  </a:lnTo>
                  <a:lnTo>
                    <a:pt x="1681" y="3264"/>
                  </a:lnTo>
                  <a:lnTo>
                    <a:pt x="1754" y="3337"/>
                  </a:lnTo>
                  <a:lnTo>
                    <a:pt x="1851" y="3410"/>
                  </a:lnTo>
                  <a:lnTo>
                    <a:pt x="1851" y="3410"/>
                  </a:lnTo>
                  <a:lnTo>
                    <a:pt x="1900" y="3775"/>
                  </a:lnTo>
                  <a:lnTo>
                    <a:pt x="1924" y="3970"/>
                  </a:lnTo>
                  <a:lnTo>
                    <a:pt x="1949" y="4190"/>
                  </a:lnTo>
                  <a:lnTo>
                    <a:pt x="1924" y="4433"/>
                  </a:lnTo>
                  <a:lnTo>
                    <a:pt x="1900" y="4725"/>
                  </a:lnTo>
                  <a:lnTo>
                    <a:pt x="1827" y="5018"/>
                  </a:lnTo>
                  <a:lnTo>
                    <a:pt x="1705" y="5383"/>
                  </a:lnTo>
                  <a:lnTo>
                    <a:pt x="1705" y="5383"/>
                  </a:lnTo>
                  <a:lnTo>
                    <a:pt x="1510" y="5894"/>
                  </a:lnTo>
                  <a:lnTo>
                    <a:pt x="1364" y="6381"/>
                  </a:lnTo>
                  <a:lnTo>
                    <a:pt x="1267" y="6820"/>
                  </a:lnTo>
                  <a:lnTo>
                    <a:pt x="1218" y="7210"/>
                  </a:lnTo>
                  <a:lnTo>
                    <a:pt x="1169" y="7599"/>
                  </a:lnTo>
                  <a:lnTo>
                    <a:pt x="1169" y="7989"/>
                  </a:lnTo>
                  <a:lnTo>
                    <a:pt x="1194" y="8793"/>
                  </a:lnTo>
                  <a:lnTo>
                    <a:pt x="1194" y="8793"/>
                  </a:lnTo>
                  <a:lnTo>
                    <a:pt x="1242" y="9962"/>
                  </a:lnTo>
                  <a:lnTo>
                    <a:pt x="1291" y="11131"/>
                  </a:lnTo>
                  <a:lnTo>
                    <a:pt x="1315" y="13201"/>
                  </a:lnTo>
                  <a:lnTo>
                    <a:pt x="1340" y="14686"/>
                  </a:lnTo>
                  <a:lnTo>
                    <a:pt x="1340" y="15271"/>
                  </a:lnTo>
                  <a:lnTo>
                    <a:pt x="1340" y="15271"/>
                  </a:lnTo>
                  <a:lnTo>
                    <a:pt x="1364" y="15490"/>
                  </a:lnTo>
                  <a:lnTo>
                    <a:pt x="1413" y="15661"/>
                  </a:lnTo>
                  <a:lnTo>
                    <a:pt x="1486" y="15782"/>
                  </a:lnTo>
                  <a:lnTo>
                    <a:pt x="1583" y="15880"/>
                  </a:lnTo>
                  <a:lnTo>
                    <a:pt x="1656" y="15953"/>
                  </a:lnTo>
                  <a:lnTo>
                    <a:pt x="1729" y="15977"/>
                  </a:lnTo>
                  <a:lnTo>
                    <a:pt x="1827" y="16002"/>
                  </a:lnTo>
                  <a:lnTo>
                    <a:pt x="1827" y="16002"/>
                  </a:lnTo>
                  <a:lnTo>
                    <a:pt x="1949" y="16002"/>
                  </a:lnTo>
                  <a:lnTo>
                    <a:pt x="2070" y="15953"/>
                  </a:lnTo>
                  <a:lnTo>
                    <a:pt x="2168" y="15904"/>
                  </a:lnTo>
                  <a:lnTo>
                    <a:pt x="2241" y="15831"/>
                  </a:lnTo>
                  <a:lnTo>
                    <a:pt x="2314" y="15758"/>
                  </a:lnTo>
                  <a:lnTo>
                    <a:pt x="2387" y="15636"/>
                  </a:lnTo>
                  <a:lnTo>
                    <a:pt x="2411" y="15490"/>
                  </a:lnTo>
                  <a:lnTo>
                    <a:pt x="2460" y="15344"/>
                  </a:lnTo>
                  <a:lnTo>
                    <a:pt x="3142" y="8525"/>
                  </a:lnTo>
                  <a:lnTo>
                    <a:pt x="3142" y="8525"/>
                  </a:lnTo>
                  <a:lnTo>
                    <a:pt x="3142" y="8427"/>
                  </a:lnTo>
                  <a:lnTo>
                    <a:pt x="3191" y="8257"/>
                  </a:lnTo>
                  <a:lnTo>
                    <a:pt x="3239" y="8159"/>
                  </a:lnTo>
                  <a:lnTo>
                    <a:pt x="3288" y="8062"/>
                  </a:lnTo>
                  <a:lnTo>
                    <a:pt x="3361" y="7989"/>
                  </a:lnTo>
                  <a:lnTo>
                    <a:pt x="3459" y="7965"/>
                  </a:lnTo>
                  <a:lnTo>
                    <a:pt x="3459" y="7965"/>
                  </a:lnTo>
                  <a:lnTo>
                    <a:pt x="3556" y="7989"/>
                  </a:lnTo>
                  <a:lnTo>
                    <a:pt x="3629" y="8062"/>
                  </a:lnTo>
                  <a:lnTo>
                    <a:pt x="3678" y="8159"/>
                  </a:lnTo>
                  <a:lnTo>
                    <a:pt x="3726" y="8257"/>
                  </a:lnTo>
                  <a:lnTo>
                    <a:pt x="3775" y="8427"/>
                  </a:lnTo>
                  <a:lnTo>
                    <a:pt x="3775" y="8525"/>
                  </a:lnTo>
                  <a:lnTo>
                    <a:pt x="4457" y="15344"/>
                  </a:lnTo>
                  <a:lnTo>
                    <a:pt x="4457" y="15344"/>
                  </a:lnTo>
                  <a:lnTo>
                    <a:pt x="4506" y="15490"/>
                  </a:lnTo>
                  <a:lnTo>
                    <a:pt x="4530" y="15636"/>
                  </a:lnTo>
                  <a:lnTo>
                    <a:pt x="4603" y="15758"/>
                  </a:lnTo>
                  <a:lnTo>
                    <a:pt x="4676" y="15831"/>
                  </a:lnTo>
                  <a:lnTo>
                    <a:pt x="4749" y="15904"/>
                  </a:lnTo>
                  <a:lnTo>
                    <a:pt x="4847" y="15953"/>
                  </a:lnTo>
                  <a:lnTo>
                    <a:pt x="4969" y="16002"/>
                  </a:lnTo>
                  <a:lnTo>
                    <a:pt x="5090" y="16002"/>
                  </a:lnTo>
                  <a:lnTo>
                    <a:pt x="5090" y="16002"/>
                  </a:lnTo>
                  <a:lnTo>
                    <a:pt x="5188" y="15977"/>
                  </a:lnTo>
                  <a:lnTo>
                    <a:pt x="5261" y="15953"/>
                  </a:lnTo>
                  <a:lnTo>
                    <a:pt x="5334" y="15880"/>
                  </a:lnTo>
                  <a:lnTo>
                    <a:pt x="5431" y="15782"/>
                  </a:lnTo>
                  <a:lnTo>
                    <a:pt x="5504" y="15661"/>
                  </a:lnTo>
                  <a:lnTo>
                    <a:pt x="5553" y="15490"/>
                  </a:lnTo>
                  <a:lnTo>
                    <a:pt x="5577" y="15271"/>
                  </a:lnTo>
                  <a:lnTo>
                    <a:pt x="5577" y="15271"/>
                  </a:lnTo>
                  <a:lnTo>
                    <a:pt x="5577" y="14686"/>
                  </a:lnTo>
                  <a:lnTo>
                    <a:pt x="5602" y="13201"/>
                  </a:lnTo>
                  <a:lnTo>
                    <a:pt x="5626" y="11131"/>
                  </a:lnTo>
                  <a:lnTo>
                    <a:pt x="5675" y="9962"/>
                  </a:lnTo>
                  <a:lnTo>
                    <a:pt x="5724" y="8793"/>
                  </a:lnTo>
                  <a:lnTo>
                    <a:pt x="5724" y="8793"/>
                  </a:lnTo>
                  <a:lnTo>
                    <a:pt x="5748" y="7989"/>
                  </a:lnTo>
                  <a:lnTo>
                    <a:pt x="5748" y="7599"/>
                  </a:lnTo>
                  <a:lnTo>
                    <a:pt x="5699" y="7210"/>
                  </a:lnTo>
                  <a:lnTo>
                    <a:pt x="5650" y="6820"/>
                  </a:lnTo>
                  <a:lnTo>
                    <a:pt x="5553" y="6381"/>
                  </a:lnTo>
                  <a:lnTo>
                    <a:pt x="5407" y="5894"/>
                  </a:lnTo>
                  <a:lnTo>
                    <a:pt x="5212" y="5383"/>
                  </a:lnTo>
                  <a:lnTo>
                    <a:pt x="5212" y="5383"/>
                  </a:lnTo>
                  <a:lnTo>
                    <a:pt x="5090" y="5018"/>
                  </a:lnTo>
                  <a:lnTo>
                    <a:pt x="5017" y="4725"/>
                  </a:lnTo>
                  <a:lnTo>
                    <a:pt x="4993" y="4433"/>
                  </a:lnTo>
                  <a:lnTo>
                    <a:pt x="4969" y="4190"/>
                  </a:lnTo>
                  <a:lnTo>
                    <a:pt x="4993" y="3970"/>
                  </a:lnTo>
                  <a:lnTo>
                    <a:pt x="5017" y="3775"/>
                  </a:lnTo>
                  <a:lnTo>
                    <a:pt x="5066" y="3410"/>
                  </a:lnTo>
                  <a:lnTo>
                    <a:pt x="5066" y="3410"/>
                  </a:lnTo>
                  <a:lnTo>
                    <a:pt x="5163" y="3337"/>
                  </a:lnTo>
                  <a:lnTo>
                    <a:pt x="5236" y="3264"/>
                  </a:lnTo>
                  <a:lnTo>
                    <a:pt x="5310" y="3167"/>
                  </a:lnTo>
                  <a:lnTo>
                    <a:pt x="5358" y="3069"/>
                  </a:lnTo>
                  <a:lnTo>
                    <a:pt x="5407" y="2874"/>
                  </a:lnTo>
                  <a:lnTo>
                    <a:pt x="5431" y="2680"/>
                  </a:lnTo>
                  <a:lnTo>
                    <a:pt x="5431" y="2485"/>
                  </a:lnTo>
                  <a:lnTo>
                    <a:pt x="5383" y="2290"/>
                  </a:lnTo>
                  <a:lnTo>
                    <a:pt x="5334" y="2144"/>
                  </a:lnTo>
                  <a:lnTo>
                    <a:pt x="5261" y="2046"/>
                  </a:lnTo>
                  <a:lnTo>
                    <a:pt x="5261" y="2046"/>
                  </a:lnTo>
                  <a:lnTo>
                    <a:pt x="5334" y="2119"/>
                  </a:lnTo>
                  <a:lnTo>
                    <a:pt x="5407" y="2241"/>
                  </a:lnTo>
                  <a:lnTo>
                    <a:pt x="5480" y="2387"/>
                  </a:lnTo>
                  <a:lnTo>
                    <a:pt x="5504" y="2533"/>
                  </a:lnTo>
                  <a:lnTo>
                    <a:pt x="5529" y="2704"/>
                  </a:lnTo>
                  <a:lnTo>
                    <a:pt x="5529" y="2899"/>
                  </a:lnTo>
                  <a:lnTo>
                    <a:pt x="5504" y="3094"/>
                  </a:lnTo>
                  <a:lnTo>
                    <a:pt x="5456" y="3288"/>
                  </a:lnTo>
                  <a:lnTo>
                    <a:pt x="5456" y="3288"/>
                  </a:lnTo>
                  <a:lnTo>
                    <a:pt x="5553" y="3654"/>
                  </a:lnTo>
                  <a:lnTo>
                    <a:pt x="5626" y="4092"/>
                  </a:lnTo>
                  <a:lnTo>
                    <a:pt x="5772" y="5091"/>
                  </a:lnTo>
                  <a:lnTo>
                    <a:pt x="5894" y="6089"/>
                  </a:lnTo>
                  <a:lnTo>
                    <a:pt x="5918" y="6503"/>
                  </a:lnTo>
                  <a:lnTo>
                    <a:pt x="5943" y="6869"/>
                  </a:lnTo>
                  <a:lnTo>
                    <a:pt x="5943" y="6869"/>
                  </a:lnTo>
                  <a:lnTo>
                    <a:pt x="5967" y="7161"/>
                  </a:lnTo>
                  <a:lnTo>
                    <a:pt x="5991" y="7307"/>
                  </a:lnTo>
                  <a:lnTo>
                    <a:pt x="6040" y="7404"/>
                  </a:lnTo>
                  <a:lnTo>
                    <a:pt x="6113" y="7502"/>
                  </a:lnTo>
                  <a:lnTo>
                    <a:pt x="6186" y="7575"/>
                  </a:lnTo>
                  <a:lnTo>
                    <a:pt x="6284" y="7624"/>
                  </a:lnTo>
                  <a:lnTo>
                    <a:pt x="6430" y="7624"/>
                  </a:lnTo>
                  <a:lnTo>
                    <a:pt x="6430" y="7624"/>
                  </a:lnTo>
                  <a:lnTo>
                    <a:pt x="6503" y="7624"/>
                  </a:lnTo>
                  <a:lnTo>
                    <a:pt x="6600" y="7575"/>
                  </a:lnTo>
                  <a:lnTo>
                    <a:pt x="6673" y="7502"/>
                  </a:lnTo>
                  <a:lnTo>
                    <a:pt x="6746" y="7404"/>
                  </a:lnTo>
                  <a:lnTo>
                    <a:pt x="6820" y="7307"/>
                  </a:lnTo>
                  <a:lnTo>
                    <a:pt x="6868" y="7161"/>
                  </a:lnTo>
                  <a:lnTo>
                    <a:pt x="6893" y="7015"/>
                  </a:lnTo>
                  <a:lnTo>
                    <a:pt x="6917" y="6869"/>
                  </a:lnTo>
                  <a:lnTo>
                    <a:pt x="6917" y="6869"/>
                  </a:lnTo>
                  <a:lnTo>
                    <a:pt x="6917" y="6187"/>
                  </a:lnTo>
                  <a:lnTo>
                    <a:pt x="6893" y="5529"/>
                  </a:lnTo>
                  <a:lnTo>
                    <a:pt x="6844" y="4896"/>
                  </a:lnTo>
                  <a:lnTo>
                    <a:pt x="6771" y="4311"/>
                  </a:lnTo>
                  <a:lnTo>
                    <a:pt x="6698" y="3727"/>
                  </a:lnTo>
                  <a:lnTo>
                    <a:pt x="6600" y="3191"/>
                  </a:lnTo>
                  <a:lnTo>
                    <a:pt x="6479" y="2704"/>
                  </a:lnTo>
                  <a:lnTo>
                    <a:pt x="6332" y="2217"/>
                  </a:lnTo>
                  <a:lnTo>
                    <a:pt x="6162" y="1803"/>
                  </a:lnTo>
                  <a:lnTo>
                    <a:pt x="5967" y="1413"/>
                  </a:lnTo>
                  <a:lnTo>
                    <a:pt x="5748" y="1072"/>
                  </a:lnTo>
                  <a:lnTo>
                    <a:pt x="5480" y="755"/>
                  </a:lnTo>
                  <a:lnTo>
                    <a:pt x="5212" y="488"/>
                  </a:lnTo>
                  <a:lnTo>
                    <a:pt x="4895" y="293"/>
                  </a:lnTo>
                  <a:lnTo>
                    <a:pt x="4749" y="195"/>
                  </a:lnTo>
                  <a:lnTo>
                    <a:pt x="4579" y="122"/>
                  </a:lnTo>
                  <a:lnTo>
                    <a:pt x="4384" y="49"/>
                  </a:lnTo>
                  <a:lnTo>
                    <a:pt x="4189" y="0"/>
                  </a:lnTo>
                  <a:lnTo>
                    <a:pt x="4189" y="0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428" name="Shape 587">
            <a:extLst>
              <a:ext uri="{FF2B5EF4-FFF2-40B4-BE49-F238E27FC236}">
                <a16:creationId xmlns:a16="http://schemas.microsoft.com/office/drawing/2014/main" id="{B487F54C-F990-4EAE-AAC8-1285334DD8BD}"/>
              </a:ext>
            </a:extLst>
          </p:cNvPr>
          <p:cNvSpPr/>
          <p:nvPr/>
        </p:nvSpPr>
        <p:spPr>
          <a:xfrm>
            <a:off x="10142590" y="2635639"/>
            <a:ext cx="273893" cy="288766"/>
          </a:xfrm>
          <a:custGeom>
            <a:avLst/>
            <a:gdLst/>
            <a:ahLst/>
            <a:cxnLst/>
            <a:rect l="0" t="0" r="0" b="0"/>
            <a:pathLst>
              <a:path w="15247" h="16075" fill="none" extrusionOk="0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solidFill>
            <a:srgbClr val="00B050"/>
          </a:solidFill>
          <a:ln w="12175" cap="rnd" cmpd="sng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429" name="Shape 588">
            <a:extLst>
              <a:ext uri="{FF2B5EF4-FFF2-40B4-BE49-F238E27FC236}">
                <a16:creationId xmlns:a16="http://schemas.microsoft.com/office/drawing/2014/main" id="{BC41472D-98CC-4544-B5B8-794F69E811BA}"/>
              </a:ext>
            </a:extLst>
          </p:cNvPr>
          <p:cNvGrpSpPr/>
          <p:nvPr/>
        </p:nvGrpSpPr>
        <p:grpSpPr>
          <a:xfrm>
            <a:off x="10697674" y="2641699"/>
            <a:ext cx="295772" cy="278275"/>
            <a:chOff x="5972700" y="2330200"/>
            <a:chExt cx="411625" cy="387275"/>
          </a:xfrm>
          <a:solidFill>
            <a:srgbClr val="00B050"/>
          </a:solidFill>
        </p:grpSpPr>
        <p:sp>
          <p:nvSpPr>
            <p:cNvPr id="430" name="Shape 589">
              <a:extLst>
                <a:ext uri="{FF2B5EF4-FFF2-40B4-BE49-F238E27FC236}">
                  <a16:creationId xmlns:a16="http://schemas.microsoft.com/office/drawing/2014/main" id="{03BB6561-3950-4639-89D9-039F36F8DC00}"/>
                </a:ext>
              </a:extLst>
            </p:cNvPr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0" t="0" r="0" b="0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31" name="Shape 590">
              <a:extLst>
                <a:ext uri="{FF2B5EF4-FFF2-40B4-BE49-F238E27FC236}">
                  <a16:creationId xmlns:a16="http://schemas.microsoft.com/office/drawing/2014/main" id="{DA81F5B7-0F44-4983-9271-2BE97C9A76A6}"/>
                </a:ext>
              </a:extLst>
            </p:cNvPr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0" t="0" r="0" b="0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432" name="Shape 591">
            <a:extLst>
              <a:ext uri="{FF2B5EF4-FFF2-40B4-BE49-F238E27FC236}">
                <a16:creationId xmlns:a16="http://schemas.microsoft.com/office/drawing/2014/main" id="{82FFF94C-7802-431B-A49D-A6933848E9D2}"/>
              </a:ext>
            </a:extLst>
          </p:cNvPr>
          <p:cNvGrpSpPr/>
          <p:nvPr/>
        </p:nvGrpSpPr>
        <p:grpSpPr>
          <a:xfrm>
            <a:off x="6292972" y="3169828"/>
            <a:ext cx="93644" cy="341273"/>
            <a:chOff x="732125" y="2958550"/>
            <a:chExt cx="130325" cy="474950"/>
          </a:xfrm>
          <a:solidFill>
            <a:srgbClr val="00B050"/>
          </a:solidFill>
        </p:grpSpPr>
        <p:sp>
          <p:nvSpPr>
            <p:cNvPr id="433" name="Shape 592">
              <a:extLst>
                <a:ext uri="{FF2B5EF4-FFF2-40B4-BE49-F238E27FC236}">
                  <a16:creationId xmlns:a16="http://schemas.microsoft.com/office/drawing/2014/main" id="{1CA0C0D0-35C7-4E26-9102-7D73A491B853}"/>
                </a:ext>
              </a:extLst>
            </p:cNvPr>
            <p:cNvSpPr/>
            <p:nvPr/>
          </p:nvSpPr>
          <p:spPr>
            <a:xfrm>
              <a:off x="732125" y="2958550"/>
              <a:ext cx="130325" cy="474950"/>
            </a:xfrm>
            <a:custGeom>
              <a:avLst/>
              <a:gdLst/>
              <a:ahLst/>
              <a:cxnLst/>
              <a:rect l="0" t="0" r="0" b="0"/>
              <a:pathLst>
                <a:path w="5213" h="18998" fill="none" extrusionOk="0">
                  <a:moveTo>
                    <a:pt x="4336" y="14443"/>
                  </a:moveTo>
                  <a:lnTo>
                    <a:pt x="4336" y="1754"/>
                  </a:lnTo>
                  <a:lnTo>
                    <a:pt x="4336" y="1754"/>
                  </a:lnTo>
                  <a:lnTo>
                    <a:pt x="4336" y="1584"/>
                  </a:lnTo>
                  <a:lnTo>
                    <a:pt x="4311" y="1389"/>
                  </a:lnTo>
                  <a:lnTo>
                    <a:pt x="4262" y="1243"/>
                  </a:lnTo>
                  <a:lnTo>
                    <a:pt x="4214" y="1073"/>
                  </a:lnTo>
                  <a:lnTo>
                    <a:pt x="4141" y="926"/>
                  </a:lnTo>
                  <a:lnTo>
                    <a:pt x="4043" y="780"/>
                  </a:lnTo>
                  <a:lnTo>
                    <a:pt x="3946" y="634"/>
                  </a:lnTo>
                  <a:lnTo>
                    <a:pt x="3824" y="512"/>
                  </a:lnTo>
                  <a:lnTo>
                    <a:pt x="3702" y="415"/>
                  </a:lnTo>
                  <a:lnTo>
                    <a:pt x="3580" y="318"/>
                  </a:lnTo>
                  <a:lnTo>
                    <a:pt x="3434" y="220"/>
                  </a:lnTo>
                  <a:lnTo>
                    <a:pt x="3288" y="147"/>
                  </a:lnTo>
                  <a:lnTo>
                    <a:pt x="3118" y="98"/>
                  </a:lnTo>
                  <a:lnTo>
                    <a:pt x="2947" y="50"/>
                  </a:lnTo>
                  <a:lnTo>
                    <a:pt x="2777" y="25"/>
                  </a:lnTo>
                  <a:lnTo>
                    <a:pt x="2606" y="1"/>
                  </a:lnTo>
                  <a:lnTo>
                    <a:pt x="2606" y="1"/>
                  </a:lnTo>
                  <a:lnTo>
                    <a:pt x="2436" y="25"/>
                  </a:lnTo>
                  <a:lnTo>
                    <a:pt x="2265" y="50"/>
                  </a:lnTo>
                  <a:lnTo>
                    <a:pt x="2095" y="98"/>
                  </a:lnTo>
                  <a:lnTo>
                    <a:pt x="1924" y="147"/>
                  </a:lnTo>
                  <a:lnTo>
                    <a:pt x="1778" y="220"/>
                  </a:lnTo>
                  <a:lnTo>
                    <a:pt x="1632" y="318"/>
                  </a:lnTo>
                  <a:lnTo>
                    <a:pt x="1510" y="415"/>
                  </a:lnTo>
                  <a:lnTo>
                    <a:pt x="1389" y="512"/>
                  </a:lnTo>
                  <a:lnTo>
                    <a:pt x="1267" y="634"/>
                  </a:lnTo>
                  <a:lnTo>
                    <a:pt x="1169" y="780"/>
                  </a:lnTo>
                  <a:lnTo>
                    <a:pt x="1072" y="926"/>
                  </a:lnTo>
                  <a:lnTo>
                    <a:pt x="999" y="1073"/>
                  </a:lnTo>
                  <a:lnTo>
                    <a:pt x="950" y="1243"/>
                  </a:lnTo>
                  <a:lnTo>
                    <a:pt x="901" y="1389"/>
                  </a:lnTo>
                  <a:lnTo>
                    <a:pt x="877" y="1584"/>
                  </a:lnTo>
                  <a:lnTo>
                    <a:pt x="877" y="1754"/>
                  </a:lnTo>
                  <a:lnTo>
                    <a:pt x="877" y="14443"/>
                  </a:lnTo>
                  <a:lnTo>
                    <a:pt x="877" y="14443"/>
                  </a:lnTo>
                  <a:lnTo>
                    <a:pt x="682" y="14638"/>
                  </a:lnTo>
                  <a:lnTo>
                    <a:pt x="512" y="14833"/>
                  </a:lnTo>
                  <a:lnTo>
                    <a:pt x="366" y="15052"/>
                  </a:lnTo>
                  <a:lnTo>
                    <a:pt x="244" y="15296"/>
                  </a:lnTo>
                  <a:lnTo>
                    <a:pt x="146" y="15564"/>
                  </a:lnTo>
                  <a:lnTo>
                    <a:pt x="73" y="15832"/>
                  </a:lnTo>
                  <a:lnTo>
                    <a:pt x="25" y="16100"/>
                  </a:lnTo>
                  <a:lnTo>
                    <a:pt x="0" y="16392"/>
                  </a:lnTo>
                  <a:lnTo>
                    <a:pt x="0" y="16392"/>
                  </a:lnTo>
                  <a:lnTo>
                    <a:pt x="25" y="16635"/>
                  </a:lnTo>
                  <a:lnTo>
                    <a:pt x="49" y="16903"/>
                  </a:lnTo>
                  <a:lnTo>
                    <a:pt x="122" y="17147"/>
                  </a:lnTo>
                  <a:lnTo>
                    <a:pt x="195" y="17390"/>
                  </a:lnTo>
                  <a:lnTo>
                    <a:pt x="317" y="17634"/>
                  </a:lnTo>
                  <a:lnTo>
                    <a:pt x="439" y="17829"/>
                  </a:lnTo>
                  <a:lnTo>
                    <a:pt x="609" y="18048"/>
                  </a:lnTo>
                  <a:lnTo>
                    <a:pt x="755" y="18218"/>
                  </a:lnTo>
                  <a:lnTo>
                    <a:pt x="950" y="18389"/>
                  </a:lnTo>
                  <a:lnTo>
                    <a:pt x="1145" y="18535"/>
                  </a:lnTo>
                  <a:lnTo>
                    <a:pt x="1364" y="18681"/>
                  </a:lnTo>
                  <a:lnTo>
                    <a:pt x="1583" y="18779"/>
                  </a:lnTo>
                  <a:lnTo>
                    <a:pt x="1827" y="18876"/>
                  </a:lnTo>
                  <a:lnTo>
                    <a:pt x="2070" y="18925"/>
                  </a:lnTo>
                  <a:lnTo>
                    <a:pt x="2338" y="18973"/>
                  </a:lnTo>
                  <a:lnTo>
                    <a:pt x="2606" y="18998"/>
                  </a:lnTo>
                  <a:lnTo>
                    <a:pt x="2606" y="18998"/>
                  </a:lnTo>
                  <a:lnTo>
                    <a:pt x="2874" y="18973"/>
                  </a:lnTo>
                  <a:lnTo>
                    <a:pt x="3142" y="18925"/>
                  </a:lnTo>
                  <a:lnTo>
                    <a:pt x="3386" y="18876"/>
                  </a:lnTo>
                  <a:lnTo>
                    <a:pt x="3629" y="18779"/>
                  </a:lnTo>
                  <a:lnTo>
                    <a:pt x="3848" y="18681"/>
                  </a:lnTo>
                  <a:lnTo>
                    <a:pt x="4068" y="18535"/>
                  </a:lnTo>
                  <a:lnTo>
                    <a:pt x="4262" y="18389"/>
                  </a:lnTo>
                  <a:lnTo>
                    <a:pt x="4457" y="18218"/>
                  </a:lnTo>
                  <a:lnTo>
                    <a:pt x="4603" y="18048"/>
                  </a:lnTo>
                  <a:lnTo>
                    <a:pt x="4774" y="17829"/>
                  </a:lnTo>
                  <a:lnTo>
                    <a:pt x="4896" y="17634"/>
                  </a:lnTo>
                  <a:lnTo>
                    <a:pt x="5017" y="17390"/>
                  </a:lnTo>
                  <a:lnTo>
                    <a:pt x="5091" y="17147"/>
                  </a:lnTo>
                  <a:lnTo>
                    <a:pt x="5164" y="16903"/>
                  </a:lnTo>
                  <a:lnTo>
                    <a:pt x="5188" y="16635"/>
                  </a:lnTo>
                  <a:lnTo>
                    <a:pt x="5212" y="16392"/>
                  </a:lnTo>
                  <a:lnTo>
                    <a:pt x="5212" y="16392"/>
                  </a:lnTo>
                  <a:lnTo>
                    <a:pt x="5188" y="16100"/>
                  </a:lnTo>
                  <a:lnTo>
                    <a:pt x="5139" y="15832"/>
                  </a:lnTo>
                  <a:lnTo>
                    <a:pt x="5066" y="15564"/>
                  </a:lnTo>
                  <a:lnTo>
                    <a:pt x="4969" y="15296"/>
                  </a:lnTo>
                  <a:lnTo>
                    <a:pt x="4847" y="15052"/>
                  </a:lnTo>
                  <a:lnTo>
                    <a:pt x="4701" y="14833"/>
                  </a:lnTo>
                  <a:lnTo>
                    <a:pt x="4530" y="14638"/>
                  </a:lnTo>
                  <a:lnTo>
                    <a:pt x="4336" y="14443"/>
                  </a:lnTo>
                  <a:lnTo>
                    <a:pt x="4336" y="14443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34" name="Shape 593">
              <a:extLst>
                <a:ext uri="{FF2B5EF4-FFF2-40B4-BE49-F238E27FC236}">
                  <a16:creationId xmlns:a16="http://schemas.microsoft.com/office/drawing/2014/main" id="{0B4BFD17-3B1C-4C33-9E59-D5E565478AEF}"/>
                </a:ext>
              </a:extLst>
            </p:cNvPr>
            <p:cNvSpPr/>
            <p:nvPr/>
          </p:nvSpPr>
          <p:spPr>
            <a:xfrm>
              <a:off x="756475" y="3090675"/>
              <a:ext cx="81625" cy="318475"/>
            </a:xfrm>
            <a:custGeom>
              <a:avLst/>
              <a:gdLst/>
              <a:ahLst/>
              <a:cxnLst/>
              <a:rect l="0" t="0" r="0" b="0"/>
              <a:pathLst>
                <a:path w="3265" h="12739" fill="none" extrusionOk="0">
                  <a:moveTo>
                    <a:pt x="2387" y="1"/>
                  </a:moveTo>
                  <a:lnTo>
                    <a:pt x="877" y="1"/>
                  </a:lnTo>
                  <a:lnTo>
                    <a:pt x="877" y="9158"/>
                  </a:lnTo>
                  <a:lnTo>
                    <a:pt x="877" y="9158"/>
                  </a:lnTo>
                  <a:lnTo>
                    <a:pt x="853" y="9353"/>
                  </a:lnTo>
                  <a:lnTo>
                    <a:pt x="780" y="9548"/>
                  </a:lnTo>
                  <a:lnTo>
                    <a:pt x="682" y="9719"/>
                  </a:lnTo>
                  <a:lnTo>
                    <a:pt x="536" y="9889"/>
                  </a:lnTo>
                  <a:lnTo>
                    <a:pt x="536" y="9889"/>
                  </a:lnTo>
                  <a:lnTo>
                    <a:pt x="415" y="10011"/>
                  </a:lnTo>
                  <a:lnTo>
                    <a:pt x="317" y="10133"/>
                  </a:lnTo>
                  <a:lnTo>
                    <a:pt x="220" y="10279"/>
                  </a:lnTo>
                  <a:lnTo>
                    <a:pt x="147" y="10425"/>
                  </a:lnTo>
                  <a:lnTo>
                    <a:pt x="74" y="10595"/>
                  </a:lnTo>
                  <a:lnTo>
                    <a:pt x="49" y="10766"/>
                  </a:lnTo>
                  <a:lnTo>
                    <a:pt x="1" y="10936"/>
                  </a:lnTo>
                  <a:lnTo>
                    <a:pt x="1" y="11107"/>
                  </a:lnTo>
                  <a:lnTo>
                    <a:pt x="1" y="11107"/>
                  </a:lnTo>
                  <a:lnTo>
                    <a:pt x="1" y="11253"/>
                  </a:lnTo>
                  <a:lnTo>
                    <a:pt x="25" y="11423"/>
                  </a:lnTo>
                  <a:lnTo>
                    <a:pt x="74" y="11570"/>
                  </a:lnTo>
                  <a:lnTo>
                    <a:pt x="122" y="11740"/>
                  </a:lnTo>
                  <a:lnTo>
                    <a:pt x="195" y="11862"/>
                  </a:lnTo>
                  <a:lnTo>
                    <a:pt x="293" y="12008"/>
                  </a:lnTo>
                  <a:lnTo>
                    <a:pt x="366" y="12130"/>
                  </a:lnTo>
                  <a:lnTo>
                    <a:pt x="488" y="12251"/>
                  </a:lnTo>
                  <a:lnTo>
                    <a:pt x="585" y="12349"/>
                  </a:lnTo>
                  <a:lnTo>
                    <a:pt x="731" y="12446"/>
                  </a:lnTo>
                  <a:lnTo>
                    <a:pt x="853" y="12519"/>
                  </a:lnTo>
                  <a:lnTo>
                    <a:pt x="999" y="12592"/>
                  </a:lnTo>
                  <a:lnTo>
                    <a:pt x="1145" y="12666"/>
                  </a:lnTo>
                  <a:lnTo>
                    <a:pt x="1316" y="12690"/>
                  </a:lnTo>
                  <a:lnTo>
                    <a:pt x="1462" y="12714"/>
                  </a:lnTo>
                  <a:lnTo>
                    <a:pt x="1632" y="12739"/>
                  </a:lnTo>
                  <a:lnTo>
                    <a:pt x="1632" y="12739"/>
                  </a:lnTo>
                  <a:lnTo>
                    <a:pt x="1803" y="12714"/>
                  </a:lnTo>
                  <a:lnTo>
                    <a:pt x="1949" y="12690"/>
                  </a:lnTo>
                  <a:lnTo>
                    <a:pt x="2119" y="12666"/>
                  </a:lnTo>
                  <a:lnTo>
                    <a:pt x="2266" y="12592"/>
                  </a:lnTo>
                  <a:lnTo>
                    <a:pt x="2412" y="12519"/>
                  </a:lnTo>
                  <a:lnTo>
                    <a:pt x="2533" y="12446"/>
                  </a:lnTo>
                  <a:lnTo>
                    <a:pt x="2680" y="12349"/>
                  </a:lnTo>
                  <a:lnTo>
                    <a:pt x="2777" y="12251"/>
                  </a:lnTo>
                  <a:lnTo>
                    <a:pt x="2899" y="12130"/>
                  </a:lnTo>
                  <a:lnTo>
                    <a:pt x="2972" y="12008"/>
                  </a:lnTo>
                  <a:lnTo>
                    <a:pt x="3069" y="11862"/>
                  </a:lnTo>
                  <a:lnTo>
                    <a:pt x="3142" y="11740"/>
                  </a:lnTo>
                  <a:lnTo>
                    <a:pt x="3191" y="11570"/>
                  </a:lnTo>
                  <a:lnTo>
                    <a:pt x="3240" y="11423"/>
                  </a:lnTo>
                  <a:lnTo>
                    <a:pt x="3264" y="11253"/>
                  </a:lnTo>
                  <a:lnTo>
                    <a:pt x="3264" y="11107"/>
                  </a:lnTo>
                  <a:lnTo>
                    <a:pt x="3264" y="11107"/>
                  </a:lnTo>
                  <a:lnTo>
                    <a:pt x="3264" y="10936"/>
                  </a:lnTo>
                  <a:lnTo>
                    <a:pt x="3215" y="10766"/>
                  </a:lnTo>
                  <a:lnTo>
                    <a:pt x="3191" y="10595"/>
                  </a:lnTo>
                  <a:lnTo>
                    <a:pt x="3118" y="10425"/>
                  </a:lnTo>
                  <a:lnTo>
                    <a:pt x="3045" y="10279"/>
                  </a:lnTo>
                  <a:lnTo>
                    <a:pt x="2947" y="10133"/>
                  </a:lnTo>
                  <a:lnTo>
                    <a:pt x="2850" y="10011"/>
                  </a:lnTo>
                  <a:lnTo>
                    <a:pt x="2728" y="9889"/>
                  </a:lnTo>
                  <a:lnTo>
                    <a:pt x="2728" y="9889"/>
                  </a:lnTo>
                  <a:lnTo>
                    <a:pt x="2582" y="9719"/>
                  </a:lnTo>
                  <a:lnTo>
                    <a:pt x="2485" y="9548"/>
                  </a:lnTo>
                  <a:lnTo>
                    <a:pt x="2412" y="9353"/>
                  </a:lnTo>
                  <a:lnTo>
                    <a:pt x="2387" y="9158"/>
                  </a:lnTo>
                  <a:lnTo>
                    <a:pt x="2387" y="1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35" name="Shape 594">
              <a:extLst>
                <a:ext uri="{FF2B5EF4-FFF2-40B4-BE49-F238E27FC236}">
                  <a16:creationId xmlns:a16="http://schemas.microsoft.com/office/drawing/2014/main" id="{274809F7-3B26-4118-952A-23B93E4CA8F0}"/>
                </a:ext>
              </a:extLst>
            </p:cNvPr>
            <p:cNvSpPr/>
            <p:nvPr/>
          </p:nvSpPr>
          <p:spPr>
            <a:xfrm>
              <a:off x="802750" y="3129050"/>
              <a:ext cx="13425" cy="25"/>
            </a:xfrm>
            <a:custGeom>
              <a:avLst/>
              <a:gdLst/>
              <a:ahLst/>
              <a:cxnLst/>
              <a:rect l="0" t="0" r="0" b="0"/>
              <a:pathLst>
                <a:path w="537" h="1" fill="none" extrusionOk="0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36" name="Shape 595">
              <a:extLst>
                <a:ext uri="{FF2B5EF4-FFF2-40B4-BE49-F238E27FC236}">
                  <a16:creationId xmlns:a16="http://schemas.microsoft.com/office/drawing/2014/main" id="{A358E1FD-B4B2-491A-A664-D5EDC3C6E782}"/>
                </a:ext>
              </a:extLst>
            </p:cNvPr>
            <p:cNvSpPr/>
            <p:nvPr/>
          </p:nvSpPr>
          <p:spPr>
            <a:xfrm>
              <a:off x="802750" y="3162525"/>
              <a:ext cx="13425" cy="25"/>
            </a:xfrm>
            <a:custGeom>
              <a:avLst/>
              <a:gdLst/>
              <a:ahLst/>
              <a:cxnLst/>
              <a:rect l="0" t="0" r="0" b="0"/>
              <a:pathLst>
                <a:path w="537" h="1" fill="none" extrusionOk="0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37" name="Shape 596">
              <a:extLst>
                <a:ext uri="{FF2B5EF4-FFF2-40B4-BE49-F238E27FC236}">
                  <a16:creationId xmlns:a16="http://schemas.microsoft.com/office/drawing/2014/main" id="{0EDD26DC-FD65-4C4E-AD21-181299F7B3B1}"/>
                </a:ext>
              </a:extLst>
            </p:cNvPr>
            <p:cNvSpPr/>
            <p:nvPr/>
          </p:nvSpPr>
          <p:spPr>
            <a:xfrm>
              <a:off x="802750" y="3196025"/>
              <a:ext cx="13425" cy="25"/>
            </a:xfrm>
            <a:custGeom>
              <a:avLst/>
              <a:gdLst/>
              <a:ahLst/>
              <a:cxnLst/>
              <a:rect l="0" t="0" r="0" b="0"/>
              <a:pathLst>
                <a:path w="537" h="1" fill="none" extrusionOk="0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38" name="Shape 597">
              <a:extLst>
                <a:ext uri="{FF2B5EF4-FFF2-40B4-BE49-F238E27FC236}">
                  <a16:creationId xmlns:a16="http://schemas.microsoft.com/office/drawing/2014/main" id="{E72EA5CE-E4D3-4943-8D2B-F74DB9A1D3A7}"/>
                </a:ext>
              </a:extLst>
            </p:cNvPr>
            <p:cNvSpPr/>
            <p:nvPr/>
          </p:nvSpPr>
          <p:spPr>
            <a:xfrm>
              <a:off x="802750" y="3229500"/>
              <a:ext cx="13425" cy="25"/>
            </a:xfrm>
            <a:custGeom>
              <a:avLst/>
              <a:gdLst/>
              <a:ahLst/>
              <a:cxnLst/>
              <a:rect l="0" t="0" r="0" b="0"/>
              <a:pathLst>
                <a:path w="537" h="1" fill="none" extrusionOk="0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39" name="Shape 598">
              <a:extLst>
                <a:ext uri="{FF2B5EF4-FFF2-40B4-BE49-F238E27FC236}">
                  <a16:creationId xmlns:a16="http://schemas.microsoft.com/office/drawing/2014/main" id="{3A242038-7C92-4A98-9528-BB104AF79114}"/>
                </a:ext>
              </a:extLst>
            </p:cNvPr>
            <p:cNvSpPr/>
            <p:nvPr/>
          </p:nvSpPr>
          <p:spPr>
            <a:xfrm>
              <a:off x="802750" y="3263000"/>
              <a:ext cx="13425" cy="25"/>
            </a:xfrm>
            <a:custGeom>
              <a:avLst/>
              <a:gdLst/>
              <a:ahLst/>
              <a:cxnLst/>
              <a:rect l="0" t="0" r="0" b="0"/>
              <a:pathLst>
                <a:path w="537" h="1" fill="none" extrusionOk="0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40" name="Shape 599">
              <a:extLst>
                <a:ext uri="{FF2B5EF4-FFF2-40B4-BE49-F238E27FC236}">
                  <a16:creationId xmlns:a16="http://schemas.microsoft.com/office/drawing/2014/main" id="{72C03B70-AD69-48CE-938A-8087279109A8}"/>
                </a:ext>
              </a:extLst>
            </p:cNvPr>
            <p:cNvSpPr/>
            <p:nvPr/>
          </p:nvSpPr>
          <p:spPr>
            <a:xfrm>
              <a:off x="802750" y="3296475"/>
              <a:ext cx="13425" cy="25"/>
            </a:xfrm>
            <a:custGeom>
              <a:avLst/>
              <a:gdLst/>
              <a:ahLst/>
              <a:cxnLst/>
              <a:rect l="0" t="0" r="0" b="0"/>
              <a:pathLst>
                <a:path w="537" h="1" fill="none" extrusionOk="0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441" name="Shape 600">
            <a:extLst>
              <a:ext uri="{FF2B5EF4-FFF2-40B4-BE49-F238E27FC236}">
                <a16:creationId xmlns:a16="http://schemas.microsoft.com/office/drawing/2014/main" id="{41E8C7FF-C465-4F1F-80E2-73AA7B5A91EE}"/>
              </a:ext>
            </a:extLst>
          </p:cNvPr>
          <p:cNvSpPr/>
          <p:nvPr/>
        </p:nvSpPr>
        <p:spPr>
          <a:xfrm>
            <a:off x="7309892" y="3154056"/>
            <a:ext cx="287024" cy="368400"/>
          </a:xfrm>
          <a:custGeom>
            <a:avLst/>
            <a:gdLst/>
            <a:ahLst/>
            <a:cxnLst/>
            <a:rect l="0" t="0" r="0" b="0"/>
            <a:pathLst>
              <a:path w="15977" h="20508" fill="none" extrusionOk="0">
                <a:moveTo>
                  <a:pt x="15977" y="1292"/>
                </a:moveTo>
                <a:lnTo>
                  <a:pt x="15977" y="19217"/>
                </a:lnTo>
                <a:lnTo>
                  <a:pt x="15977" y="19217"/>
                </a:lnTo>
                <a:lnTo>
                  <a:pt x="15953" y="19485"/>
                </a:lnTo>
                <a:lnTo>
                  <a:pt x="15880" y="19728"/>
                </a:lnTo>
                <a:lnTo>
                  <a:pt x="15758" y="19948"/>
                </a:lnTo>
                <a:lnTo>
                  <a:pt x="15612" y="20142"/>
                </a:lnTo>
                <a:lnTo>
                  <a:pt x="15417" y="20289"/>
                </a:lnTo>
                <a:lnTo>
                  <a:pt x="15198" y="20410"/>
                </a:lnTo>
                <a:lnTo>
                  <a:pt x="14955" y="20483"/>
                </a:lnTo>
                <a:lnTo>
                  <a:pt x="14711" y="20508"/>
                </a:lnTo>
                <a:lnTo>
                  <a:pt x="1267" y="20508"/>
                </a:lnTo>
                <a:lnTo>
                  <a:pt x="1267" y="20508"/>
                </a:lnTo>
                <a:lnTo>
                  <a:pt x="1023" y="20483"/>
                </a:lnTo>
                <a:lnTo>
                  <a:pt x="780" y="20410"/>
                </a:lnTo>
                <a:lnTo>
                  <a:pt x="561" y="20289"/>
                </a:lnTo>
                <a:lnTo>
                  <a:pt x="366" y="20142"/>
                </a:lnTo>
                <a:lnTo>
                  <a:pt x="220" y="19948"/>
                </a:lnTo>
                <a:lnTo>
                  <a:pt x="98" y="19728"/>
                </a:lnTo>
                <a:lnTo>
                  <a:pt x="25" y="19485"/>
                </a:lnTo>
                <a:lnTo>
                  <a:pt x="1" y="19217"/>
                </a:lnTo>
                <a:lnTo>
                  <a:pt x="1" y="1292"/>
                </a:lnTo>
                <a:lnTo>
                  <a:pt x="1" y="1292"/>
                </a:lnTo>
                <a:lnTo>
                  <a:pt x="25" y="1024"/>
                </a:lnTo>
                <a:lnTo>
                  <a:pt x="98" y="780"/>
                </a:lnTo>
                <a:lnTo>
                  <a:pt x="220" y="561"/>
                </a:lnTo>
                <a:lnTo>
                  <a:pt x="366" y="366"/>
                </a:lnTo>
                <a:lnTo>
                  <a:pt x="561" y="220"/>
                </a:lnTo>
                <a:lnTo>
                  <a:pt x="780" y="98"/>
                </a:lnTo>
                <a:lnTo>
                  <a:pt x="1023" y="25"/>
                </a:lnTo>
                <a:lnTo>
                  <a:pt x="1267" y="1"/>
                </a:lnTo>
                <a:lnTo>
                  <a:pt x="14711" y="1"/>
                </a:lnTo>
                <a:lnTo>
                  <a:pt x="14711" y="1"/>
                </a:lnTo>
                <a:lnTo>
                  <a:pt x="14955" y="25"/>
                </a:lnTo>
                <a:lnTo>
                  <a:pt x="15198" y="98"/>
                </a:lnTo>
                <a:lnTo>
                  <a:pt x="15417" y="220"/>
                </a:lnTo>
                <a:lnTo>
                  <a:pt x="15612" y="366"/>
                </a:lnTo>
                <a:lnTo>
                  <a:pt x="15758" y="561"/>
                </a:lnTo>
                <a:lnTo>
                  <a:pt x="15880" y="780"/>
                </a:lnTo>
                <a:lnTo>
                  <a:pt x="15953" y="1024"/>
                </a:lnTo>
                <a:lnTo>
                  <a:pt x="15977" y="1292"/>
                </a:lnTo>
                <a:lnTo>
                  <a:pt x="15977" y="1292"/>
                </a:lnTo>
                <a:close/>
                <a:moveTo>
                  <a:pt x="7989" y="19899"/>
                </a:moveTo>
                <a:lnTo>
                  <a:pt x="7989" y="19899"/>
                </a:lnTo>
                <a:lnTo>
                  <a:pt x="8159" y="19875"/>
                </a:lnTo>
                <a:lnTo>
                  <a:pt x="8306" y="19826"/>
                </a:lnTo>
                <a:lnTo>
                  <a:pt x="8452" y="19753"/>
                </a:lnTo>
                <a:lnTo>
                  <a:pt x="8574" y="19655"/>
                </a:lnTo>
                <a:lnTo>
                  <a:pt x="8671" y="19534"/>
                </a:lnTo>
                <a:lnTo>
                  <a:pt x="8744" y="19387"/>
                </a:lnTo>
                <a:lnTo>
                  <a:pt x="8793" y="19241"/>
                </a:lnTo>
                <a:lnTo>
                  <a:pt x="8817" y="19071"/>
                </a:lnTo>
                <a:lnTo>
                  <a:pt x="8817" y="19071"/>
                </a:lnTo>
                <a:lnTo>
                  <a:pt x="8793" y="18900"/>
                </a:lnTo>
                <a:lnTo>
                  <a:pt x="8744" y="18754"/>
                </a:lnTo>
                <a:lnTo>
                  <a:pt x="8671" y="18608"/>
                </a:lnTo>
                <a:lnTo>
                  <a:pt x="8574" y="18486"/>
                </a:lnTo>
                <a:lnTo>
                  <a:pt x="8452" y="18389"/>
                </a:lnTo>
                <a:lnTo>
                  <a:pt x="8306" y="18316"/>
                </a:lnTo>
                <a:lnTo>
                  <a:pt x="8159" y="18267"/>
                </a:lnTo>
                <a:lnTo>
                  <a:pt x="7989" y="18243"/>
                </a:lnTo>
                <a:lnTo>
                  <a:pt x="7989" y="18243"/>
                </a:lnTo>
                <a:lnTo>
                  <a:pt x="7819" y="18267"/>
                </a:lnTo>
                <a:lnTo>
                  <a:pt x="7672" y="18316"/>
                </a:lnTo>
                <a:lnTo>
                  <a:pt x="7526" y="18389"/>
                </a:lnTo>
                <a:lnTo>
                  <a:pt x="7404" y="18486"/>
                </a:lnTo>
                <a:lnTo>
                  <a:pt x="7307" y="18608"/>
                </a:lnTo>
                <a:lnTo>
                  <a:pt x="7234" y="18754"/>
                </a:lnTo>
                <a:lnTo>
                  <a:pt x="7185" y="18900"/>
                </a:lnTo>
                <a:lnTo>
                  <a:pt x="7161" y="19071"/>
                </a:lnTo>
                <a:lnTo>
                  <a:pt x="7161" y="19071"/>
                </a:lnTo>
                <a:lnTo>
                  <a:pt x="7185" y="19241"/>
                </a:lnTo>
                <a:lnTo>
                  <a:pt x="7234" y="19387"/>
                </a:lnTo>
                <a:lnTo>
                  <a:pt x="7307" y="19534"/>
                </a:lnTo>
                <a:lnTo>
                  <a:pt x="7404" y="19655"/>
                </a:lnTo>
                <a:lnTo>
                  <a:pt x="7526" y="19753"/>
                </a:lnTo>
                <a:lnTo>
                  <a:pt x="7672" y="19826"/>
                </a:lnTo>
                <a:lnTo>
                  <a:pt x="7819" y="19875"/>
                </a:lnTo>
                <a:lnTo>
                  <a:pt x="7989" y="19899"/>
                </a:lnTo>
                <a:lnTo>
                  <a:pt x="7989" y="19899"/>
                </a:lnTo>
                <a:close/>
                <a:moveTo>
                  <a:pt x="14394" y="1584"/>
                </a:moveTo>
                <a:lnTo>
                  <a:pt x="1584" y="1584"/>
                </a:lnTo>
                <a:lnTo>
                  <a:pt x="1584" y="17634"/>
                </a:lnTo>
                <a:lnTo>
                  <a:pt x="14394" y="17634"/>
                </a:lnTo>
                <a:lnTo>
                  <a:pt x="14394" y="1584"/>
                </a:lnTo>
                <a:close/>
              </a:path>
            </a:pathLst>
          </a:custGeom>
          <a:solidFill>
            <a:srgbClr val="00B050"/>
          </a:solidFill>
          <a:ln w="12175" cap="rnd" cmpd="sng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442" name="Shape 601">
            <a:extLst>
              <a:ext uri="{FF2B5EF4-FFF2-40B4-BE49-F238E27FC236}">
                <a16:creationId xmlns:a16="http://schemas.microsoft.com/office/drawing/2014/main" id="{21347382-4A06-4294-9E51-67DFAB72F8D2}"/>
              </a:ext>
            </a:extLst>
          </p:cNvPr>
          <p:cNvSpPr/>
          <p:nvPr/>
        </p:nvSpPr>
        <p:spPr>
          <a:xfrm>
            <a:off x="6788384" y="3154056"/>
            <a:ext cx="212654" cy="368400"/>
          </a:xfrm>
          <a:custGeom>
            <a:avLst/>
            <a:gdLst/>
            <a:ahLst/>
            <a:cxnLst/>
            <a:rect l="0" t="0" r="0" b="0"/>
            <a:pathLst>
              <a:path w="11838" h="20508" fill="none" extrusionOk="0">
                <a:moveTo>
                  <a:pt x="10547" y="1"/>
                </a:moveTo>
                <a:lnTo>
                  <a:pt x="1292" y="1"/>
                </a:lnTo>
                <a:lnTo>
                  <a:pt x="1292" y="1"/>
                </a:lnTo>
                <a:lnTo>
                  <a:pt x="1024" y="25"/>
                </a:lnTo>
                <a:lnTo>
                  <a:pt x="780" y="98"/>
                </a:lnTo>
                <a:lnTo>
                  <a:pt x="561" y="220"/>
                </a:lnTo>
                <a:lnTo>
                  <a:pt x="366" y="366"/>
                </a:lnTo>
                <a:lnTo>
                  <a:pt x="220" y="561"/>
                </a:lnTo>
                <a:lnTo>
                  <a:pt x="98" y="780"/>
                </a:lnTo>
                <a:lnTo>
                  <a:pt x="25" y="1024"/>
                </a:lnTo>
                <a:lnTo>
                  <a:pt x="1" y="1292"/>
                </a:lnTo>
                <a:lnTo>
                  <a:pt x="1" y="19217"/>
                </a:lnTo>
                <a:lnTo>
                  <a:pt x="1" y="19217"/>
                </a:lnTo>
                <a:lnTo>
                  <a:pt x="25" y="19485"/>
                </a:lnTo>
                <a:lnTo>
                  <a:pt x="98" y="19728"/>
                </a:lnTo>
                <a:lnTo>
                  <a:pt x="220" y="19948"/>
                </a:lnTo>
                <a:lnTo>
                  <a:pt x="366" y="20142"/>
                </a:lnTo>
                <a:lnTo>
                  <a:pt x="561" y="20289"/>
                </a:lnTo>
                <a:lnTo>
                  <a:pt x="780" y="20410"/>
                </a:lnTo>
                <a:lnTo>
                  <a:pt x="1024" y="20483"/>
                </a:lnTo>
                <a:lnTo>
                  <a:pt x="1292" y="20508"/>
                </a:lnTo>
                <a:lnTo>
                  <a:pt x="10547" y="20508"/>
                </a:lnTo>
                <a:lnTo>
                  <a:pt x="10547" y="20508"/>
                </a:lnTo>
                <a:lnTo>
                  <a:pt x="10814" y="20483"/>
                </a:lnTo>
                <a:lnTo>
                  <a:pt x="11058" y="20410"/>
                </a:lnTo>
                <a:lnTo>
                  <a:pt x="11277" y="20289"/>
                </a:lnTo>
                <a:lnTo>
                  <a:pt x="11472" y="20142"/>
                </a:lnTo>
                <a:lnTo>
                  <a:pt x="11618" y="19948"/>
                </a:lnTo>
                <a:lnTo>
                  <a:pt x="11740" y="19728"/>
                </a:lnTo>
                <a:lnTo>
                  <a:pt x="11813" y="19485"/>
                </a:lnTo>
                <a:lnTo>
                  <a:pt x="11837" y="19217"/>
                </a:lnTo>
                <a:lnTo>
                  <a:pt x="11837" y="1292"/>
                </a:lnTo>
                <a:lnTo>
                  <a:pt x="11837" y="1292"/>
                </a:lnTo>
                <a:lnTo>
                  <a:pt x="11813" y="1024"/>
                </a:lnTo>
                <a:lnTo>
                  <a:pt x="11740" y="780"/>
                </a:lnTo>
                <a:lnTo>
                  <a:pt x="11618" y="561"/>
                </a:lnTo>
                <a:lnTo>
                  <a:pt x="11472" y="366"/>
                </a:lnTo>
                <a:lnTo>
                  <a:pt x="11277" y="220"/>
                </a:lnTo>
                <a:lnTo>
                  <a:pt x="11058" y="98"/>
                </a:lnTo>
                <a:lnTo>
                  <a:pt x="10814" y="25"/>
                </a:lnTo>
                <a:lnTo>
                  <a:pt x="10547" y="1"/>
                </a:lnTo>
                <a:lnTo>
                  <a:pt x="10547" y="1"/>
                </a:lnTo>
                <a:close/>
                <a:moveTo>
                  <a:pt x="5554" y="975"/>
                </a:moveTo>
                <a:lnTo>
                  <a:pt x="6284" y="975"/>
                </a:lnTo>
                <a:lnTo>
                  <a:pt x="6284" y="975"/>
                </a:lnTo>
                <a:lnTo>
                  <a:pt x="6406" y="999"/>
                </a:lnTo>
                <a:lnTo>
                  <a:pt x="6479" y="1073"/>
                </a:lnTo>
                <a:lnTo>
                  <a:pt x="6552" y="1146"/>
                </a:lnTo>
                <a:lnTo>
                  <a:pt x="6577" y="1267"/>
                </a:lnTo>
                <a:lnTo>
                  <a:pt x="6577" y="1267"/>
                </a:lnTo>
                <a:lnTo>
                  <a:pt x="6552" y="1365"/>
                </a:lnTo>
                <a:lnTo>
                  <a:pt x="6479" y="1462"/>
                </a:lnTo>
                <a:lnTo>
                  <a:pt x="6406" y="1511"/>
                </a:lnTo>
                <a:lnTo>
                  <a:pt x="6284" y="1535"/>
                </a:lnTo>
                <a:lnTo>
                  <a:pt x="5554" y="1535"/>
                </a:lnTo>
                <a:lnTo>
                  <a:pt x="5554" y="1535"/>
                </a:lnTo>
                <a:lnTo>
                  <a:pt x="5432" y="1511"/>
                </a:lnTo>
                <a:lnTo>
                  <a:pt x="5359" y="1462"/>
                </a:lnTo>
                <a:lnTo>
                  <a:pt x="5286" y="1365"/>
                </a:lnTo>
                <a:lnTo>
                  <a:pt x="5262" y="1267"/>
                </a:lnTo>
                <a:lnTo>
                  <a:pt x="5262" y="1267"/>
                </a:lnTo>
                <a:lnTo>
                  <a:pt x="5286" y="1146"/>
                </a:lnTo>
                <a:lnTo>
                  <a:pt x="5359" y="1073"/>
                </a:lnTo>
                <a:lnTo>
                  <a:pt x="5432" y="999"/>
                </a:lnTo>
                <a:lnTo>
                  <a:pt x="5554" y="975"/>
                </a:lnTo>
                <a:lnTo>
                  <a:pt x="5554" y="975"/>
                </a:lnTo>
                <a:close/>
                <a:moveTo>
                  <a:pt x="5919" y="19436"/>
                </a:moveTo>
                <a:lnTo>
                  <a:pt x="5919" y="19436"/>
                </a:lnTo>
                <a:lnTo>
                  <a:pt x="5749" y="19412"/>
                </a:lnTo>
                <a:lnTo>
                  <a:pt x="5578" y="19363"/>
                </a:lnTo>
                <a:lnTo>
                  <a:pt x="5432" y="19290"/>
                </a:lnTo>
                <a:lnTo>
                  <a:pt x="5310" y="19193"/>
                </a:lnTo>
                <a:lnTo>
                  <a:pt x="5213" y="19071"/>
                </a:lnTo>
                <a:lnTo>
                  <a:pt x="5140" y="18925"/>
                </a:lnTo>
                <a:lnTo>
                  <a:pt x="5091" y="18754"/>
                </a:lnTo>
                <a:lnTo>
                  <a:pt x="5067" y="18584"/>
                </a:lnTo>
                <a:lnTo>
                  <a:pt x="5067" y="18584"/>
                </a:lnTo>
                <a:lnTo>
                  <a:pt x="5091" y="18413"/>
                </a:lnTo>
                <a:lnTo>
                  <a:pt x="5140" y="18243"/>
                </a:lnTo>
                <a:lnTo>
                  <a:pt x="5213" y="18097"/>
                </a:lnTo>
                <a:lnTo>
                  <a:pt x="5310" y="17975"/>
                </a:lnTo>
                <a:lnTo>
                  <a:pt x="5432" y="17877"/>
                </a:lnTo>
                <a:lnTo>
                  <a:pt x="5578" y="17804"/>
                </a:lnTo>
                <a:lnTo>
                  <a:pt x="5749" y="17756"/>
                </a:lnTo>
                <a:lnTo>
                  <a:pt x="5919" y="17731"/>
                </a:lnTo>
                <a:lnTo>
                  <a:pt x="5919" y="17731"/>
                </a:lnTo>
                <a:lnTo>
                  <a:pt x="6090" y="17756"/>
                </a:lnTo>
                <a:lnTo>
                  <a:pt x="6260" y="17804"/>
                </a:lnTo>
                <a:lnTo>
                  <a:pt x="6406" y="17877"/>
                </a:lnTo>
                <a:lnTo>
                  <a:pt x="6528" y="17975"/>
                </a:lnTo>
                <a:lnTo>
                  <a:pt x="6625" y="18097"/>
                </a:lnTo>
                <a:lnTo>
                  <a:pt x="6699" y="18243"/>
                </a:lnTo>
                <a:lnTo>
                  <a:pt x="6747" y="18413"/>
                </a:lnTo>
                <a:lnTo>
                  <a:pt x="6772" y="18584"/>
                </a:lnTo>
                <a:lnTo>
                  <a:pt x="6772" y="18584"/>
                </a:lnTo>
                <a:lnTo>
                  <a:pt x="6747" y="18754"/>
                </a:lnTo>
                <a:lnTo>
                  <a:pt x="6699" y="18925"/>
                </a:lnTo>
                <a:lnTo>
                  <a:pt x="6625" y="19071"/>
                </a:lnTo>
                <a:lnTo>
                  <a:pt x="6528" y="19193"/>
                </a:lnTo>
                <a:lnTo>
                  <a:pt x="6406" y="19290"/>
                </a:lnTo>
                <a:lnTo>
                  <a:pt x="6260" y="19363"/>
                </a:lnTo>
                <a:lnTo>
                  <a:pt x="6090" y="19412"/>
                </a:lnTo>
                <a:lnTo>
                  <a:pt x="5919" y="19436"/>
                </a:lnTo>
                <a:lnTo>
                  <a:pt x="5919" y="19436"/>
                </a:lnTo>
                <a:close/>
                <a:moveTo>
                  <a:pt x="10547" y="16660"/>
                </a:moveTo>
                <a:lnTo>
                  <a:pt x="1292" y="16660"/>
                </a:lnTo>
                <a:lnTo>
                  <a:pt x="1292" y="2558"/>
                </a:lnTo>
                <a:lnTo>
                  <a:pt x="10547" y="2558"/>
                </a:lnTo>
                <a:lnTo>
                  <a:pt x="10547" y="16660"/>
                </a:lnTo>
                <a:close/>
              </a:path>
            </a:pathLst>
          </a:custGeom>
          <a:solidFill>
            <a:srgbClr val="00B050"/>
          </a:solidFill>
          <a:ln w="12175" cap="rnd" cmpd="sng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443" name="Shape 602">
            <a:extLst>
              <a:ext uri="{FF2B5EF4-FFF2-40B4-BE49-F238E27FC236}">
                <a16:creationId xmlns:a16="http://schemas.microsoft.com/office/drawing/2014/main" id="{2666D5BB-855D-4D2A-BFFE-9448191FF935}"/>
              </a:ext>
            </a:extLst>
          </p:cNvPr>
          <p:cNvGrpSpPr/>
          <p:nvPr/>
        </p:nvGrpSpPr>
        <p:grpSpPr>
          <a:xfrm>
            <a:off x="7848716" y="3182625"/>
            <a:ext cx="331645" cy="314148"/>
            <a:chOff x="2583100" y="2973775"/>
            <a:chExt cx="461550" cy="437200"/>
          </a:xfrm>
          <a:solidFill>
            <a:srgbClr val="00B050"/>
          </a:solidFill>
        </p:grpSpPr>
        <p:sp>
          <p:nvSpPr>
            <p:cNvPr id="444" name="Shape 603">
              <a:extLst>
                <a:ext uri="{FF2B5EF4-FFF2-40B4-BE49-F238E27FC236}">
                  <a16:creationId xmlns:a16="http://schemas.microsoft.com/office/drawing/2014/main" id="{76601AB3-EA60-4E23-BC6C-869FBF9F1716}"/>
                </a:ext>
              </a:extLst>
            </p:cNvPr>
            <p:cNvSpPr/>
            <p:nvPr/>
          </p:nvSpPr>
          <p:spPr>
            <a:xfrm>
              <a:off x="2701225" y="3315975"/>
              <a:ext cx="225300" cy="95000"/>
            </a:xfrm>
            <a:custGeom>
              <a:avLst/>
              <a:gdLst/>
              <a:ahLst/>
              <a:cxnLst/>
              <a:rect l="0" t="0" r="0" b="0"/>
              <a:pathLst>
                <a:path w="9012" h="3800" fill="none" extrusionOk="0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45" name="Shape 604">
              <a:extLst>
                <a:ext uri="{FF2B5EF4-FFF2-40B4-BE49-F238E27FC236}">
                  <a16:creationId xmlns:a16="http://schemas.microsoft.com/office/drawing/2014/main" id="{4B86795A-72BF-4FC9-92E4-7B62B446B5FE}"/>
                </a:ext>
              </a:extLst>
            </p:cNvPr>
            <p:cNvSpPr/>
            <p:nvPr/>
          </p:nvSpPr>
          <p:spPr>
            <a:xfrm>
              <a:off x="2583100" y="2973775"/>
              <a:ext cx="461550" cy="336125"/>
            </a:xfrm>
            <a:custGeom>
              <a:avLst/>
              <a:gdLst/>
              <a:ahLst/>
              <a:cxnLst/>
              <a:rect l="0" t="0" r="0" b="0"/>
              <a:pathLst>
                <a:path w="18462" h="13445" fill="none" extrusionOk="0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446" name="Shape 605">
            <a:extLst>
              <a:ext uri="{FF2B5EF4-FFF2-40B4-BE49-F238E27FC236}">
                <a16:creationId xmlns:a16="http://schemas.microsoft.com/office/drawing/2014/main" id="{A8A72515-879A-4DE4-BFEC-726E720CFB22}"/>
              </a:ext>
            </a:extLst>
          </p:cNvPr>
          <p:cNvSpPr/>
          <p:nvPr/>
        </p:nvSpPr>
        <p:spPr>
          <a:xfrm>
            <a:off x="9559661" y="3191419"/>
            <a:ext cx="304520" cy="304520"/>
          </a:xfrm>
          <a:custGeom>
            <a:avLst/>
            <a:gdLst/>
            <a:ahLst/>
            <a:cxnLst/>
            <a:rect l="0" t="0" r="0" b="0"/>
            <a:pathLst>
              <a:path w="16952" h="16952" fill="none" extrusionOk="0">
                <a:moveTo>
                  <a:pt x="16173" y="7015"/>
                </a:moveTo>
                <a:lnTo>
                  <a:pt x="14419" y="6820"/>
                </a:lnTo>
                <a:lnTo>
                  <a:pt x="14419" y="6820"/>
                </a:lnTo>
                <a:lnTo>
                  <a:pt x="14322" y="6479"/>
                </a:lnTo>
                <a:lnTo>
                  <a:pt x="14175" y="6114"/>
                </a:lnTo>
                <a:lnTo>
                  <a:pt x="14029" y="5773"/>
                </a:lnTo>
                <a:lnTo>
                  <a:pt x="13859" y="5432"/>
                </a:lnTo>
                <a:lnTo>
                  <a:pt x="14955" y="4068"/>
                </a:lnTo>
                <a:lnTo>
                  <a:pt x="14955" y="4068"/>
                </a:lnTo>
                <a:lnTo>
                  <a:pt x="15028" y="3922"/>
                </a:lnTo>
                <a:lnTo>
                  <a:pt x="15077" y="3776"/>
                </a:lnTo>
                <a:lnTo>
                  <a:pt x="15125" y="3630"/>
                </a:lnTo>
                <a:lnTo>
                  <a:pt x="15125" y="3484"/>
                </a:lnTo>
                <a:lnTo>
                  <a:pt x="15101" y="3313"/>
                </a:lnTo>
                <a:lnTo>
                  <a:pt x="15052" y="3167"/>
                </a:lnTo>
                <a:lnTo>
                  <a:pt x="14979" y="3021"/>
                </a:lnTo>
                <a:lnTo>
                  <a:pt x="14882" y="2899"/>
                </a:lnTo>
                <a:lnTo>
                  <a:pt x="14054" y="2071"/>
                </a:lnTo>
                <a:lnTo>
                  <a:pt x="14054" y="2071"/>
                </a:lnTo>
                <a:lnTo>
                  <a:pt x="13932" y="1974"/>
                </a:lnTo>
                <a:lnTo>
                  <a:pt x="13786" y="1901"/>
                </a:lnTo>
                <a:lnTo>
                  <a:pt x="13640" y="1852"/>
                </a:lnTo>
                <a:lnTo>
                  <a:pt x="13469" y="1827"/>
                </a:lnTo>
                <a:lnTo>
                  <a:pt x="13323" y="1827"/>
                </a:lnTo>
                <a:lnTo>
                  <a:pt x="13177" y="1876"/>
                </a:lnTo>
                <a:lnTo>
                  <a:pt x="13031" y="1925"/>
                </a:lnTo>
                <a:lnTo>
                  <a:pt x="12885" y="2022"/>
                </a:lnTo>
                <a:lnTo>
                  <a:pt x="11521" y="3094"/>
                </a:lnTo>
                <a:lnTo>
                  <a:pt x="11521" y="3094"/>
                </a:lnTo>
                <a:lnTo>
                  <a:pt x="11180" y="2923"/>
                </a:lnTo>
                <a:lnTo>
                  <a:pt x="10839" y="2777"/>
                </a:lnTo>
                <a:lnTo>
                  <a:pt x="10473" y="2631"/>
                </a:lnTo>
                <a:lnTo>
                  <a:pt x="10133" y="2534"/>
                </a:lnTo>
                <a:lnTo>
                  <a:pt x="9938" y="780"/>
                </a:lnTo>
                <a:lnTo>
                  <a:pt x="9938" y="780"/>
                </a:lnTo>
                <a:lnTo>
                  <a:pt x="9889" y="634"/>
                </a:lnTo>
                <a:lnTo>
                  <a:pt x="9840" y="488"/>
                </a:lnTo>
                <a:lnTo>
                  <a:pt x="9743" y="342"/>
                </a:lnTo>
                <a:lnTo>
                  <a:pt x="9645" y="244"/>
                </a:lnTo>
                <a:lnTo>
                  <a:pt x="9499" y="147"/>
                </a:lnTo>
                <a:lnTo>
                  <a:pt x="9378" y="74"/>
                </a:lnTo>
                <a:lnTo>
                  <a:pt x="9231" y="25"/>
                </a:lnTo>
                <a:lnTo>
                  <a:pt x="9061" y="1"/>
                </a:lnTo>
                <a:lnTo>
                  <a:pt x="7892" y="1"/>
                </a:lnTo>
                <a:lnTo>
                  <a:pt x="7892" y="1"/>
                </a:lnTo>
                <a:lnTo>
                  <a:pt x="7721" y="25"/>
                </a:lnTo>
                <a:lnTo>
                  <a:pt x="7575" y="74"/>
                </a:lnTo>
                <a:lnTo>
                  <a:pt x="7453" y="147"/>
                </a:lnTo>
                <a:lnTo>
                  <a:pt x="7307" y="244"/>
                </a:lnTo>
                <a:lnTo>
                  <a:pt x="7210" y="342"/>
                </a:lnTo>
                <a:lnTo>
                  <a:pt x="7112" y="488"/>
                </a:lnTo>
                <a:lnTo>
                  <a:pt x="7064" y="634"/>
                </a:lnTo>
                <a:lnTo>
                  <a:pt x="7015" y="780"/>
                </a:lnTo>
                <a:lnTo>
                  <a:pt x="6820" y="2534"/>
                </a:lnTo>
                <a:lnTo>
                  <a:pt x="6820" y="2534"/>
                </a:lnTo>
                <a:lnTo>
                  <a:pt x="6479" y="2631"/>
                </a:lnTo>
                <a:lnTo>
                  <a:pt x="6114" y="2777"/>
                </a:lnTo>
                <a:lnTo>
                  <a:pt x="5773" y="2923"/>
                </a:lnTo>
                <a:lnTo>
                  <a:pt x="5432" y="3094"/>
                </a:lnTo>
                <a:lnTo>
                  <a:pt x="4068" y="2022"/>
                </a:lnTo>
                <a:lnTo>
                  <a:pt x="4068" y="2022"/>
                </a:lnTo>
                <a:lnTo>
                  <a:pt x="3922" y="1925"/>
                </a:lnTo>
                <a:lnTo>
                  <a:pt x="3776" y="1876"/>
                </a:lnTo>
                <a:lnTo>
                  <a:pt x="3630" y="1827"/>
                </a:lnTo>
                <a:lnTo>
                  <a:pt x="3484" y="1827"/>
                </a:lnTo>
                <a:lnTo>
                  <a:pt x="3313" y="1852"/>
                </a:lnTo>
                <a:lnTo>
                  <a:pt x="3167" y="1901"/>
                </a:lnTo>
                <a:lnTo>
                  <a:pt x="3021" y="1974"/>
                </a:lnTo>
                <a:lnTo>
                  <a:pt x="2899" y="2071"/>
                </a:lnTo>
                <a:lnTo>
                  <a:pt x="2071" y="2899"/>
                </a:lnTo>
                <a:lnTo>
                  <a:pt x="2071" y="2899"/>
                </a:lnTo>
                <a:lnTo>
                  <a:pt x="1974" y="3021"/>
                </a:lnTo>
                <a:lnTo>
                  <a:pt x="1901" y="3167"/>
                </a:lnTo>
                <a:lnTo>
                  <a:pt x="1852" y="3313"/>
                </a:lnTo>
                <a:lnTo>
                  <a:pt x="1827" y="3484"/>
                </a:lnTo>
                <a:lnTo>
                  <a:pt x="1827" y="3630"/>
                </a:lnTo>
                <a:lnTo>
                  <a:pt x="1876" y="3776"/>
                </a:lnTo>
                <a:lnTo>
                  <a:pt x="1925" y="3922"/>
                </a:lnTo>
                <a:lnTo>
                  <a:pt x="2022" y="4068"/>
                </a:lnTo>
                <a:lnTo>
                  <a:pt x="3094" y="5432"/>
                </a:lnTo>
                <a:lnTo>
                  <a:pt x="3094" y="5432"/>
                </a:lnTo>
                <a:lnTo>
                  <a:pt x="2923" y="5773"/>
                </a:lnTo>
                <a:lnTo>
                  <a:pt x="2777" y="6114"/>
                </a:lnTo>
                <a:lnTo>
                  <a:pt x="2631" y="6479"/>
                </a:lnTo>
                <a:lnTo>
                  <a:pt x="2534" y="6820"/>
                </a:lnTo>
                <a:lnTo>
                  <a:pt x="780" y="7015"/>
                </a:lnTo>
                <a:lnTo>
                  <a:pt x="780" y="7015"/>
                </a:lnTo>
                <a:lnTo>
                  <a:pt x="634" y="7064"/>
                </a:lnTo>
                <a:lnTo>
                  <a:pt x="488" y="7112"/>
                </a:lnTo>
                <a:lnTo>
                  <a:pt x="342" y="7210"/>
                </a:lnTo>
                <a:lnTo>
                  <a:pt x="244" y="7307"/>
                </a:lnTo>
                <a:lnTo>
                  <a:pt x="147" y="7453"/>
                </a:lnTo>
                <a:lnTo>
                  <a:pt x="74" y="7575"/>
                </a:lnTo>
                <a:lnTo>
                  <a:pt x="25" y="7721"/>
                </a:lnTo>
                <a:lnTo>
                  <a:pt x="1" y="7892"/>
                </a:lnTo>
                <a:lnTo>
                  <a:pt x="1" y="9061"/>
                </a:lnTo>
                <a:lnTo>
                  <a:pt x="1" y="9061"/>
                </a:lnTo>
                <a:lnTo>
                  <a:pt x="25" y="9231"/>
                </a:lnTo>
                <a:lnTo>
                  <a:pt x="74" y="9377"/>
                </a:lnTo>
                <a:lnTo>
                  <a:pt x="147" y="9499"/>
                </a:lnTo>
                <a:lnTo>
                  <a:pt x="244" y="9645"/>
                </a:lnTo>
                <a:lnTo>
                  <a:pt x="342" y="9743"/>
                </a:lnTo>
                <a:lnTo>
                  <a:pt x="488" y="9840"/>
                </a:lnTo>
                <a:lnTo>
                  <a:pt x="634" y="9889"/>
                </a:lnTo>
                <a:lnTo>
                  <a:pt x="780" y="9938"/>
                </a:lnTo>
                <a:lnTo>
                  <a:pt x="2534" y="10132"/>
                </a:lnTo>
                <a:lnTo>
                  <a:pt x="2534" y="10132"/>
                </a:lnTo>
                <a:lnTo>
                  <a:pt x="2631" y="10473"/>
                </a:lnTo>
                <a:lnTo>
                  <a:pt x="2777" y="10839"/>
                </a:lnTo>
                <a:lnTo>
                  <a:pt x="2923" y="11180"/>
                </a:lnTo>
                <a:lnTo>
                  <a:pt x="3094" y="11521"/>
                </a:lnTo>
                <a:lnTo>
                  <a:pt x="2022" y="12885"/>
                </a:lnTo>
                <a:lnTo>
                  <a:pt x="2022" y="12885"/>
                </a:lnTo>
                <a:lnTo>
                  <a:pt x="1925" y="13031"/>
                </a:lnTo>
                <a:lnTo>
                  <a:pt x="1876" y="13177"/>
                </a:lnTo>
                <a:lnTo>
                  <a:pt x="1827" y="13323"/>
                </a:lnTo>
                <a:lnTo>
                  <a:pt x="1827" y="13469"/>
                </a:lnTo>
                <a:lnTo>
                  <a:pt x="1852" y="13640"/>
                </a:lnTo>
                <a:lnTo>
                  <a:pt x="1901" y="13786"/>
                </a:lnTo>
                <a:lnTo>
                  <a:pt x="1974" y="13932"/>
                </a:lnTo>
                <a:lnTo>
                  <a:pt x="2071" y="14054"/>
                </a:lnTo>
                <a:lnTo>
                  <a:pt x="2899" y="14882"/>
                </a:lnTo>
                <a:lnTo>
                  <a:pt x="2899" y="14882"/>
                </a:lnTo>
                <a:lnTo>
                  <a:pt x="3021" y="14979"/>
                </a:lnTo>
                <a:lnTo>
                  <a:pt x="3167" y="15052"/>
                </a:lnTo>
                <a:lnTo>
                  <a:pt x="3313" y="15101"/>
                </a:lnTo>
                <a:lnTo>
                  <a:pt x="3484" y="15125"/>
                </a:lnTo>
                <a:lnTo>
                  <a:pt x="3630" y="15125"/>
                </a:lnTo>
                <a:lnTo>
                  <a:pt x="3776" y="15077"/>
                </a:lnTo>
                <a:lnTo>
                  <a:pt x="3922" y="15028"/>
                </a:lnTo>
                <a:lnTo>
                  <a:pt x="4068" y="14955"/>
                </a:lnTo>
                <a:lnTo>
                  <a:pt x="5432" y="13859"/>
                </a:lnTo>
                <a:lnTo>
                  <a:pt x="5432" y="13859"/>
                </a:lnTo>
                <a:lnTo>
                  <a:pt x="5773" y="14029"/>
                </a:lnTo>
                <a:lnTo>
                  <a:pt x="6114" y="14175"/>
                </a:lnTo>
                <a:lnTo>
                  <a:pt x="6479" y="14322"/>
                </a:lnTo>
                <a:lnTo>
                  <a:pt x="6820" y="14419"/>
                </a:lnTo>
                <a:lnTo>
                  <a:pt x="7015" y="16173"/>
                </a:lnTo>
                <a:lnTo>
                  <a:pt x="7015" y="16173"/>
                </a:lnTo>
                <a:lnTo>
                  <a:pt x="7064" y="16319"/>
                </a:lnTo>
                <a:lnTo>
                  <a:pt x="7112" y="16465"/>
                </a:lnTo>
                <a:lnTo>
                  <a:pt x="7210" y="16611"/>
                </a:lnTo>
                <a:lnTo>
                  <a:pt x="7307" y="16708"/>
                </a:lnTo>
                <a:lnTo>
                  <a:pt x="7453" y="16806"/>
                </a:lnTo>
                <a:lnTo>
                  <a:pt x="7575" y="16879"/>
                </a:lnTo>
                <a:lnTo>
                  <a:pt x="7721" y="16928"/>
                </a:lnTo>
                <a:lnTo>
                  <a:pt x="7892" y="16952"/>
                </a:lnTo>
                <a:lnTo>
                  <a:pt x="9061" y="16952"/>
                </a:lnTo>
                <a:lnTo>
                  <a:pt x="9061" y="16952"/>
                </a:lnTo>
                <a:lnTo>
                  <a:pt x="9231" y="16928"/>
                </a:lnTo>
                <a:lnTo>
                  <a:pt x="9378" y="16879"/>
                </a:lnTo>
                <a:lnTo>
                  <a:pt x="9499" y="16806"/>
                </a:lnTo>
                <a:lnTo>
                  <a:pt x="9645" y="16708"/>
                </a:lnTo>
                <a:lnTo>
                  <a:pt x="9743" y="16611"/>
                </a:lnTo>
                <a:lnTo>
                  <a:pt x="9840" y="16465"/>
                </a:lnTo>
                <a:lnTo>
                  <a:pt x="9889" y="16319"/>
                </a:lnTo>
                <a:lnTo>
                  <a:pt x="9938" y="16173"/>
                </a:lnTo>
                <a:lnTo>
                  <a:pt x="10133" y="14419"/>
                </a:lnTo>
                <a:lnTo>
                  <a:pt x="10133" y="14419"/>
                </a:lnTo>
                <a:lnTo>
                  <a:pt x="10473" y="14322"/>
                </a:lnTo>
                <a:lnTo>
                  <a:pt x="10839" y="14175"/>
                </a:lnTo>
                <a:lnTo>
                  <a:pt x="11180" y="14029"/>
                </a:lnTo>
                <a:lnTo>
                  <a:pt x="11521" y="13859"/>
                </a:lnTo>
                <a:lnTo>
                  <a:pt x="12885" y="14955"/>
                </a:lnTo>
                <a:lnTo>
                  <a:pt x="12885" y="14955"/>
                </a:lnTo>
                <a:lnTo>
                  <a:pt x="13031" y="15028"/>
                </a:lnTo>
                <a:lnTo>
                  <a:pt x="13177" y="15077"/>
                </a:lnTo>
                <a:lnTo>
                  <a:pt x="13323" y="15125"/>
                </a:lnTo>
                <a:lnTo>
                  <a:pt x="13469" y="15125"/>
                </a:lnTo>
                <a:lnTo>
                  <a:pt x="13640" y="15101"/>
                </a:lnTo>
                <a:lnTo>
                  <a:pt x="13786" y="15052"/>
                </a:lnTo>
                <a:lnTo>
                  <a:pt x="13932" y="14979"/>
                </a:lnTo>
                <a:lnTo>
                  <a:pt x="14054" y="14882"/>
                </a:lnTo>
                <a:lnTo>
                  <a:pt x="14882" y="14054"/>
                </a:lnTo>
                <a:lnTo>
                  <a:pt x="14882" y="14054"/>
                </a:lnTo>
                <a:lnTo>
                  <a:pt x="14979" y="13932"/>
                </a:lnTo>
                <a:lnTo>
                  <a:pt x="15052" y="13786"/>
                </a:lnTo>
                <a:lnTo>
                  <a:pt x="15101" y="13640"/>
                </a:lnTo>
                <a:lnTo>
                  <a:pt x="15125" y="13469"/>
                </a:lnTo>
                <a:lnTo>
                  <a:pt x="15125" y="13323"/>
                </a:lnTo>
                <a:lnTo>
                  <a:pt x="15077" y="13177"/>
                </a:lnTo>
                <a:lnTo>
                  <a:pt x="15028" y="13031"/>
                </a:lnTo>
                <a:lnTo>
                  <a:pt x="14955" y="12885"/>
                </a:lnTo>
                <a:lnTo>
                  <a:pt x="13859" y="11521"/>
                </a:lnTo>
                <a:lnTo>
                  <a:pt x="13859" y="11521"/>
                </a:lnTo>
                <a:lnTo>
                  <a:pt x="14029" y="11180"/>
                </a:lnTo>
                <a:lnTo>
                  <a:pt x="14175" y="10839"/>
                </a:lnTo>
                <a:lnTo>
                  <a:pt x="14322" y="10473"/>
                </a:lnTo>
                <a:lnTo>
                  <a:pt x="14419" y="10132"/>
                </a:lnTo>
                <a:lnTo>
                  <a:pt x="16173" y="9938"/>
                </a:lnTo>
                <a:lnTo>
                  <a:pt x="16173" y="9938"/>
                </a:lnTo>
                <a:lnTo>
                  <a:pt x="16319" y="9889"/>
                </a:lnTo>
                <a:lnTo>
                  <a:pt x="16465" y="9840"/>
                </a:lnTo>
                <a:lnTo>
                  <a:pt x="16611" y="9743"/>
                </a:lnTo>
                <a:lnTo>
                  <a:pt x="16708" y="9645"/>
                </a:lnTo>
                <a:lnTo>
                  <a:pt x="16806" y="9499"/>
                </a:lnTo>
                <a:lnTo>
                  <a:pt x="16879" y="9377"/>
                </a:lnTo>
                <a:lnTo>
                  <a:pt x="16928" y="9231"/>
                </a:lnTo>
                <a:lnTo>
                  <a:pt x="16952" y="9061"/>
                </a:lnTo>
                <a:lnTo>
                  <a:pt x="16952" y="7892"/>
                </a:lnTo>
                <a:lnTo>
                  <a:pt x="16952" y="7892"/>
                </a:lnTo>
                <a:lnTo>
                  <a:pt x="16928" y="7721"/>
                </a:lnTo>
                <a:lnTo>
                  <a:pt x="16879" y="7575"/>
                </a:lnTo>
                <a:lnTo>
                  <a:pt x="16806" y="7453"/>
                </a:lnTo>
                <a:lnTo>
                  <a:pt x="16708" y="7307"/>
                </a:lnTo>
                <a:lnTo>
                  <a:pt x="16611" y="7210"/>
                </a:lnTo>
                <a:lnTo>
                  <a:pt x="16465" y="7112"/>
                </a:lnTo>
                <a:lnTo>
                  <a:pt x="16319" y="7064"/>
                </a:lnTo>
                <a:lnTo>
                  <a:pt x="16173" y="7015"/>
                </a:lnTo>
                <a:lnTo>
                  <a:pt x="16173" y="7015"/>
                </a:lnTo>
                <a:close/>
                <a:moveTo>
                  <a:pt x="10425" y="10425"/>
                </a:moveTo>
                <a:lnTo>
                  <a:pt x="10425" y="10425"/>
                </a:lnTo>
                <a:lnTo>
                  <a:pt x="10206" y="10620"/>
                </a:lnTo>
                <a:lnTo>
                  <a:pt x="9986" y="10766"/>
                </a:lnTo>
                <a:lnTo>
                  <a:pt x="9767" y="10912"/>
                </a:lnTo>
                <a:lnTo>
                  <a:pt x="9524" y="11034"/>
                </a:lnTo>
                <a:lnTo>
                  <a:pt x="9256" y="11107"/>
                </a:lnTo>
                <a:lnTo>
                  <a:pt x="9012" y="11180"/>
                </a:lnTo>
                <a:lnTo>
                  <a:pt x="8744" y="11228"/>
                </a:lnTo>
                <a:lnTo>
                  <a:pt x="8476" y="11228"/>
                </a:lnTo>
                <a:lnTo>
                  <a:pt x="8208" y="11228"/>
                </a:lnTo>
                <a:lnTo>
                  <a:pt x="7941" y="11180"/>
                </a:lnTo>
                <a:lnTo>
                  <a:pt x="7697" y="11107"/>
                </a:lnTo>
                <a:lnTo>
                  <a:pt x="7429" y="11034"/>
                </a:lnTo>
                <a:lnTo>
                  <a:pt x="7186" y="10912"/>
                </a:lnTo>
                <a:lnTo>
                  <a:pt x="6966" y="10766"/>
                </a:lnTo>
                <a:lnTo>
                  <a:pt x="6747" y="10620"/>
                </a:lnTo>
                <a:lnTo>
                  <a:pt x="6528" y="10425"/>
                </a:lnTo>
                <a:lnTo>
                  <a:pt x="6528" y="10425"/>
                </a:lnTo>
                <a:lnTo>
                  <a:pt x="6333" y="10206"/>
                </a:lnTo>
                <a:lnTo>
                  <a:pt x="6187" y="9986"/>
                </a:lnTo>
                <a:lnTo>
                  <a:pt x="6041" y="9767"/>
                </a:lnTo>
                <a:lnTo>
                  <a:pt x="5919" y="9524"/>
                </a:lnTo>
                <a:lnTo>
                  <a:pt x="5846" y="9256"/>
                </a:lnTo>
                <a:lnTo>
                  <a:pt x="5773" y="9012"/>
                </a:lnTo>
                <a:lnTo>
                  <a:pt x="5724" y="8744"/>
                </a:lnTo>
                <a:lnTo>
                  <a:pt x="5724" y="8476"/>
                </a:lnTo>
                <a:lnTo>
                  <a:pt x="5724" y="8208"/>
                </a:lnTo>
                <a:lnTo>
                  <a:pt x="5773" y="7941"/>
                </a:lnTo>
                <a:lnTo>
                  <a:pt x="5846" y="7697"/>
                </a:lnTo>
                <a:lnTo>
                  <a:pt x="5919" y="7429"/>
                </a:lnTo>
                <a:lnTo>
                  <a:pt x="6041" y="7186"/>
                </a:lnTo>
                <a:lnTo>
                  <a:pt x="6187" y="6966"/>
                </a:lnTo>
                <a:lnTo>
                  <a:pt x="6333" y="6747"/>
                </a:lnTo>
                <a:lnTo>
                  <a:pt x="6528" y="6528"/>
                </a:lnTo>
                <a:lnTo>
                  <a:pt x="6528" y="6528"/>
                </a:lnTo>
                <a:lnTo>
                  <a:pt x="6747" y="6333"/>
                </a:lnTo>
                <a:lnTo>
                  <a:pt x="6966" y="6187"/>
                </a:lnTo>
                <a:lnTo>
                  <a:pt x="7186" y="6041"/>
                </a:lnTo>
                <a:lnTo>
                  <a:pt x="7429" y="5919"/>
                </a:lnTo>
                <a:lnTo>
                  <a:pt x="7697" y="5846"/>
                </a:lnTo>
                <a:lnTo>
                  <a:pt x="7941" y="5773"/>
                </a:lnTo>
                <a:lnTo>
                  <a:pt x="8208" y="5724"/>
                </a:lnTo>
                <a:lnTo>
                  <a:pt x="8476" y="5724"/>
                </a:lnTo>
                <a:lnTo>
                  <a:pt x="8744" y="5724"/>
                </a:lnTo>
                <a:lnTo>
                  <a:pt x="9012" y="5773"/>
                </a:lnTo>
                <a:lnTo>
                  <a:pt x="9256" y="5846"/>
                </a:lnTo>
                <a:lnTo>
                  <a:pt x="9524" y="5919"/>
                </a:lnTo>
                <a:lnTo>
                  <a:pt x="9767" y="6041"/>
                </a:lnTo>
                <a:lnTo>
                  <a:pt x="9986" y="6187"/>
                </a:lnTo>
                <a:lnTo>
                  <a:pt x="10206" y="6333"/>
                </a:lnTo>
                <a:lnTo>
                  <a:pt x="10425" y="6528"/>
                </a:lnTo>
                <a:lnTo>
                  <a:pt x="10425" y="6528"/>
                </a:lnTo>
                <a:lnTo>
                  <a:pt x="10620" y="6747"/>
                </a:lnTo>
                <a:lnTo>
                  <a:pt x="10766" y="6966"/>
                </a:lnTo>
                <a:lnTo>
                  <a:pt x="10912" y="7186"/>
                </a:lnTo>
                <a:lnTo>
                  <a:pt x="11034" y="7429"/>
                </a:lnTo>
                <a:lnTo>
                  <a:pt x="11107" y="7697"/>
                </a:lnTo>
                <a:lnTo>
                  <a:pt x="11180" y="7941"/>
                </a:lnTo>
                <a:lnTo>
                  <a:pt x="11228" y="8208"/>
                </a:lnTo>
                <a:lnTo>
                  <a:pt x="11228" y="8476"/>
                </a:lnTo>
                <a:lnTo>
                  <a:pt x="11228" y="8744"/>
                </a:lnTo>
                <a:lnTo>
                  <a:pt x="11180" y="9012"/>
                </a:lnTo>
                <a:lnTo>
                  <a:pt x="11107" y="9256"/>
                </a:lnTo>
                <a:lnTo>
                  <a:pt x="11034" y="9524"/>
                </a:lnTo>
                <a:lnTo>
                  <a:pt x="10912" y="9767"/>
                </a:lnTo>
                <a:lnTo>
                  <a:pt x="10766" y="9986"/>
                </a:lnTo>
                <a:lnTo>
                  <a:pt x="10620" y="10206"/>
                </a:lnTo>
                <a:lnTo>
                  <a:pt x="10425" y="10425"/>
                </a:lnTo>
                <a:lnTo>
                  <a:pt x="10425" y="10425"/>
                </a:lnTo>
                <a:close/>
              </a:path>
            </a:pathLst>
          </a:custGeom>
          <a:solidFill>
            <a:srgbClr val="00B050"/>
          </a:solidFill>
          <a:ln w="12175" cap="rnd" cmpd="sng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447" name="Shape 606">
            <a:extLst>
              <a:ext uri="{FF2B5EF4-FFF2-40B4-BE49-F238E27FC236}">
                <a16:creationId xmlns:a16="http://schemas.microsoft.com/office/drawing/2014/main" id="{91F9B511-029F-4D55-9B42-CEB71F958EAD}"/>
              </a:ext>
            </a:extLst>
          </p:cNvPr>
          <p:cNvGrpSpPr/>
          <p:nvPr/>
        </p:nvGrpSpPr>
        <p:grpSpPr>
          <a:xfrm>
            <a:off x="10088166" y="3210781"/>
            <a:ext cx="371902" cy="276515"/>
            <a:chOff x="5247525" y="3007275"/>
            <a:chExt cx="517575" cy="384825"/>
          </a:xfrm>
          <a:solidFill>
            <a:srgbClr val="00B050"/>
          </a:solidFill>
        </p:grpSpPr>
        <p:sp>
          <p:nvSpPr>
            <p:cNvPr id="448" name="Shape 607">
              <a:extLst>
                <a:ext uri="{FF2B5EF4-FFF2-40B4-BE49-F238E27FC236}">
                  <a16:creationId xmlns:a16="http://schemas.microsoft.com/office/drawing/2014/main" id="{092C89D9-D7CB-4DBE-917C-1420DC56EBE2}"/>
                </a:ext>
              </a:extLst>
            </p:cNvPr>
            <p:cNvSpPr/>
            <p:nvPr/>
          </p:nvSpPr>
          <p:spPr>
            <a:xfrm>
              <a:off x="5247525" y="3007275"/>
              <a:ext cx="348900" cy="348900"/>
            </a:xfrm>
            <a:custGeom>
              <a:avLst/>
              <a:gdLst/>
              <a:ahLst/>
              <a:cxnLst/>
              <a:rect l="0" t="0" r="0" b="0"/>
              <a:pathLst>
                <a:path w="13955" h="13955" fill="none" extrusionOk="0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49" name="Shape 608">
              <a:extLst>
                <a:ext uri="{FF2B5EF4-FFF2-40B4-BE49-F238E27FC236}">
                  <a16:creationId xmlns:a16="http://schemas.microsoft.com/office/drawing/2014/main" id="{896941AD-FC32-412A-9581-C82560E5DB45}"/>
                </a:ext>
              </a:extLst>
            </p:cNvPr>
            <p:cNvSpPr/>
            <p:nvPr/>
          </p:nvSpPr>
          <p:spPr>
            <a:xfrm>
              <a:off x="5566575" y="3193575"/>
              <a:ext cx="198525" cy="198525"/>
            </a:xfrm>
            <a:custGeom>
              <a:avLst/>
              <a:gdLst/>
              <a:ahLst/>
              <a:cxnLst/>
              <a:rect l="0" t="0" r="0" b="0"/>
              <a:pathLst>
                <a:path w="7941" h="7941" fill="none" extrusionOk="0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450" name="Shape 609">
            <a:extLst>
              <a:ext uri="{FF2B5EF4-FFF2-40B4-BE49-F238E27FC236}">
                <a16:creationId xmlns:a16="http://schemas.microsoft.com/office/drawing/2014/main" id="{05261E73-388D-4483-A3E0-ECA611F47D2E}"/>
              </a:ext>
            </a:extLst>
          </p:cNvPr>
          <p:cNvGrpSpPr/>
          <p:nvPr/>
        </p:nvGrpSpPr>
        <p:grpSpPr>
          <a:xfrm>
            <a:off x="8999151" y="3192352"/>
            <a:ext cx="293131" cy="299275"/>
            <a:chOff x="3951850" y="2985350"/>
            <a:chExt cx="407950" cy="416500"/>
          </a:xfrm>
          <a:solidFill>
            <a:srgbClr val="00B050"/>
          </a:solidFill>
        </p:grpSpPr>
        <p:sp>
          <p:nvSpPr>
            <p:cNvPr id="451" name="Shape 610">
              <a:extLst>
                <a:ext uri="{FF2B5EF4-FFF2-40B4-BE49-F238E27FC236}">
                  <a16:creationId xmlns:a16="http://schemas.microsoft.com/office/drawing/2014/main" id="{0765294A-ACC8-4D42-86A9-DB15A95BED15}"/>
                </a:ext>
              </a:extLst>
            </p:cNvPr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0" t="0" r="0" b="0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52" name="Shape 611">
              <a:extLst>
                <a:ext uri="{FF2B5EF4-FFF2-40B4-BE49-F238E27FC236}">
                  <a16:creationId xmlns:a16="http://schemas.microsoft.com/office/drawing/2014/main" id="{4934E8B8-73B9-4460-BED1-D8C2706C0EED}"/>
                </a:ext>
              </a:extLst>
            </p:cNvPr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0" t="0" r="0" b="0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53" name="Shape 612">
              <a:extLst>
                <a:ext uri="{FF2B5EF4-FFF2-40B4-BE49-F238E27FC236}">
                  <a16:creationId xmlns:a16="http://schemas.microsoft.com/office/drawing/2014/main" id="{4748FFD6-55F0-40D5-B5D5-961A103E7796}"/>
                </a:ext>
              </a:extLst>
            </p:cNvPr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0" t="0" r="0" b="0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54" name="Shape 613">
              <a:extLst>
                <a:ext uri="{FF2B5EF4-FFF2-40B4-BE49-F238E27FC236}">
                  <a16:creationId xmlns:a16="http://schemas.microsoft.com/office/drawing/2014/main" id="{1A8AAC98-7F3F-40CC-B98C-8F547121A591}"/>
                </a:ext>
              </a:extLst>
            </p:cNvPr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0" t="0" r="0" b="0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455" name="Shape 614">
            <a:extLst>
              <a:ext uri="{FF2B5EF4-FFF2-40B4-BE49-F238E27FC236}">
                <a16:creationId xmlns:a16="http://schemas.microsoft.com/office/drawing/2014/main" id="{DAC2264F-F582-499B-9F66-6AADDDA53C90}"/>
              </a:ext>
            </a:extLst>
          </p:cNvPr>
          <p:cNvGrpSpPr/>
          <p:nvPr/>
        </p:nvGrpSpPr>
        <p:grpSpPr>
          <a:xfrm>
            <a:off x="6155824" y="3781900"/>
            <a:ext cx="339514" cy="260761"/>
            <a:chOff x="568950" y="3686775"/>
            <a:chExt cx="472500" cy="362900"/>
          </a:xfrm>
          <a:solidFill>
            <a:srgbClr val="00B050"/>
          </a:solidFill>
        </p:grpSpPr>
        <p:sp>
          <p:nvSpPr>
            <p:cNvPr id="456" name="Shape 615">
              <a:extLst>
                <a:ext uri="{FF2B5EF4-FFF2-40B4-BE49-F238E27FC236}">
                  <a16:creationId xmlns:a16="http://schemas.microsoft.com/office/drawing/2014/main" id="{F606AC75-E5C4-4609-8942-31105750F634}"/>
                </a:ext>
              </a:extLst>
            </p:cNvPr>
            <p:cNvSpPr/>
            <p:nvPr/>
          </p:nvSpPr>
          <p:spPr>
            <a:xfrm>
              <a:off x="568950" y="3686775"/>
              <a:ext cx="472500" cy="362900"/>
            </a:xfrm>
            <a:custGeom>
              <a:avLst/>
              <a:gdLst/>
              <a:ahLst/>
              <a:cxnLst/>
              <a:rect l="0" t="0" r="0" b="0"/>
              <a:pathLst>
                <a:path w="18900" h="14516" fill="none" extrusionOk="0">
                  <a:moveTo>
                    <a:pt x="18900" y="7989"/>
                  </a:moveTo>
                  <a:lnTo>
                    <a:pt x="18900" y="7989"/>
                  </a:lnTo>
                  <a:lnTo>
                    <a:pt x="18705" y="8111"/>
                  </a:lnTo>
                  <a:lnTo>
                    <a:pt x="18510" y="8184"/>
                  </a:lnTo>
                  <a:lnTo>
                    <a:pt x="18291" y="8232"/>
                  </a:lnTo>
                  <a:lnTo>
                    <a:pt x="18072" y="8232"/>
                  </a:lnTo>
                  <a:lnTo>
                    <a:pt x="17852" y="8184"/>
                  </a:lnTo>
                  <a:lnTo>
                    <a:pt x="17658" y="8111"/>
                  </a:lnTo>
                  <a:lnTo>
                    <a:pt x="17487" y="8013"/>
                  </a:lnTo>
                  <a:lnTo>
                    <a:pt x="17341" y="7891"/>
                  </a:lnTo>
                  <a:lnTo>
                    <a:pt x="17341" y="7891"/>
                  </a:lnTo>
                  <a:lnTo>
                    <a:pt x="17243" y="7745"/>
                  </a:lnTo>
                  <a:lnTo>
                    <a:pt x="17170" y="7575"/>
                  </a:lnTo>
                  <a:lnTo>
                    <a:pt x="17170" y="7404"/>
                  </a:lnTo>
                  <a:lnTo>
                    <a:pt x="17195" y="7234"/>
                  </a:lnTo>
                  <a:lnTo>
                    <a:pt x="17243" y="7088"/>
                  </a:lnTo>
                  <a:lnTo>
                    <a:pt x="17341" y="6942"/>
                  </a:lnTo>
                  <a:lnTo>
                    <a:pt x="17487" y="6844"/>
                  </a:lnTo>
                  <a:lnTo>
                    <a:pt x="17658" y="6795"/>
                  </a:lnTo>
                  <a:lnTo>
                    <a:pt x="17658" y="6795"/>
                  </a:lnTo>
                  <a:lnTo>
                    <a:pt x="17755" y="6771"/>
                  </a:lnTo>
                  <a:lnTo>
                    <a:pt x="17828" y="6771"/>
                  </a:lnTo>
                  <a:lnTo>
                    <a:pt x="17901" y="6795"/>
                  </a:lnTo>
                  <a:lnTo>
                    <a:pt x="17974" y="6820"/>
                  </a:lnTo>
                  <a:lnTo>
                    <a:pt x="18023" y="6869"/>
                  </a:lnTo>
                  <a:lnTo>
                    <a:pt x="18047" y="6917"/>
                  </a:lnTo>
                  <a:lnTo>
                    <a:pt x="18096" y="7063"/>
                  </a:lnTo>
                  <a:lnTo>
                    <a:pt x="18072" y="7210"/>
                  </a:lnTo>
                  <a:lnTo>
                    <a:pt x="18023" y="7356"/>
                  </a:lnTo>
                  <a:lnTo>
                    <a:pt x="17950" y="7477"/>
                  </a:lnTo>
                  <a:lnTo>
                    <a:pt x="17828" y="7599"/>
                  </a:lnTo>
                  <a:lnTo>
                    <a:pt x="17828" y="7599"/>
                  </a:lnTo>
                  <a:lnTo>
                    <a:pt x="17633" y="7697"/>
                  </a:lnTo>
                  <a:lnTo>
                    <a:pt x="17438" y="7770"/>
                  </a:lnTo>
                  <a:lnTo>
                    <a:pt x="17219" y="7794"/>
                  </a:lnTo>
                  <a:lnTo>
                    <a:pt x="17000" y="7794"/>
                  </a:lnTo>
                  <a:lnTo>
                    <a:pt x="17000" y="7794"/>
                  </a:lnTo>
                  <a:lnTo>
                    <a:pt x="16878" y="7794"/>
                  </a:lnTo>
                  <a:lnTo>
                    <a:pt x="16781" y="7770"/>
                  </a:lnTo>
                  <a:lnTo>
                    <a:pt x="16708" y="7745"/>
                  </a:lnTo>
                  <a:lnTo>
                    <a:pt x="16635" y="7697"/>
                  </a:lnTo>
                  <a:lnTo>
                    <a:pt x="16586" y="7648"/>
                  </a:lnTo>
                  <a:lnTo>
                    <a:pt x="16562" y="7550"/>
                  </a:lnTo>
                  <a:lnTo>
                    <a:pt x="16537" y="7331"/>
                  </a:lnTo>
                  <a:lnTo>
                    <a:pt x="16537" y="7331"/>
                  </a:lnTo>
                  <a:lnTo>
                    <a:pt x="16513" y="7015"/>
                  </a:lnTo>
                  <a:lnTo>
                    <a:pt x="16488" y="6698"/>
                  </a:lnTo>
                  <a:lnTo>
                    <a:pt x="16440" y="6381"/>
                  </a:lnTo>
                  <a:lnTo>
                    <a:pt x="16367" y="6065"/>
                  </a:lnTo>
                  <a:lnTo>
                    <a:pt x="16269" y="5748"/>
                  </a:lnTo>
                  <a:lnTo>
                    <a:pt x="16172" y="5456"/>
                  </a:lnTo>
                  <a:lnTo>
                    <a:pt x="16050" y="5164"/>
                  </a:lnTo>
                  <a:lnTo>
                    <a:pt x="15904" y="4871"/>
                  </a:lnTo>
                  <a:lnTo>
                    <a:pt x="15758" y="4604"/>
                  </a:lnTo>
                  <a:lnTo>
                    <a:pt x="15587" y="4311"/>
                  </a:lnTo>
                  <a:lnTo>
                    <a:pt x="15393" y="4068"/>
                  </a:lnTo>
                  <a:lnTo>
                    <a:pt x="15198" y="3800"/>
                  </a:lnTo>
                  <a:lnTo>
                    <a:pt x="14978" y="3556"/>
                  </a:lnTo>
                  <a:lnTo>
                    <a:pt x="14759" y="3313"/>
                  </a:lnTo>
                  <a:lnTo>
                    <a:pt x="14516" y="3094"/>
                  </a:lnTo>
                  <a:lnTo>
                    <a:pt x="14272" y="2874"/>
                  </a:lnTo>
                  <a:lnTo>
                    <a:pt x="14004" y="2655"/>
                  </a:lnTo>
                  <a:lnTo>
                    <a:pt x="13712" y="2460"/>
                  </a:lnTo>
                  <a:lnTo>
                    <a:pt x="13420" y="2265"/>
                  </a:lnTo>
                  <a:lnTo>
                    <a:pt x="13128" y="2095"/>
                  </a:lnTo>
                  <a:lnTo>
                    <a:pt x="12811" y="1924"/>
                  </a:lnTo>
                  <a:lnTo>
                    <a:pt x="12494" y="1778"/>
                  </a:lnTo>
                  <a:lnTo>
                    <a:pt x="12178" y="1632"/>
                  </a:lnTo>
                  <a:lnTo>
                    <a:pt x="11837" y="1510"/>
                  </a:lnTo>
                  <a:lnTo>
                    <a:pt x="11496" y="1389"/>
                  </a:lnTo>
                  <a:lnTo>
                    <a:pt x="11130" y="1291"/>
                  </a:lnTo>
                  <a:lnTo>
                    <a:pt x="10765" y="1218"/>
                  </a:lnTo>
                  <a:lnTo>
                    <a:pt x="10400" y="1145"/>
                  </a:lnTo>
                  <a:lnTo>
                    <a:pt x="10034" y="1096"/>
                  </a:lnTo>
                  <a:lnTo>
                    <a:pt x="9645" y="1048"/>
                  </a:lnTo>
                  <a:lnTo>
                    <a:pt x="9255" y="1023"/>
                  </a:lnTo>
                  <a:lnTo>
                    <a:pt x="8865" y="1023"/>
                  </a:lnTo>
                  <a:lnTo>
                    <a:pt x="8865" y="1023"/>
                  </a:lnTo>
                  <a:lnTo>
                    <a:pt x="8330" y="1023"/>
                  </a:lnTo>
                  <a:lnTo>
                    <a:pt x="7794" y="1072"/>
                  </a:lnTo>
                  <a:lnTo>
                    <a:pt x="7258" y="1145"/>
                  </a:lnTo>
                  <a:lnTo>
                    <a:pt x="6747" y="1267"/>
                  </a:lnTo>
                  <a:lnTo>
                    <a:pt x="6747" y="1267"/>
                  </a:lnTo>
                  <a:lnTo>
                    <a:pt x="6600" y="1048"/>
                  </a:lnTo>
                  <a:lnTo>
                    <a:pt x="6454" y="877"/>
                  </a:lnTo>
                  <a:lnTo>
                    <a:pt x="6284" y="707"/>
                  </a:lnTo>
                  <a:lnTo>
                    <a:pt x="6138" y="561"/>
                  </a:lnTo>
                  <a:lnTo>
                    <a:pt x="5967" y="439"/>
                  </a:lnTo>
                  <a:lnTo>
                    <a:pt x="5821" y="341"/>
                  </a:lnTo>
                  <a:lnTo>
                    <a:pt x="5504" y="195"/>
                  </a:lnTo>
                  <a:lnTo>
                    <a:pt x="5237" y="98"/>
                  </a:lnTo>
                  <a:lnTo>
                    <a:pt x="5017" y="49"/>
                  </a:lnTo>
                  <a:lnTo>
                    <a:pt x="4822" y="0"/>
                  </a:lnTo>
                  <a:lnTo>
                    <a:pt x="4822" y="0"/>
                  </a:lnTo>
                  <a:lnTo>
                    <a:pt x="4725" y="195"/>
                  </a:lnTo>
                  <a:lnTo>
                    <a:pt x="4628" y="390"/>
                  </a:lnTo>
                  <a:lnTo>
                    <a:pt x="4530" y="682"/>
                  </a:lnTo>
                  <a:lnTo>
                    <a:pt x="4433" y="999"/>
                  </a:lnTo>
                  <a:lnTo>
                    <a:pt x="4384" y="1389"/>
                  </a:lnTo>
                  <a:lnTo>
                    <a:pt x="4360" y="1778"/>
                  </a:lnTo>
                  <a:lnTo>
                    <a:pt x="4360" y="1998"/>
                  </a:lnTo>
                  <a:lnTo>
                    <a:pt x="4408" y="2217"/>
                  </a:lnTo>
                  <a:lnTo>
                    <a:pt x="4408" y="2217"/>
                  </a:lnTo>
                  <a:lnTo>
                    <a:pt x="4067" y="2436"/>
                  </a:lnTo>
                  <a:lnTo>
                    <a:pt x="3678" y="2728"/>
                  </a:lnTo>
                  <a:lnTo>
                    <a:pt x="3264" y="3142"/>
                  </a:lnTo>
                  <a:lnTo>
                    <a:pt x="2825" y="3605"/>
                  </a:lnTo>
                  <a:lnTo>
                    <a:pt x="2411" y="4116"/>
                  </a:lnTo>
                  <a:lnTo>
                    <a:pt x="2022" y="4652"/>
                  </a:lnTo>
                  <a:lnTo>
                    <a:pt x="1851" y="4945"/>
                  </a:lnTo>
                  <a:lnTo>
                    <a:pt x="1705" y="5237"/>
                  </a:lnTo>
                  <a:lnTo>
                    <a:pt x="1559" y="5529"/>
                  </a:lnTo>
                  <a:lnTo>
                    <a:pt x="1461" y="5797"/>
                  </a:lnTo>
                  <a:lnTo>
                    <a:pt x="560" y="5797"/>
                  </a:lnTo>
                  <a:lnTo>
                    <a:pt x="560" y="5797"/>
                  </a:lnTo>
                  <a:lnTo>
                    <a:pt x="463" y="5821"/>
                  </a:lnTo>
                  <a:lnTo>
                    <a:pt x="341" y="5846"/>
                  </a:lnTo>
                  <a:lnTo>
                    <a:pt x="244" y="5894"/>
                  </a:lnTo>
                  <a:lnTo>
                    <a:pt x="171" y="5967"/>
                  </a:lnTo>
                  <a:lnTo>
                    <a:pt x="98" y="6040"/>
                  </a:lnTo>
                  <a:lnTo>
                    <a:pt x="49" y="6138"/>
                  </a:lnTo>
                  <a:lnTo>
                    <a:pt x="25" y="6260"/>
                  </a:lnTo>
                  <a:lnTo>
                    <a:pt x="0" y="6357"/>
                  </a:lnTo>
                  <a:lnTo>
                    <a:pt x="0" y="8598"/>
                  </a:lnTo>
                  <a:lnTo>
                    <a:pt x="0" y="8598"/>
                  </a:lnTo>
                  <a:lnTo>
                    <a:pt x="25" y="8720"/>
                  </a:lnTo>
                  <a:lnTo>
                    <a:pt x="49" y="8817"/>
                  </a:lnTo>
                  <a:lnTo>
                    <a:pt x="98" y="8914"/>
                  </a:lnTo>
                  <a:lnTo>
                    <a:pt x="171" y="8987"/>
                  </a:lnTo>
                  <a:lnTo>
                    <a:pt x="244" y="9060"/>
                  </a:lnTo>
                  <a:lnTo>
                    <a:pt x="341" y="9109"/>
                  </a:lnTo>
                  <a:lnTo>
                    <a:pt x="463" y="9158"/>
                  </a:lnTo>
                  <a:lnTo>
                    <a:pt x="560" y="9158"/>
                  </a:lnTo>
                  <a:lnTo>
                    <a:pt x="1510" y="9158"/>
                  </a:lnTo>
                  <a:lnTo>
                    <a:pt x="1510" y="9158"/>
                  </a:lnTo>
                  <a:lnTo>
                    <a:pt x="1583" y="9353"/>
                  </a:lnTo>
                  <a:lnTo>
                    <a:pt x="1681" y="9572"/>
                  </a:lnTo>
                  <a:lnTo>
                    <a:pt x="1924" y="9986"/>
                  </a:lnTo>
                  <a:lnTo>
                    <a:pt x="2216" y="10376"/>
                  </a:lnTo>
                  <a:lnTo>
                    <a:pt x="2582" y="10765"/>
                  </a:lnTo>
                  <a:lnTo>
                    <a:pt x="2972" y="11131"/>
                  </a:lnTo>
                  <a:lnTo>
                    <a:pt x="3410" y="11472"/>
                  </a:lnTo>
                  <a:lnTo>
                    <a:pt x="3897" y="11788"/>
                  </a:lnTo>
                  <a:lnTo>
                    <a:pt x="4408" y="12032"/>
                  </a:lnTo>
                  <a:lnTo>
                    <a:pt x="4408" y="14516"/>
                  </a:lnTo>
                  <a:lnTo>
                    <a:pt x="5090" y="14516"/>
                  </a:lnTo>
                  <a:lnTo>
                    <a:pt x="6308" y="12860"/>
                  </a:lnTo>
                  <a:lnTo>
                    <a:pt x="6308" y="12860"/>
                  </a:lnTo>
                  <a:lnTo>
                    <a:pt x="6917" y="13030"/>
                  </a:lnTo>
                  <a:lnTo>
                    <a:pt x="7550" y="13128"/>
                  </a:lnTo>
                  <a:lnTo>
                    <a:pt x="8208" y="13201"/>
                  </a:lnTo>
                  <a:lnTo>
                    <a:pt x="8865" y="13225"/>
                  </a:lnTo>
                  <a:lnTo>
                    <a:pt x="8865" y="13225"/>
                  </a:lnTo>
                  <a:lnTo>
                    <a:pt x="9523" y="13201"/>
                  </a:lnTo>
                  <a:lnTo>
                    <a:pt x="10181" y="13128"/>
                  </a:lnTo>
                  <a:lnTo>
                    <a:pt x="10814" y="13030"/>
                  </a:lnTo>
                  <a:lnTo>
                    <a:pt x="11423" y="12860"/>
                  </a:lnTo>
                  <a:lnTo>
                    <a:pt x="12592" y="14516"/>
                  </a:lnTo>
                  <a:lnTo>
                    <a:pt x="13347" y="14516"/>
                  </a:lnTo>
                  <a:lnTo>
                    <a:pt x="13347" y="12032"/>
                  </a:lnTo>
                  <a:lnTo>
                    <a:pt x="13347" y="12032"/>
                  </a:lnTo>
                  <a:lnTo>
                    <a:pt x="13688" y="11886"/>
                  </a:lnTo>
                  <a:lnTo>
                    <a:pt x="14004" y="11715"/>
                  </a:lnTo>
                  <a:lnTo>
                    <a:pt x="14297" y="11545"/>
                  </a:lnTo>
                  <a:lnTo>
                    <a:pt x="14589" y="11350"/>
                  </a:lnTo>
                  <a:lnTo>
                    <a:pt x="14857" y="11131"/>
                  </a:lnTo>
                  <a:lnTo>
                    <a:pt x="15100" y="10911"/>
                  </a:lnTo>
                  <a:lnTo>
                    <a:pt x="15344" y="10668"/>
                  </a:lnTo>
                  <a:lnTo>
                    <a:pt x="15563" y="10400"/>
                  </a:lnTo>
                  <a:lnTo>
                    <a:pt x="15733" y="10132"/>
                  </a:lnTo>
                  <a:lnTo>
                    <a:pt x="15904" y="9864"/>
                  </a:lnTo>
                  <a:lnTo>
                    <a:pt x="16074" y="9572"/>
                  </a:lnTo>
                  <a:lnTo>
                    <a:pt x="16196" y="9255"/>
                  </a:lnTo>
                  <a:lnTo>
                    <a:pt x="16318" y="8939"/>
                  </a:lnTo>
                  <a:lnTo>
                    <a:pt x="16391" y="8598"/>
                  </a:lnTo>
                  <a:lnTo>
                    <a:pt x="16464" y="8257"/>
                  </a:lnTo>
                  <a:lnTo>
                    <a:pt x="16513" y="7916"/>
                  </a:lnTo>
                  <a:lnTo>
                    <a:pt x="16513" y="7916"/>
                  </a:lnTo>
                  <a:lnTo>
                    <a:pt x="16513" y="7599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57" name="Shape 616">
              <a:extLst>
                <a:ext uri="{FF2B5EF4-FFF2-40B4-BE49-F238E27FC236}">
                  <a16:creationId xmlns:a16="http://schemas.microsoft.com/office/drawing/2014/main" id="{9435E4C5-2009-4065-96C2-49E4A11B27FA}"/>
                </a:ext>
              </a:extLst>
            </p:cNvPr>
            <p:cNvSpPr/>
            <p:nvPr/>
          </p:nvSpPr>
          <p:spPr>
            <a:xfrm>
              <a:off x="645650" y="3820725"/>
              <a:ext cx="34125" cy="34125"/>
            </a:xfrm>
            <a:custGeom>
              <a:avLst/>
              <a:gdLst/>
              <a:ahLst/>
              <a:cxnLst/>
              <a:rect l="0" t="0" r="0" b="0"/>
              <a:pathLst>
                <a:path w="1365" h="1365" fill="none" extrusionOk="0">
                  <a:moveTo>
                    <a:pt x="683" y="1364"/>
                  </a:moveTo>
                  <a:lnTo>
                    <a:pt x="683" y="1364"/>
                  </a:lnTo>
                  <a:lnTo>
                    <a:pt x="537" y="1340"/>
                  </a:lnTo>
                  <a:lnTo>
                    <a:pt x="415" y="1316"/>
                  </a:lnTo>
                  <a:lnTo>
                    <a:pt x="293" y="1243"/>
                  </a:lnTo>
                  <a:lnTo>
                    <a:pt x="196" y="1170"/>
                  </a:lnTo>
                  <a:lnTo>
                    <a:pt x="123" y="1072"/>
                  </a:lnTo>
                  <a:lnTo>
                    <a:pt x="50" y="950"/>
                  </a:lnTo>
                  <a:lnTo>
                    <a:pt x="25" y="829"/>
                  </a:lnTo>
                  <a:lnTo>
                    <a:pt x="1" y="682"/>
                  </a:lnTo>
                  <a:lnTo>
                    <a:pt x="1" y="682"/>
                  </a:lnTo>
                  <a:lnTo>
                    <a:pt x="25" y="536"/>
                  </a:lnTo>
                  <a:lnTo>
                    <a:pt x="50" y="415"/>
                  </a:lnTo>
                  <a:lnTo>
                    <a:pt x="123" y="317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415" y="74"/>
                  </a:lnTo>
                  <a:lnTo>
                    <a:pt x="537" y="25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805" y="25"/>
                  </a:lnTo>
                  <a:lnTo>
                    <a:pt x="951" y="74"/>
                  </a:lnTo>
                  <a:lnTo>
                    <a:pt x="1048" y="122"/>
                  </a:lnTo>
                  <a:lnTo>
                    <a:pt x="1170" y="195"/>
                  </a:lnTo>
                  <a:lnTo>
                    <a:pt x="1243" y="317"/>
                  </a:lnTo>
                  <a:lnTo>
                    <a:pt x="1292" y="415"/>
                  </a:lnTo>
                  <a:lnTo>
                    <a:pt x="1340" y="536"/>
                  </a:lnTo>
                  <a:lnTo>
                    <a:pt x="1365" y="682"/>
                  </a:lnTo>
                  <a:lnTo>
                    <a:pt x="1365" y="682"/>
                  </a:lnTo>
                  <a:lnTo>
                    <a:pt x="1340" y="829"/>
                  </a:lnTo>
                  <a:lnTo>
                    <a:pt x="1292" y="950"/>
                  </a:lnTo>
                  <a:lnTo>
                    <a:pt x="1243" y="1072"/>
                  </a:lnTo>
                  <a:lnTo>
                    <a:pt x="1170" y="1170"/>
                  </a:lnTo>
                  <a:lnTo>
                    <a:pt x="1048" y="1243"/>
                  </a:lnTo>
                  <a:lnTo>
                    <a:pt x="951" y="1316"/>
                  </a:lnTo>
                  <a:lnTo>
                    <a:pt x="805" y="1340"/>
                  </a:lnTo>
                  <a:lnTo>
                    <a:pt x="683" y="1364"/>
                  </a:lnTo>
                  <a:lnTo>
                    <a:pt x="683" y="1364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58" name="Shape 617">
              <a:extLst>
                <a:ext uri="{FF2B5EF4-FFF2-40B4-BE49-F238E27FC236}">
                  <a16:creationId xmlns:a16="http://schemas.microsoft.com/office/drawing/2014/main" id="{CEBD5327-44FC-4F3B-9564-6166178EA91C}"/>
                </a:ext>
              </a:extLst>
            </p:cNvPr>
            <p:cNvSpPr/>
            <p:nvPr/>
          </p:nvSpPr>
          <p:spPr>
            <a:xfrm>
              <a:off x="747950" y="3753750"/>
              <a:ext cx="85275" cy="12200"/>
            </a:xfrm>
            <a:custGeom>
              <a:avLst/>
              <a:gdLst/>
              <a:ahLst/>
              <a:cxnLst/>
              <a:rect l="0" t="0" r="0" b="0"/>
              <a:pathLst>
                <a:path w="3411" h="488" fill="none" extrusionOk="0">
                  <a:moveTo>
                    <a:pt x="3410" y="488"/>
                  </a:moveTo>
                  <a:lnTo>
                    <a:pt x="3410" y="488"/>
                  </a:lnTo>
                  <a:lnTo>
                    <a:pt x="3215" y="366"/>
                  </a:lnTo>
                  <a:lnTo>
                    <a:pt x="3021" y="268"/>
                  </a:lnTo>
                  <a:lnTo>
                    <a:pt x="2826" y="195"/>
                  </a:lnTo>
                  <a:lnTo>
                    <a:pt x="2607" y="122"/>
                  </a:lnTo>
                  <a:lnTo>
                    <a:pt x="2387" y="74"/>
                  </a:lnTo>
                  <a:lnTo>
                    <a:pt x="2168" y="25"/>
                  </a:lnTo>
                  <a:lnTo>
                    <a:pt x="1925" y="0"/>
                  </a:lnTo>
                  <a:lnTo>
                    <a:pt x="1705" y="0"/>
                  </a:lnTo>
                  <a:lnTo>
                    <a:pt x="1462" y="0"/>
                  </a:lnTo>
                  <a:lnTo>
                    <a:pt x="1243" y="25"/>
                  </a:lnTo>
                  <a:lnTo>
                    <a:pt x="1023" y="74"/>
                  </a:lnTo>
                  <a:lnTo>
                    <a:pt x="804" y="122"/>
                  </a:lnTo>
                  <a:lnTo>
                    <a:pt x="585" y="195"/>
                  </a:lnTo>
                  <a:lnTo>
                    <a:pt x="366" y="268"/>
                  </a:lnTo>
                  <a:lnTo>
                    <a:pt x="171" y="366"/>
                  </a:lnTo>
                  <a:lnTo>
                    <a:pt x="1" y="488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459" name="Shape 618">
            <a:extLst>
              <a:ext uri="{FF2B5EF4-FFF2-40B4-BE49-F238E27FC236}">
                <a16:creationId xmlns:a16="http://schemas.microsoft.com/office/drawing/2014/main" id="{2944493F-CD1B-465B-AC96-499D7138D6FE}"/>
              </a:ext>
            </a:extLst>
          </p:cNvPr>
          <p:cNvSpPr/>
          <p:nvPr/>
        </p:nvSpPr>
        <p:spPr>
          <a:xfrm>
            <a:off x="10732665" y="3175049"/>
            <a:ext cx="231012" cy="332526"/>
          </a:xfrm>
          <a:custGeom>
            <a:avLst/>
            <a:gdLst/>
            <a:ahLst/>
            <a:cxnLst/>
            <a:rect l="0" t="0" r="0" b="0"/>
            <a:pathLst>
              <a:path w="12860" h="18511" fill="none" extrusionOk="0">
                <a:moveTo>
                  <a:pt x="12373" y="7526"/>
                </a:moveTo>
                <a:lnTo>
                  <a:pt x="11618" y="7526"/>
                </a:lnTo>
                <a:lnTo>
                  <a:pt x="11618" y="5188"/>
                </a:lnTo>
                <a:lnTo>
                  <a:pt x="11618" y="5188"/>
                </a:lnTo>
                <a:lnTo>
                  <a:pt x="11593" y="4677"/>
                </a:lnTo>
                <a:lnTo>
                  <a:pt x="11520" y="4141"/>
                </a:lnTo>
                <a:lnTo>
                  <a:pt x="11398" y="3654"/>
                </a:lnTo>
                <a:lnTo>
                  <a:pt x="11204" y="3167"/>
                </a:lnTo>
                <a:lnTo>
                  <a:pt x="10984" y="2728"/>
                </a:lnTo>
                <a:lnTo>
                  <a:pt x="10741" y="2290"/>
                </a:lnTo>
                <a:lnTo>
                  <a:pt x="10424" y="1900"/>
                </a:lnTo>
                <a:lnTo>
                  <a:pt x="10108" y="1535"/>
                </a:lnTo>
                <a:lnTo>
                  <a:pt x="9718" y="1194"/>
                </a:lnTo>
                <a:lnTo>
                  <a:pt x="9328" y="902"/>
                </a:lnTo>
                <a:lnTo>
                  <a:pt x="8914" y="634"/>
                </a:lnTo>
                <a:lnTo>
                  <a:pt x="8452" y="415"/>
                </a:lnTo>
                <a:lnTo>
                  <a:pt x="7964" y="244"/>
                </a:lnTo>
                <a:lnTo>
                  <a:pt x="7477" y="122"/>
                </a:lnTo>
                <a:lnTo>
                  <a:pt x="6966" y="25"/>
                </a:lnTo>
                <a:lnTo>
                  <a:pt x="6430" y="0"/>
                </a:lnTo>
                <a:lnTo>
                  <a:pt x="6430" y="0"/>
                </a:lnTo>
                <a:lnTo>
                  <a:pt x="5894" y="25"/>
                </a:lnTo>
                <a:lnTo>
                  <a:pt x="5383" y="122"/>
                </a:lnTo>
                <a:lnTo>
                  <a:pt x="4896" y="244"/>
                </a:lnTo>
                <a:lnTo>
                  <a:pt x="4409" y="415"/>
                </a:lnTo>
                <a:lnTo>
                  <a:pt x="3970" y="634"/>
                </a:lnTo>
                <a:lnTo>
                  <a:pt x="3532" y="902"/>
                </a:lnTo>
                <a:lnTo>
                  <a:pt x="3142" y="1194"/>
                </a:lnTo>
                <a:lnTo>
                  <a:pt x="2752" y="1535"/>
                </a:lnTo>
                <a:lnTo>
                  <a:pt x="2436" y="1900"/>
                </a:lnTo>
                <a:lnTo>
                  <a:pt x="2119" y="2290"/>
                </a:lnTo>
                <a:lnTo>
                  <a:pt x="1876" y="2728"/>
                </a:lnTo>
                <a:lnTo>
                  <a:pt x="1656" y="3167"/>
                </a:lnTo>
                <a:lnTo>
                  <a:pt x="1462" y="3654"/>
                </a:lnTo>
                <a:lnTo>
                  <a:pt x="1340" y="4141"/>
                </a:lnTo>
                <a:lnTo>
                  <a:pt x="1267" y="4677"/>
                </a:lnTo>
                <a:lnTo>
                  <a:pt x="1242" y="5188"/>
                </a:lnTo>
                <a:lnTo>
                  <a:pt x="1242" y="7526"/>
                </a:lnTo>
                <a:lnTo>
                  <a:pt x="487" y="7526"/>
                </a:lnTo>
                <a:lnTo>
                  <a:pt x="487" y="7526"/>
                </a:lnTo>
                <a:lnTo>
                  <a:pt x="390" y="7526"/>
                </a:lnTo>
                <a:lnTo>
                  <a:pt x="293" y="7551"/>
                </a:lnTo>
                <a:lnTo>
                  <a:pt x="220" y="7599"/>
                </a:lnTo>
                <a:lnTo>
                  <a:pt x="146" y="7648"/>
                </a:lnTo>
                <a:lnTo>
                  <a:pt x="73" y="7721"/>
                </a:lnTo>
                <a:lnTo>
                  <a:pt x="49" y="7818"/>
                </a:lnTo>
                <a:lnTo>
                  <a:pt x="0" y="7891"/>
                </a:lnTo>
                <a:lnTo>
                  <a:pt x="0" y="8013"/>
                </a:lnTo>
                <a:lnTo>
                  <a:pt x="0" y="18023"/>
                </a:lnTo>
                <a:lnTo>
                  <a:pt x="0" y="18023"/>
                </a:lnTo>
                <a:lnTo>
                  <a:pt x="0" y="18121"/>
                </a:lnTo>
                <a:lnTo>
                  <a:pt x="49" y="18218"/>
                </a:lnTo>
                <a:lnTo>
                  <a:pt x="73" y="18291"/>
                </a:lnTo>
                <a:lnTo>
                  <a:pt x="146" y="18364"/>
                </a:lnTo>
                <a:lnTo>
                  <a:pt x="220" y="18413"/>
                </a:lnTo>
                <a:lnTo>
                  <a:pt x="293" y="18462"/>
                </a:lnTo>
                <a:lnTo>
                  <a:pt x="390" y="18486"/>
                </a:lnTo>
                <a:lnTo>
                  <a:pt x="487" y="18510"/>
                </a:lnTo>
                <a:lnTo>
                  <a:pt x="12373" y="18510"/>
                </a:lnTo>
                <a:lnTo>
                  <a:pt x="12373" y="18510"/>
                </a:lnTo>
                <a:lnTo>
                  <a:pt x="12470" y="18486"/>
                </a:lnTo>
                <a:lnTo>
                  <a:pt x="12568" y="18462"/>
                </a:lnTo>
                <a:lnTo>
                  <a:pt x="12641" y="18413"/>
                </a:lnTo>
                <a:lnTo>
                  <a:pt x="12714" y="18364"/>
                </a:lnTo>
                <a:lnTo>
                  <a:pt x="12787" y="18291"/>
                </a:lnTo>
                <a:lnTo>
                  <a:pt x="12811" y="18218"/>
                </a:lnTo>
                <a:lnTo>
                  <a:pt x="12860" y="18121"/>
                </a:lnTo>
                <a:lnTo>
                  <a:pt x="12860" y="18023"/>
                </a:lnTo>
                <a:lnTo>
                  <a:pt x="12860" y="8013"/>
                </a:lnTo>
                <a:lnTo>
                  <a:pt x="12860" y="8013"/>
                </a:lnTo>
                <a:lnTo>
                  <a:pt x="12860" y="7891"/>
                </a:lnTo>
                <a:lnTo>
                  <a:pt x="12811" y="7818"/>
                </a:lnTo>
                <a:lnTo>
                  <a:pt x="12787" y="7721"/>
                </a:lnTo>
                <a:lnTo>
                  <a:pt x="12714" y="7648"/>
                </a:lnTo>
                <a:lnTo>
                  <a:pt x="12641" y="7599"/>
                </a:lnTo>
                <a:lnTo>
                  <a:pt x="12568" y="7551"/>
                </a:lnTo>
                <a:lnTo>
                  <a:pt x="12470" y="7526"/>
                </a:lnTo>
                <a:lnTo>
                  <a:pt x="12373" y="7526"/>
                </a:lnTo>
                <a:lnTo>
                  <a:pt x="12373" y="7526"/>
                </a:lnTo>
                <a:close/>
                <a:moveTo>
                  <a:pt x="2801" y="5188"/>
                </a:moveTo>
                <a:lnTo>
                  <a:pt x="2801" y="5188"/>
                </a:lnTo>
                <a:lnTo>
                  <a:pt x="2826" y="4823"/>
                </a:lnTo>
                <a:lnTo>
                  <a:pt x="2874" y="4457"/>
                </a:lnTo>
                <a:lnTo>
                  <a:pt x="2972" y="4116"/>
                </a:lnTo>
                <a:lnTo>
                  <a:pt x="3093" y="3775"/>
                </a:lnTo>
                <a:lnTo>
                  <a:pt x="3240" y="3459"/>
                </a:lnTo>
                <a:lnTo>
                  <a:pt x="3410" y="3167"/>
                </a:lnTo>
                <a:lnTo>
                  <a:pt x="3629" y="2874"/>
                </a:lnTo>
                <a:lnTo>
                  <a:pt x="3873" y="2631"/>
                </a:lnTo>
                <a:lnTo>
                  <a:pt x="4116" y="2387"/>
                </a:lnTo>
                <a:lnTo>
                  <a:pt x="4409" y="2192"/>
                </a:lnTo>
                <a:lnTo>
                  <a:pt x="4701" y="1998"/>
                </a:lnTo>
                <a:lnTo>
                  <a:pt x="5017" y="1851"/>
                </a:lnTo>
                <a:lnTo>
                  <a:pt x="5358" y="1730"/>
                </a:lnTo>
                <a:lnTo>
                  <a:pt x="5699" y="1632"/>
                </a:lnTo>
                <a:lnTo>
                  <a:pt x="6065" y="1584"/>
                </a:lnTo>
                <a:lnTo>
                  <a:pt x="6430" y="1559"/>
                </a:lnTo>
                <a:lnTo>
                  <a:pt x="6430" y="1559"/>
                </a:lnTo>
                <a:lnTo>
                  <a:pt x="6795" y="1584"/>
                </a:lnTo>
                <a:lnTo>
                  <a:pt x="7161" y="1632"/>
                </a:lnTo>
                <a:lnTo>
                  <a:pt x="7502" y="1730"/>
                </a:lnTo>
                <a:lnTo>
                  <a:pt x="7843" y="1851"/>
                </a:lnTo>
                <a:lnTo>
                  <a:pt x="8159" y="1998"/>
                </a:lnTo>
                <a:lnTo>
                  <a:pt x="8452" y="2192"/>
                </a:lnTo>
                <a:lnTo>
                  <a:pt x="8744" y="2387"/>
                </a:lnTo>
                <a:lnTo>
                  <a:pt x="8987" y="2631"/>
                </a:lnTo>
                <a:lnTo>
                  <a:pt x="9231" y="2874"/>
                </a:lnTo>
                <a:lnTo>
                  <a:pt x="9450" y="3167"/>
                </a:lnTo>
                <a:lnTo>
                  <a:pt x="9621" y="3459"/>
                </a:lnTo>
                <a:lnTo>
                  <a:pt x="9767" y="3775"/>
                </a:lnTo>
                <a:lnTo>
                  <a:pt x="9888" y="4116"/>
                </a:lnTo>
                <a:lnTo>
                  <a:pt x="9986" y="4457"/>
                </a:lnTo>
                <a:lnTo>
                  <a:pt x="10035" y="4823"/>
                </a:lnTo>
                <a:lnTo>
                  <a:pt x="10059" y="5188"/>
                </a:lnTo>
                <a:lnTo>
                  <a:pt x="10059" y="7526"/>
                </a:lnTo>
                <a:lnTo>
                  <a:pt x="2801" y="7526"/>
                </a:lnTo>
                <a:lnTo>
                  <a:pt x="2801" y="5188"/>
                </a:lnTo>
                <a:close/>
                <a:moveTo>
                  <a:pt x="7063" y="13225"/>
                </a:moveTo>
                <a:lnTo>
                  <a:pt x="7209" y="15052"/>
                </a:lnTo>
                <a:lnTo>
                  <a:pt x="5651" y="15052"/>
                </a:lnTo>
                <a:lnTo>
                  <a:pt x="5797" y="13225"/>
                </a:lnTo>
                <a:lnTo>
                  <a:pt x="5797" y="13225"/>
                </a:lnTo>
                <a:lnTo>
                  <a:pt x="5675" y="13152"/>
                </a:lnTo>
                <a:lnTo>
                  <a:pt x="5553" y="13030"/>
                </a:lnTo>
                <a:lnTo>
                  <a:pt x="5456" y="12933"/>
                </a:lnTo>
                <a:lnTo>
                  <a:pt x="5358" y="12787"/>
                </a:lnTo>
                <a:lnTo>
                  <a:pt x="5285" y="12665"/>
                </a:lnTo>
                <a:lnTo>
                  <a:pt x="5237" y="12495"/>
                </a:lnTo>
                <a:lnTo>
                  <a:pt x="5212" y="12348"/>
                </a:lnTo>
                <a:lnTo>
                  <a:pt x="5212" y="12178"/>
                </a:lnTo>
                <a:lnTo>
                  <a:pt x="5212" y="12178"/>
                </a:lnTo>
                <a:lnTo>
                  <a:pt x="5237" y="11934"/>
                </a:lnTo>
                <a:lnTo>
                  <a:pt x="5310" y="11715"/>
                </a:lnTo>
                <a:lnTo>
                  <a:pt x="5407" y="11496"/>
                </a:lnTo>
                <a:lnTo>
                  <a:pt x="5553" y="11326"/>
                </a:lnTo>
                <a:lnTo>
                  <a:pt x="5748" y="11179"/>
                </a:lnTo>
                <a:lnTo>
                  <a:pt x="5943" y="11058"/>
                </a:lnTo>
                <a:lnTo>
                  <a:pt x="6187" y="10985"/>
                </a:lnTo>
                <a:lnTo>
                  <a:pt x="6430" y="10960"/>
                </a:lnTo>
                <a:lnTo>
                  <a:pt x="6430" y="10960"/>
                </a:lnTo>
                <a:lnTo>
                  <a:pt x="6674" y="10985"/>
                </a:lnTo>
                <a:lnTo>
                  <a:pt x="6917" y="11058"/>
                </a:lnTo>
                <a:lnTo>
                  <a:pt x="7112" y="11179"/>
                </a:lnTo>
                <a:lnTo>
                  <a:pt x="7307" y="11326"/>
                </a:lnTo>
                <a:lnTo>
                  <a:pt x="7453" y="11496"/>
                </a:lnTo>
                <a:lnTo>
                  <a:pt x="7550" y="11715"/>
                </a:lnTo>
                <a:lnTo>
                  <a:pt x="7623" y="11934"/>
                </a:lnTo>
                <a:lnTo>
                  <a:pt x="7648" y="12178"/>
                </a:lnTo>
                <a:lnTo>
                  <a:pt x="7648" y="12178"/>
                </a:lnTo>
                <a:lnTo>
                  <a:pt x="7648" y="12348"/>
                </a:lnTo>
                <a:lnTo>
                  <a:pt x="7623" y="12495"/>
                </a:lnTo>
                <a:lnTo>
                  <a:pt x="7575" y="12665"/>
                </a:lnTo>
                <a:lnTo>
                  <a:pt x="7502" y="12787"/>
                </a:lnTo>
                <a:lnTo>
                  <a:pt x="7404" y="12933"/>
                </a:lnTo>
                <a:lnTo>
                  <a:pt x="7307" y="13030"/>
                </a:lnTo>
                <a:lnTo>
                  <a:pt x="7185" y="13152"/>
                </a:lnTo>
                <a:lnTo>
                  <a:pt x="7063" y="13225"/>
                </a:lnTo>
                <a:lnTo>
                  <a:pt x="7063" y="13225"/>
                </a:lnTo>
                <a:close/>
              </a:path>
            </a:pathLst>
          </a:custGeom>
          <a:solidFill>
            <a:srgbClr val="00B050"/>
          </a:solidFill>
          <a:ln w="12175" cap="rnd" cmpd="sng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460" name="Shape 619">
            <a:extLst>
              <a:ext uri="{FF2B5EF4-FFF2-40B4-BE49-F238E27FC236}">
                <a16:creationId xmlns:a16="http://schemas.microsoft.com/office/drawing/2014/main" id="{57625698-133F-45D4-A7EB-1768AEB114EE}"/>
              </a:ext>
            </a:extLst>
          </p:cNvPr>
          <p:cNvGrpSpPr/>
          <p:nvPr/>
        </p:nvGrpSpPr>
        <p:grpSpPr>
          <a:xfrm>
            <a:off x="6723875" y="3807493"/>
            <a:ext cx="322897" cy="217019"/>
            <a:chOff x="1244800" y="3717225"/>
            <a:chExt cx="449375" cy="302025"/>
          </a:xfrm>
          <a:solidFill>
            <a:srgbClr val="00B050"/>
          </a:solidFill>
        </p:grpSpPr>
        <p:sp>
          <p:nvSpPr>
            <p:cNvPr id="461" name="Shape 620">
              <a:extLst>
                <a:ext uri="{FF2B5EF4-FFF2-40B4-BE49-F238E27FC236}">
                  <a16:creationId xmlns:a16="http://schemas.microsoft.com/office/drawing/2014/main" id="{4A4845F5-175D-497E-95A3-A32BCDC4D378}"/>
                </a:ext>
              </a:extLst>
            </p:cNvPr>
            <p:cNvSpPr/>
            <p:nvPr/>
          </p:nvSpPr>
          <p:spPr>
            <a:xfrm>
              <a:off x="1244800" y="3717225"/>
              <a:ext cx="449375" cy="302025"/>
            </a:xfrm>
            <a:custGeom>
              <a:avLst/>
              <a:gdLst/>
              <a:ahLst/>
              <a:cxnLst/>
              <a:rect l="0" t="0" r="0" b="0"/>
              <a:pathLst>
                <a:path w="17975" h="12081" fill="none" extrusionOk="0">
                  <a:moveTo>
                    <a:pt x="17000" y="0"/>
                  </a:moveTo>
                  <a:lnTo>
                    <a:pt x="974" y="0"/>
                  </a:lnTo>
                  <a:lnTo>
                    <a:pt x="974" y="0"/>
                  </a:lnTo>
                  <a:lnTo>
                    <a:pt x="780" y="25"/>
                  </a:lnTo>
                  <a:lnTo>
                    <a:pt x="585" y="73"/>
                  </a:lnTo>
                  <a:lnTo>
                    <a:pt x="414" y="171"/>
                  </a:lnTo>
                  <a:lnTo>
                    <a:pt x="292" y="292"/>
                  </a:lnTo>
                  <a:lnTo>
                    <a:pt x="171" y="439"/>
                  </a:lnTo>
                  <a:lnTo>
                    <a:pt x="73" y="609"/>
                  </a:lnTo>
                  <a:lnTo>
                    <a:pt x="25" y="780"/>
                  </a:lnTo>
                  <a:lnTo>
                    <a:pt x="0" y="974"/>
                  </a:lnTo>
                  <a:lnTo>
                    <a:pt x="0" y="11106"/>
                  </a:lnTo>
                  <a:lnTo>
                    <a:pt x="0" y="11106"/>
                  </a:lnTo>
                  <a:lnTo>
                    <a:pt x="25" y="11301"/>
                  </a:lnTo>
                  <a:lnTo>
                    <a:pt x="73" y="11471"/>
                  </a:lnTo>
                  <a:lnTo>
                    <a:pt x="171" y="11642"/>
                  </a:lnTo>
                  <a:lnTo>
                    <a:pt x="292" y="11788"/>
                  </a:lnTo>
                  <a:lnTo>
                    <a:pt x="414" y="11910"/>
                  </a:lnTo>
                  <a:lnTo>
                    <a:pt x="585" y="12007"/>
                  </a:lnTo>
                  <a:lnTo>
                    <a:pt x="780" y="12056"/>
                  </a:lnTo>
                  <a:lnTo>
                    <a:pt x="974" y="12080"/>
                  </a:lnTo>
                  <a:lnTo>
                    <a:pt x="17000" y="12080"/>
                  </a:lnTo>
                  <a:lnTo>
                    <a:pt x="17000" y="12080"/>
                  </a:lnTo>
                  <a:lnTo>
                    <a:pt x="17195" y="12056"/>
                  </a:lnTo>
                  <a:lnTo>
                    <a:pt x="17390" y="12007"/>
                  </a:lnTo>
                  <a:lnTo>
                    <a:pt x="17560" y="11910"/>
                  </a:lnTo>
                  <a:lnTo>
                    <a:pt x="17682" y="11788"/>
                  </a:lnTo>
                  <a:lnTo>
                    <a:pt x="17804" y="11642"/>
                  </a:lnTo>
                  <a:lnTo>
                    <a:pt x="17901" y="11471"/>
                  </a:lnTo>
                  <a:lnTo>
                    <a:pt x="17950" y="11301"/>
                  </a:lnTo>
                  <a:lnTo>
                    <a:pt x="17974" y="11106"/>
                  </a:lnTo>
                  <a:lnTo>
                    <a:pt x="17974" y="974"/>
                  </a:lnTo>
                  <a:lnTo>
                    <a:pt x="17974" y="974"/>
                  </a:lnTo>
                  <a:lnTo>
                    <a:pt x="17950" y="780"/>
                  </a:lnTo>
                  <a:lnTo>
                    <a:pt x="17901" y="609"/>
                  </a:lnTo>
                  <a:lnTo>
                    <a:pt x="17804" y="439"/>
                  </a:lnTo>
                  <a:lnTo>
                    <a:pt x="17682" y="292"/>
                  </a:lnTo>
                  <a:lnTo>
                    <a:pt x="17560" y="171"/>
                  </a:lnTo>
                  <a:lnTo>
                    <a:pt x="17390" y="73"/>
                  </a:lnTo>
                  <a:lnTo>
                    <a:pt x="17195" y="25"/>
                  </a:lnTo>
                  <a:lnTo>
                    <a:pt x="17000" y="0"/>
                  </a:lnTo>
                  <a:lnTo>
                    <a:pt x="1700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62" name="Shape 621">
              <a:extLst>
                <a:ext uri="{FF2B5EF4-FFF2-40B4-BE49-F238E27FC236}">
                  <a16:creationId xmlns:a16="http://schemas.microsoft.com/office/drawing/2014/main" id="{8ADDB50B-742F-48CE-B6AB-68BEAEA3AF17}"/>
                </a:ext>
              </a:extLst>
            </p:cNvPr>
            <p:cNvSpPr/>
            <p:nvPr/>
          </p:nvSpPr>
          <p:spPr>
            <a:xfrm>
              <a:off x="1244800" y="3795150"/>
              <a:ext cx="449375" cy="25"/>
            </a:xfrm>
            <a:custGeom>
              <a:avLst/>
              <a:gdLst/>
              <a:ahLst/>
              <a:cxnLst/>
              <a:rect l="0" t="0" r="0" b="0"/>
              <a:pathLst>
                <a:path w="17975" h="1" fill="none" extrusionOk="0">
                  <a:moveTo>
                    <a:pt x="17974" y="1"/>
                  </a:moveTo>
                  <a:lnTo>
                    <a:pt x="0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63" name="Shape 622">
              <a:extLst>
                <a:ext uri="{FF2B5EF4-FFF2-40B4-BE49-F238E27FC236}">
                  <a16:creationId xmlns:a16="http://schemas.microsoft.com/office/drawing/2014/main" id="{3F5405F7-472E-454B-85D2-2006D56E5DD4}"/>
                </a:ext>
              </a:extLst>
            </p:cNvPr>
            <p:cNvSpPr/>
            <p:nvPr/>
          </p:nvSpPr>
          <p:spPr>
            <a:xfrm>
              <a:off x="1244800" y="3853000"/>
              <a:ext cx="449375" cy="25"/>
            </a:xfrm>
            <a:custGeom>
              <a:avLst/>
              <a:gdLst/>
              <a:ahLst/>
              <a:cxnLst/>
              <a:rect l="0" t="0" r="0" b="0"/>
              <a:pathLst>
                <a:path w="17975" h="1" fill="none" extrusionOk="0">
                  <a:moveTo>
                    <a:pt x="0" y="0"/>
                  </a:moveTo>
                  <a:lnTo>
                    <a:pt x="17974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64" name="Shape 623">
              <a:extLst>
                <a:ext uri="{FF2B5EF4-FFF2-40B4-BE49-F238E27FC236}">
                  <a16:creationId xmlns:a16="http://schemas.microsoft.com/office/drawing/2014/main" id="{B67CA829-8D52-428A-A031-B2ABCF10C00D}"/>
                </a:ext>
              </a:extLst>
            </p:cNvPr>
            <p:cNvSpPr/>
            <p:nvPr/>
          </p:nvSpPr>
          <p:spPr>
            <a:xfrm>
              <a:off x="1302625" y="3893800"/>
              <a:ext cx="161375" cy="25"/>
            </a:xfrm>
            <a:custGeom>
              <a:avLst/>
              <a:gdLst/>
              <a:ahLst/>
              <a:cxnLst/>
              <a:rect l="0" t="0" r="0" b="0"/>
              <a:pathLst>
                <a:path w="6455" h="1" fill="none" extrusionOk="0">
                  <a:moveTo>
                    <a:pt x="6455" y="0"/>
                  </a:moveTo>
                  <a:lnTo>
                    <a:pt x="1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65" name="Shape 624">
              <a:extLst>
                <a:ext uri="{FF2B5EF4-FFF2-40B4-BE49-F238E27FC236}">
                  <a16:creationId xmlns:a16="http://schemas.microsoft.com/office/drawing/2014/main" id="{927176A6-00D9-44F6-B044-122458F236CE}"/>
                </a:ext>
              </a:extLst>
            </p:cNvPr>
            <p:cNvSpPr/>
            <p:nvPr/>
          </p:nvSpPr>
          <p:spPr>
            <a:xfrm>
              <a:off x="1302625" y="3933975"/>
              <a:ext cx="110250" cy="25"/>
            </a:xfrm>
            <a:custGeom>
              <a:avLst/>
              <a:gdLst/>
              <a:ahLst/>
              <a:cxnLst/>
              <a:rect l="0" t="0" r="0" b="0"/>
              <a:pathLst>
                <a:path w="4410" h="1" fill="none" extrusionOk="0">
                  <a:moveTo>
                    <a:pt x="4409" y="1"/>
                  </a:moveTo>
                  <a:lnTo>
                    <a:pt x="1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66" name="Shape 625">
              <a:extLst>
                <a:ext uri="{FF2B5EF4-FFF2-40B4-BE49-F238E27FC236}">
                  <a16:creationId xmlns:a16="http://schemas.microsoft.com/office/drawing/2014/main" id="{AEB63CB5-414D-48D3-817D-64538BA9E4B1}"/>
                </a:ext>
              </a:extLst>
            </p:cNvPr>
            <p:cNvSpPr/>
            <p:nvPr/>
          </p:nvSpPr>
          <p:spPr>
            <a:xfrm>
              <a:off x="1572975" y="3899875"/>
              <a:ext cx="62125" cy="40225"/>
            </a:xfrm>
            <a:custGeom>
              <a:avLst/>
              <a:gdLst/>
              <a:ahLst/>
              <a:cxnLst/>
              <a:rect l="0" t="0" r="0" b="0"/>
              <a:pathLst>
                <a:path w="2485" h="1609" fill="none" extrusionOk="0">
                  <a:moveTo>
                    <a:pt x="1998" y="1"/>
                  </a:move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1218"/>
                  </a:lnTo>
                  <a:lnTo>
                    <a:pt x="49" y="1316"/>
                  </a:lnTo>
                  <a:lnTo>
                    <a:pt x="98" y="1389"/>
                  </a:lnTo>
                  <a:lnTo>
                    <a:pt x="147" y="1462"/>
                  </a:lnTo>
                  <a:lnTo>
                    <a:pt x="220" y="1511"/>
                  </a:lnTo>
                  <a:lnTo>
                    <a:pt x="293" y="1559"/>
                  </a:lnTo>
                  <a:lnTo>
                    <a:pt x="390" y="1584"/>
                  </a:lnTo>
                  <a:lnTo>
                    <a:pt x="488" y="1608"/>
                  </a:lnTo>
                  <a:lnTo>
                    <a:pt x="1998" y="1608"/>
                  </a:lnTo>
                  <a:lnTo>
                    <a:pt x="1998" y="1608"/>
                  </a:lnTo>
                  <a:lnTo>
                    <a:pt x="2095" y="1584"/>
                  </a:lnTo>
                  <a:lnTo>
                    <a:pt x="2192" y="1559"/>
                  </a:lnTo>
                  <a:lnTo>
                    <a:pt x="2265" y="1511"/>
                  </a:lnTo>
                  <a:lnTo>
                    <a:pt x="2339" y="1462"/>
                  </a:lnTo>
                  <a:lnTo>
                    <a:pt x="2387" y="1389"/>
                  </a:lnTo>
                  <a:lnTo>
                    <a:pt x="2436" y="1316"/>
                  </a:lnTo>
                  <a:lnTo>
                    <a:pt x="2485" y="1218"/>
                  </a:lnTo>
                  <a:lnTo>
                    <a:pt x="2485" y="1121"/>
                  </a:lnTo>
                  <a:lnTo>
                    <a:pt x="2485" y="488"/>
                  </a:lnTo>
                  <a:lnTo>
                    <a:pt x="2485" y="488"/>
                  </a:lnTo>
                  <a:lnTo>
                    <a:pt x="2485" y="390"/>
                  </a:lnTo>
                  <a:lnTo>
                    <a:pt x="2436" y="293"/>
                  </a:lnTo>
                  <a:lnTo>
                    <a:pt x="2387" y="220"/>
                  </a:lnTo>
                  <a:lnTo>
                    <a:pt x="2339" y="147"/>
                  </a:lnTo>
                  <a:lnTo>
                    <a:pt x="2265" y="74"/>
                  </a:lnTo>
                  <a:lnTo>
                    <a:pt x="2192" y="25"/>
                  </a:lnTo>
                  <a:lnTo>
                    <a:pt x="2095" y="1"/>
                  </a:lnTo>
                  <a:lnTo>
                    <a:pt x="1998" y="1"/>
                  </a:lnTo>
                  <a:lnTo>
                    <a:pt x="1998" y="1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467" name="Shape 626">
            <a:extLst>
              <a:ext uri="{FF2B5EF4-FFF2-40B4-BE49-F238E27FC236}">
                <a16:creationId xmlns:a16="http://schemas.microsoft.com/office/drawing/2014/main" id="{9DE716F4-C872-4D49-9184-C85BC4C2E6B5}"/>
              </a:ext>
            </a:extLst>
          </p:cNvPr>
          <p:cNvGrpSpPr/>
          <p:nvPr/>
        </p:nvGrpSpPr>
        <p:grpSpPr>
          <a:xfrm>
            <a:off x="7293965" y="3788037"/>
            <a:ext cx="314149" cy="245456"/>
            <a:chOff x="1923075" y="3694075"/>
            <a:chExt cx="437200" cy="341600"/>
          </a:xfrm>
          <a:solidFill>
            <a:srgbClr val="00B050"/>
          </a:solidFill>
        </p:grpSpPr>
        <p:sp>
          <p:nvSpPr>
            <p:cNvPr id="468" name="Shape 627">
              <a:extLst>
                <a:ext uri="{FF2B5EF4-FFF2-40B4-BE49-F238E27FC236}">
                  <a16:creationId xmlns:a16="http://schemas.microsoft.com/office/drawing/2014/main" id="{3D8CDE6E-9AC2-489E-AC51-550B16A1BCCD}"/>
                </a:ext>
              </a:extLst>
            </p:cNvPr>
            <p:cNvSpPr/>
            <p:nvPr/>
          </p:nvSpPr>
          <p:spPr>
            <a:xfrm>
              <a:off x="2247600" y="3983300"/>
              <a:ext cx="52400" cy="52375"/>
            </a:xfrm>
            <a:custGeom>
              <a:avLst/>
              <a:gdLst/>
              <a:ahLst/>
              <a:cxnLst/>
              <a:rect l="0" t="0" r="0" b="0"/>
              <a:pathLst>
                <a:path w="2096" h="2095" fill="none" extrusionOk="0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3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3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69" name="Shape 628">
              <a:extLst>
                <a:ext uri="{FF2B5EF4-FFF2-40B4-BE49-F238E27FC236}">
                  <a16:creationId xmlns:a16="http://schemas.microsoft.com/office/drawing/2014/main" id="{9673D8ED-122C-43C7-BE6B-AF0117A02A80}"/>
                </a:ext>
              </a:extLst>
            </p:cNvPr>
            <p:cNvSpPr/>
            <p:nvPr/>
          </p:nvSpPr>
          <p:spPr>
            <a:xfrm>
              <a:off x="2035100" y="3983300"/>
              <a:ext cx="52400" cy="52375"/>
            </a:xfrm>
            <a:custGeom>
              <a:avLst/>
              <a:gdLst/>
              <a:ahLst/>
              <a:cxnLst/>
              <a:rect l="0" t="0" r="0" b="0"/>
              <a:pathLst>
                <a:path w="2096" h="2095" fill="none" extrusionOk="0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4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4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70" name="Shape 629">
              <a:extLst>
                <a:ext uri="{FF2B5EF4-FFF2-40B4-BE49-F238E27FC236}">
                  <a16:creationId xmlns:a16="http://schemas.microsoft.com/office/drawing/2014/main" id="{84C9A9C2-17DA-4369-8E9D-6CE313631027}"/>
                </a:ext>
              </a:extLst>
            </p:cNvPr>
            <p:cNvSpPr/>
            <p:nvPr/>
          </p:nvSpPr>
          <p:spPr>
            <a:xfrm>
              <a:off x="1923075" y="3694075"/>
              <a:ext cx="437200" cy="280100"/>
            </a:xfrm>
            <a:custGeom>
              <a:avLst/>
              <a:gdLst/>
              <a:ahLst/>
              <a:cxnLst/>
              <a:rect l="0" t="0" r="0" b="0"/>
              <a:pathLst>
                <a:path w="17488" h="11204" fill="none" extrusionOk="0">
                  <a:moveTo>
                    <a:pt x="14516" y="10912"/>
                  </a:moveTo>
                  <a:lnTo>
                    <a:pt x="5675" y="10912"/>
                  </a:lnTo>
                  <a:lnTo>
                    <a:pt x="6089" y="9889"/>
                  </a:lnTo>
                  <a:lnTo>
                    <a:pt x="6089" y="9889"/>
                  </a:lnTo>
                  <a:lnTo>
                    <a:pt x="6235" y="9913"/>
                  </a:lnTo>
                  <a:lnTo>
                    <a:pt x="6406" y="9913"/>
                  </a:lnTo>
                  <a:lnTo>
                    <a:pt x="13810" y="9231"/>
                  </a:lnTo>
                  <a:lnTo>
                    <a:pt x="13810" y="9231"/>
                  </a:lnTo>
                  <a:lnTo>
                    <a:pt x="13980" y="9207"/>
                  </a:lnTo>
                  <a:lnTo>
                    <a:pt x="14151" y="9134"/>
                  </a:lnTo>
                  <a:lnTo>
                    <a:pt x="14297" y="9061"/>
                  </a:lnTo>
                  <a:lnTo>
                    <a:pt x="14467" y="8963"/>
                  </a:lnTo>
                  <a:lnTo>
                    <a:pt x="14614" y="8866"/>
                  </a:lnTo>
                  <a:lnTo>
                    <a:pt x="14735" y="8744"/>
                  </a:lnTo>
                  <a:lnTo>
                    <a:pt x="14833" y="8598"/>
                  </a:lnTo>
                  <a:lnTo>
                    <a:pt x="14930" y="8452"/>
                  </a:lnTo>
                  <a:lnTo>
                    <a:pt x="17414" y="3142"/>
                  </a:lnTo>
                  <a:lnTo>
                    <a:pt x="17414" y="3142"/>
                  </a:lnTo>
                  <a:lnTo>
                    <a:pt x="17463" y="2996"/>
                  </a:lnTo>
                  <a:lnTo>
                    <a:pt x="17487" y="2875"/>
                  </a:lnTo>
                  <a:lnTo>
                    <a:pt x="17463" y="2753"/>
                  </a:lnTo>
                  <a:lnTo>
                    <a:pt x="17439" y="2631"/>
                  </a:lnTo>
                  <a:lnTo>
                    <a:pt x="17366" y="2558"/>
                  </a:lnTo>
                  <a:lnTo>
                    <a:pt x="17244" y="2485"/>
                  </a:lnTo>
                  <a:lnTo>
                    <a:pt x="17122" y="2436"/>
                  </a:lnTo>
                  <a:lnTo>
                    <a:pt x="16976" y="2412"/>
                  </a:lnTo>
                  <a:lnTo>
                    <a:pt x="4579" y="1998"/>
                  </a:lnTo>
                  <a:lnTo>
                    <a:pt x="4214" y="366"/>
                  </a:lnTo>
                  <a:lnTo>
                    <a:pt x="4214" y="366"/>
                  </a:lnTo>
                  <a:lnTo>
                    <a:pt x="4141" y="220"/>
                  </a:lnTo>
                  <a:lnTo>
                    <a:pt x="4043" y="98"/>
                  </a:lnTo>
                  <a:lnTo>
                    <a:pt x="3897" y="25"/>
                  </a:lnTo>
                  <a:lnTo>
                    <a:pt x="372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22"/>
                  </a:lnTo>
                  <a:lnTo>
                    <a:pt x="74" y="196"/>
                  </a:lnTo>
                  <a:lnTo>
                    <a:pt x="25" y="293"/>
                  </a:lnTo>
                  <a:lnTo>
                    <a:pt x="1" y="366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585"/>
                  </a:lnTo>
                  <a:lnTo>
                    <a:pt x="25" y="658"/>
                  </a:lnTo>
                  <a:lnTo>
                    <a:pt x="74" y="756"/>
                  </a:lnTo>
                  <a:lnTo>
                    <a:pt x="147" y="829"/>
                  </a:lnTo>
                  <a:lnTo>
                    <a:pt x="220" y="877"/>
                  </a:lnTo>
                  <a:lnTo>
                    <a:pt x="293" y="926"/>
                  </a:lnTo>
                  <a:lnTo>
                    <a:pt x="390" y="951"/>
                  </a:lnTo>
                  <a:lnTo>
                    <a:pt x="488" y="975"/>
                  </a:lnTo>
                  <a:lnTo>
                    <a:pt x="3337" y="975"/>
                  </a:lnTo>
                  <a:lnTo>
                    <a:pt x="5286" y="9256"/>
                  </a:lnTo>
                  <a:lnTo>
                    <a:pt x="4506" y="11204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71" name="Shape 630">
              <a:extLst>
                <a:ext uri="{FF2B5EF4-FFF2-40B4-BE49-F238E27FC236}">
                  <a16:creationId xmlns:a16="http://schemas.microsoft.com/office/drawing/2014/main" id="{917D7E41-04CC-4FA3-BE3E-60313CB8EDB3}"/>
                </a:ext>
              </a:extLst>
            </p:cNvPr>
            <p:cNvSpPr/>
            <p:nvPr/>
          </p:nvSpPr>
          <p:spPr>
            <a:xfrm>
              <a:off x="2261000" y="3781750"/>
              <a:ext cx="48725" cy="108400"/>
            </a:xfrm>
            <a:custGeom>
              <a:avLst/>
              <a:gdLst/>
              <a:ahLst/>
              <a:cxnLst/>
              <a:rect l="0" t="0" r="0" b="0"/>
              <a:pathLst>
                <a:path w="1949" h="4336" fill="none" extrusionOk="0">
                  <a:moveTo>
                    <a:pt x="1" y="4336"/>
                  </a:moveTo>
                  <a:lnTo>
                    <a:pt x="1949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72" name="Shape 631">
              <a:extLst>
                <a:ext uri="{FF2B5EF4-FFF2-40B4-BE49-F238E27FC236}">
                  <a16:creationId xmlns:a16="http://schemas.microsoft.com/office/drawing/2014/main" id="{DAF3D132-B32F-4D2B-AEB2-1DCE64DAA698}"/>
                </a:ext>
              </a:extLst>
            </p:cNvPr>
            <p:cNvSpPr/>
            <p:nvPr/>
          </p:nvSpPr>
          <p:spPr>
            <a:xfrm>
              <a:off x="2225675" y="3780550"/>
              <a:ext cx="32300" cy="113875"/>
            </a:xfrm>
            <a:custGeom>
              <a:avLst/>
              <a:gdLst/>
              <a:ahLst/>
              <a:cxnLst/>
              <a:rect l="0" t="0" r="0" b="0"/>
              <a:pathLst>
                <a:path w="1292" h="4555" fill="none" extrusionOk="0">
                  <a:moveTo>
                    <a:pt x="1" y="4554"/>
                  </a:moveTo>
                  <a:lnTo>
                    <a:pt x="1292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73" name="Shape 632">
              <a:extLst>
                <a:ext uri="{FF2B5EF4-FFF2-40B4-BE49-F238E27FC236}">
                  <a16:creationId xmlns:a16="http://schemas.microsoft.com/office/drawing/2014/main" id="{71EB1A9A-E7A4-4CDD-8709-EE6860864EA2}"/>
                </a:ext>
              </a:extLst>
            </p:cNvPr>
            <p:cNvSpPr/>
            <p:nvPr/>
          </p:nvSpPr>
          <p:spPr>
            <a:xfrm>
              <a:off x="2190375" y="3779325"/>
              <a:ext cx="15850" cy="119350"/>
            </a:xfrm>
            <a:custGeom>
              <a:avLst/>
              <a:gdLst/>
              <a:ahLst/>
              <a:cxnLst/>
              <a:rect l="0" t="0" r="0" b="0"/>
              <a:pathLst>
                <a:path w="634" h="4774" fill="none" extrusionOk="0">
                  <a:moveTo>
                    <a:pt x="0" y="4774"/>
                  </a:moveTo>
                  <a:lnTo>
                    <a:pt x="634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74" name="Shape 633">
              <a:extLst>
                <a:ext uri="{FF2B5EF4-FFF2-40B4-BE49-F238E27FC236}">
                  <a16:creationId xmlns:a16="http://schemas.microsoft.com/office/drawing/2014/main" id="{B851A784-1E00-4489-894F-DC78E0A4015E}"/>
                </a:ext>
              </a:extLst>
            </p:cNvPr>
            <p:cNvSpPr/>
            <p:nvPr/>
          </p:nvSpPr>
          <p:spPr>
            <a:xfrm>
              <a:off x="2154450" y="3777500"/>
              <a:ext cx="1250" cy="126050"/>
            </a:xfrm>
            <a:custGeom>
              <a:avLst/>
              <a:gdLst/>
              <a:ahLst/>
              <a:cxnLst/>
              <a:rect l="0" t="0" r="0" b="0"/>
              <a:pathLst>
                <a:path w="50" h="5042" fill="none" extrusionOk="0">
                  <a:moveTo>
                    <a:pt x="49" y="5042"/>
                  </a:moveTo>
                  <a:lnTo>
                    <a:pt x="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75" name="Shape 634">
              <a:extLst>
                <a:ext uri="{FF2B5EF4-FFF2-40B4-BE49-F238E27FC236}">
                  <a16:creationId xmlns:a16="http://schemas.microsoft.com/office/drawing/2014/main" id="{C7D67A0B-9E08-4B2E-BA63-5D7267E7225A}"/>
                </a:ext>
              </a:extLst>
            </p:cNvPr>
            <p:cNvSpPr/>
            <p:nvPr/>
          </p:nvSpPr>
          <p:spPr>
            <a:xfrm>
              <a:off x="2103300" y="3776275"/>
              <a:ext cx="17075" cy="131550"/>
            </a:xfrm>
            <a:custGeom>
              <a:avLst/>
              <a:gdLst/>
              <a:ahLst/>
              <a:cxnLst/>
              <a:rect l="0" t="0" r="0" b="0"/>
              <a:pathLst>
                <a:path w="683" h="5262" fill="none" extrusionOk="0">
                  <a:moveTo>
                    <a:pt x="683" y="5261"/>
                  </a:moveTo>
                  <a:lnTo>
                    <a:pt x="1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76" name="Shape 635">
              <a:extLst>
                <a:ext uri="{FF2B5EF4-FFF2-40B4-BE49-F238E27FC236}">
                  <a16:creationId xmlns:a16="http://schemas.microsoft.com/office/drawing/2014/main" id="{4DF4A830-CFDA-455E-A69A-C848A1F08C85}"/>
                </a:ext>
              </a:extLst>
            </p:cNvPr>
            <p:cNvSpPr/>
            <p:nvPr/>
          </p:nvSpPr>
          <p:spPr>
            <a:xfrm>
              <a:off x="2051550" y="3775050"/>
              <a:ext cx="34125" cy="137025"/>
            </a:xfrm>
            <a:custGeom>
              <a:avLst/>
              <a:gdLst/>
              <a:ahLst/>
              <a:cxnLst/>
              <a:rect l="0" t="0" r="0" b="0"/>
              <a:pathLst>
                <a:path w="1365" h="5481" fill="none" extrusionOk="0">
                  <a:moveTo>
                    <a:pt x="1364" y="5481"/>
                  </a:moveTo>
                  <a:lnTo>
                    <a:pt x="0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477" name="Shape 636">
            <a:extLst>
              <a:ext uri="{FF2B5EF4-FFF2-40B4-BE49-F238E27FC236}">
                <a16:creationId xmlns:a16="http://schemas.microsoft.com/office/drawing/2014/main" id="{B77F60AA-C009-47C1-85FE-62ACA921A56D}"/>
              </a:ext>
            </a:extLst>
          </p:cNvPr>
          <p:cNvGrpSpPr/>
          <p:nvPr/>
        </p:nvGrpSpPr>
        <p:grpSpPr>
          <a:xfrm>
            <a:off x="7862521" y="3783435"/>
            <a:ext cx="308023" cy="252892"/>
            <a:chOff x="2599525" y="3688600"/>
            <a:chExt cx="428675" cy="351950"/>
          </a:xfrm>
          <a:solidFill>
            <a:srgbClr val="00B050"/>
          </a:solidFill>
        </p:grpSpPr>
        <p:sp>
          <p:nvSpPr>
            <p:cNvPr id="478" name="Shape 637">
              <a:extLst>
                <a:ext uri="{FF2B5EF4-FFF2-40B4-BE49-F238E27FC236}">
                  <a16:creationId xmlns:a16="http://schemas.microsoft.com/office/drawing/2014/main" id="{06FCC0C2-C577-4380-B210-B45166B2266A}"/>
                </a:ext>
              </a:extLst>
            </p:cNvPr>
            <p:cNvSpPr/>
            <p:nvPr/>
          </p:nvSpPr>
          <p:spPr>
            <a:xfrm>
              <a:off x="2599525" y="3688600"/>
              <a:ext cx="428675" cy="168675"/>
            </a:xfrm>
            <a:custGeom>
              <a:avLst/>
              <a:gdLst/>
              <a:ahLst/>
              <a:cxnLst/>
              <a:rect l="0" t="0" r="0" b="0"/>
              <a:pathLst>
                <a:path w="17147" h="6747" fill="none" extrusionOk="0">
                  <a:moveTo>
                    <a:pt x="16660" y="1876"/>
                  </a:moveTo>
                  <a:lnTo>
                    <a:pt x="11594" y="1876"/>
                  </a:lnTo>
                  <a:lnTo>
                    <a:pt x="11594" y="1462"/>
                  </a:lnTo>
                  <a:lnTo>
                    <a:pt x="11594" y="1462"/>
                  </a:lnTo>
                  <a:lnTo>
                    <a:pt x="11594" y="1316"/>
                  </a:lnTo>
                  <a:lnTo>
                    <a:pt x="11569" y="1170"/>
                  </a:lnTo>
                  <a:lnTo>
                    <a:pt x="11472" y="902"/>
                  </a:lnTo>
                  <a:lnTo>
                    <a:pt x="11350" y="658"/>
                  </a:lnTo>
                  <a:lnTo>
                    <a:pt x="11155" y="439"/>
                  </a:lnTo>
                  <a:lnTo>
                    <a:pt x="10961" y="268"/>
                  </a:lnTo>
                  <a:lnTo>
                    <a:pt x="10693" y="122"/>
                  </a:lnTo>
                  <a:lnTo>
                    <a:pt x="10425" y="49"/>
                  </a:lnTo>
                  <a:lnTo>
                    <a:pt x="10279" y="25"/>
                  </a:lnTo>
                  <a:lnTo>
                    <a:pt x="10133" y="1"/>
                  </a:lnTo>
                  <a:lnTo>
                    <a:pt x="7015" y="1"/>
                  </a:lnTo>
                  <a:lnTo>
                    <a:pt x="7015" y="1"/>
                  </a:lnTo>
                  <a:lnTo>
                    <a:pt x="6869" y="25"/>
                  </a:lnTo>
                  <a:lnTo>
                    <a:pt x="6723" y="49"/>
                  </a:lnTo>
                  <a:lnTo>
                    <a:pt x="6455" y="122"/>
                  </a:lnTo>
                  <a:lnTo>
                    <a:pt x="6187" y="268"/>
                  </a:lnTo>
                  <a:lnTo>
                    <a:pt x="5992" y="439"/>
                  </a:lnTo>
                  <a:lnTo>
                    <a:pt x="5797" y="658"/>
                  </a:lnTo>
                  <a:lnTo>
                    <a:pt x="5676" y="902"/>
                  </a:lnTo>
                  <a:lnTo>
                    <a:pt x="5578" y="1170"/>
                  </a:lnTo>
                  <a:lnTo>
                    <a:pt x="5554" y="1316"/>
                  </a:lnTo>
                  <a:lnTo>
                    <a:pt x="5554" y="1462"/>
                  </a:lnTo>
                  <a:lnTo>
                    <a:pt x="5554" y="1876"/>
                  </a:lnTo>
                  <a:lnTo>
                    <a:pt x="488" y="1876"/>
                  </a:lnTo>
                  <a:lnTo>
                    <a:pt x="488" y="1876"/>
                  </a:lnTo>
                  <a:lnTo>
                    <a:pt x="391" y="1876"/>
                  </a:lnTo>
                  <a:lnTo>
                    <a:pt x="293" y="1900"/>
                  </a:lnTo>
                  <a:lnTo>
                    <a:pt x="220" y="1949"/>
                  </a:lnTo>
                  <a:lnTo>
                    <a:pt x="147" y="2022"/>
                  </a:lnTo>
                  <a:lnTo>
                    <a:pt x="74" y="2071"/>
                  </a:lnTo>
                  <a:lnTo>
                    <a:pt x="50" y="2168"/>
                  </a:lnTo>
                  <a:lnTo>
                    <a:pt x="1" y="2266"/>
                  </a:lnTo>
                  <a:lnTo>
                    <a:pt x="1" y="2363"/>
                  </a:lnTo>
                  <a:lnTo>
                    <a:pt x="1" y="5773"/>
                  </a:lnTo>
                  <a:lnTo>
                    <a:pt x="1" y="5773"/>
                  </a:lnTo>
                  <a:lnTo>
                    <a:pt x="25" y="5967"/>
                  </a:lnTo>
                  <a:lnTo>
                    <a:pt x="74" y="6138"/>
                  </a:lnTo>
                  <a:lnTo>
                    <a:pt x="171" y="6308"/>
                  </a:lnTo>
                  <a:lnTo>
                    <a:pt x="293" y="6455"/>
                  </a:lnTo>
                  <a:lnTo>
                    <a:pt x="439" y="6576"/>
                  </a:lnTo>
                  <a:lnTo>
                    <a:pt x="585" y="6674"/>
                  </a:lnTo>
                  <a:lnTo>
                    <a:pt x="780" y="6722"/>
                  </a:lnTo>
                  <a:lnTo>
                    <a:pt x="975" y="6747"/>
                  </a:lnTo>
                  <a:lnTo>
                    <a:pt x="7721" y="6747"/>
                  </a:lnTo>
                  <a:lnTo>
                    <a:pt x="7721" y="6138"/>
                  </a:lnTo>
                  <a:lnTo>
                    <a:pt x="7721" y="6138"/>
                  </a:lnTo>
                  <a:lnTo>
                    <a:pt x="7746" y="6041"/>
                  </a:lnTo>
                  <a:lnTo>
                    <a:pt x="7770" y="5967"/>
                  </a:lnTo>
                  <a:lnTo>
                    <a:pt x="7819" y="5870"/>
                  </a:lnTo>
                  <a:lnTo>
                    <a:pt x="7868" y="5797"/>
                  </a:lnTo>
                  <a:lnTo>
                    <a:pt x="7941" y="5748"/>
                  </a:lnTo>
                  <a:lnTo>
                    <a:pt x="8038" y="5700"/>
                  </a:lnTo>
                  <a:lnTo>
                    <a:pt x="8111" y="5675"/>
                  </a:lnTo>
                  <a:lnTo>
                    <a:pt x="8209" y="5651"/>
                  </a:lnTo>
                  <a:lnTo>
                    <a:pt x="8939" y="5651"/>
                  </a:lnTo>
                  <a:lnTo>
                    <a:pt x="8939" y="5651"/>
                  </a:lnTo>
                  <a:lnTo>
                    <a:pt x="9037" y="5675"/>
                  </a:lnTo>
                  <a:lnTo>
                    <a:pt x="9110" y="5700"/>
                  </a:lnTo>
                  <a:lnTo>
                    <a:pt x="9207" y="5748"/>
                  </a:lnTo>
                  <a:lnTo>
                    <a:pt x="9280" y="5797"/>
                  </a:lnTo>
                  <a:lnTo>
                    <a:pt x="9329" y="5870"/>
                  </a:lnTo>
                  <a:lnTo>
                    <a:pt x="9378" y="5967"/>
                  </a:lnTo>
                  <a:lnTo>
                    <a:pt x="9402" y="6041"/>
                  </a:lnTo>
                  <a:lnTo>
                    <a:pt x="9426" y="6138"/>
                  </a:lnTo>
                  <a:lnTo>
                    <a:pt x="9426" y="6747"/>
                  </a:lnTo>
                  <a:lnTo>
                    <a:pt x="16173" y="6747"/>
                  </a:lnTo>
                  <a:lnTo>
                    <a:pt x="16173" y="6747"/>
                  </a:lnTo>
                  <a:lnTo>
                    <a:pt x="16367" y="6722"/>
                  </a:lnTo>
                  <a:lnTo>
                    <a:pt x="16562" y="6674"/>
                  </a:lnTo>
                  <a:lnTo>
                    <a:pt x="16708" y="6576"/>
                  </a:lnTo>
                  <a:lnTo>
                    <a:pt x="16855" y="6455"/>
                  </a:lnTo>
                  <a:lnTo>
                    <a:pt x="16976" y="6308"/>
                  </a:lnTo>
                  <a:lnTo>
                    <a:pt x="17074" y="6138"/>
                  </a:lnTo>
                  <a:lnTo>
                    <a:pt x="17122" y="5967"/>
                  </a:lnTo>
                  <a:lnTo>
                    <a:pt x="17147" y="5773"/>
                  </a:lnTo>
                  <a:lnTo>
                    <a:pt x="17147" y="2363"/>
                  </a:lnTo>
                  <a:lnTo>
                    <a:pt x="17147" y="2363"/>
                  </a:lnTo>
                  <a:lnTo>
                    <a:pt x="17147" y="2266"/>
                  </a:lnTo>
                  <a:lnTo>
                    <a:pt x="17098" y="2168"/>
                  </a:lnTo>
                  <a:lnTo>
                    <a:pt x="17074" y="2071"/>
                  </a:lnTo>
                  <a:lnTo>
                    <a:pt x="17001" y="2022"/>
                  </a:lnTo>
                  <a:lnTo>
                    <a:pt x="16928" y="1949"/>
                  </a:lnTo>
                  <a:lnTo>
                    <a:pt x="16855" y="1900"/>
                  </a:lnTo>
                  <a:lnTo>
                    <a:pt x="16757" y="1876"/>
                  </a:lnTo>
                  <a:lnTo>
                    <a:pt x="16660" y="1876"/>
                  </a:lnTo>
                  <a:lnTo>
                    <a:pt x="16660" y="1876"/>
                  </a:lnTo>
                  <a:close/>
                  <a:moveTo>
                    <a:pt x="10620" y="1876"/>
                  </a:moveTo>
                  <a:lnTo>
                    <a:pt x="6528" y="1876"/>
                  </a:lnTo>
                  <a:lnTo>
                    <a:pt x="6528" y="1462"/>
                  </a:lnTo>
                  <a:lnTo>
                    <a:pt x="6528" y="1462"/>
                  </a:lnTo>
                  <a:lnTo>
                    <a:pt x="6528" y="1364"/>
                  </a:lnTo>
                  <a:lnTo>
                    <a:pt x="6577" y="1291"/>
                  </a:lnTo>
                  <a:lnTo>
                    <a:pt x="6601" y="1194"/>
                  </a:lnTo>
                  <a:lnTo>
                    <a:pt x="6674" y="1121"/>
                  </a:lnTo>
                  <a:lnTo>
                    <a:pt x="6747" y="1072"/>
                  </a:lnTo>
                  <a:lnTo>
                    <a:pt x="6820" y="1023"/>
                  </a:lnTo>
                  <a:lnTo>
                    <a:pt x="6918" y="999"/>
                  </a:lnTo>
                  <a:lnTo>
                    <a:pt x="7015" y="975"/>
                  </a:lnTo>
                  <a:lnTo>
                    <a:pt x="10133" y="975"/>
                  </a:lnTo>
                  <a:lnTo>
                    <a:pt x="10133" y="975"/>
                  </a:lnTo>
                  <a:lnTo>
                    <a:pt x="10230" y="999"/>
                  </a:lnTo>
                  <a:lnTo>
                    <a:pt x="10327" y="1023"/>
                  </a:lnTo>
                  <a:lnTo>
                    <a:pt x="10400" y="1072"/>
                  </a:lnTo>
                  <a:lnTo>
                    <a:pt x="10474" y="1121"/>
                  </a:lnTo>
                  <a:lnTo>
                    <a:pt x="10547" y="1194"/>
                  </a:lnTo>
                  <a:lnTo>
                    <a:pt x="10571" y="1291"/>
                  </a:lnTo>
                  <a:lnTo>
                    <a:pt x="10620" y="1364"/>
                  </a:lnTo>
                  <a:lnTo>
                    <a:pt x="10620" y="1462"/>
                  </a:lnTo>
                  <a:lnTo>
                    <a:pt x="10620" y="1876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79" name="Shape 638">
              <a:extLst>
                <a:ext uri="{FF2B5EF4-FFF2-40B4-BE49-F238E27FC236}">
                  <a16:creationId xmlns:a16="http://schemas.microsoft.com/office/drawing/2014/main" id="{AEA763DD-D1BB-4F70-BC59-30A7AB9FE090}"/>
                </a:ext>
              </a:extLst>
            </p:cNvPr>
            <p:cNvSpPr/>
            <p:nvPr/>
          </p:nvSpPr>
          <p:spPr>
            <a:xfrm>
              <a:off x="2792550" y="3862125"/>
              <a:ext cx="42650" cy="23775"/>
            </a:xfrm>
            <a:custGeom>
              <a:avLst/>
              <a:gdLst/>
              <a:ahLst/>
              <a:cxnLst/>
              <a:rect l="0" t="0" r="0" b="0"/>
              <a:pathLst>
                <a:path w="1706" h="951" fill="none" extrusionOk="0">
                  <a:moveTo>
                    <a:pt x="1705" y="1"/>
                  </a:moveTo>
                  <a:lnTo>
                    <a:pt x="1705" y="463"/>
                  </a:lnTo>
                  <a:lnTo>
                    <a:pt x="1705" y="463"/>
                  </a:lnTo>
                  <a:lnTo>
                    <a:pt x="1681" y="561"/>
                  </a:lnTo>
                  <a:lnTo>
                    <a:pt x="1657" y="658"/>
                  </a:lnTo>
                  <a:lnTo>
                    <a:pt x="1608" y="756"/>
                  </a:lnTo>
                  <a:lnTo>
                    <a:pt x="1559" y="804"/>
                  </a:lnTo>
                  <a:lnTo>
                    <a:pt x="1486" y="877"/>
                  </a:lnTo>
                  <a:lnTo>
                    <a:pt x="1389" y="926"/>
                  </a:lnTo>
                  <a:lnTo>
                    <a:pt x="1316" y="951"/>
                  </a:lnTo>
                  <a:lnTo>
                    <a:pt x="1218" y="951"/>
                  </a:lnTo>
                  <a:lnTo>
                    <a:pt x="488" y="951"/>
                  </a:lnTo>
                  <a:lnTo>
                    <a:pt x="488" y="951"/>
                  </a:lnTo>
                  <a:lnTo>
                    <a:pt x="390" y="951"/>
                  </a:lnTo>
                  <a:lnTo>
                    <a:pt x="317" y="926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56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0" y="463"/>
                  </a:lnTo>
                  <a:lnTo>
                    <a:pt x="0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80" name="Shape 639">
              <a:extLst>
                <a:ext uri="{FF2B5EF4-FFF2-40B4-BE49-F238E27FC236}">
                  <a16:creationId xmlns:a16="http://schemas.microsoft.com/office/drawing/2014/main" id="{E69E0DF4-7A97-4F12-A09E-BAC17CA49CEA}"/>
                </a:ext>
              </a:extLst>
            </p:cNvPr>
            <p:cNvSpPr/>
            <p:nvPr/>
          </p:nvSpPr>
          <p:spPr>
            <a:xfrm>
              <a:off x="2599525" y="3852375"/>
              <a:ext cx="428675" cy="188175"/>
            </a:xfrm>
            <a:custGeom>
              <a:avLst/>
              <a:gdLst/>
              <a:ahLst/>
              <a:cxnLst/>
              <a:rect l="0" t="0" r="0" b="0"/>
              <a:pathLst>
                <a:path w="17147" h="7527" fill="none" extrusionOk="0">
                  <a:moveTo>
                    <a:pt x="1" y="1"/>
                  </a:moveTo>
                  <a:lnTo>
                    <a:pt x="1" y="7040"/>
                  </a:lnTo>
                  <a:lnTo>
                    <a:pt x="1" y="7040"/>
                  </a:lnTo>
                  <a:lnTo>
                    <a:pt x="1" y="7137"/>
                  </a:lnTo>
                  <a:lnTo>
                    <a:pt x="50" y="7210"/>
                  </a:lnTo>
                  <a:lnTo>
                    <a:pt x="74" y="7307"/>
                  </a:lnTo>
                  <a:lnTo>
                    <a:pt x="147" y="7381"/>
                  </a:lnTo>
                  <a:lnTo>
                    <a:pt x="220" y="7429"/>
                  </a:lnTo>
                  <a:lnTo>
                    <a:pt x="293" y="7478"/>
                  </a:lnTo>
                  <a:lnTo>
                    <a:pt x="391" y="7502"/>
                  </a:lnTo>
                  <a:lnTo>
                    <a:pt x="488" y="7527"/>
                  </a:lnTo>
                  <a:lnTo>
                    <a:pt x="16660" y="7527"/>
                  </a:lnTo>
                  <a:lnTo>
                    <a:pt x="16660" y="7527"/>
                  </a:lnTo>
                  <a:lnTo>
                    <a:pt x="16757" y="7502"/>
                  </a:lnTo>
                  <a:lnTo>
                    <a:pt x="16855" y="7478"/>
                  </a:lnTo>
                  <a:lnTo>
                    <a:pt x="16928" y="7429"/>
                  </a:lnTo>
                  <a:lnTo>
                    <a:pt x="17001" y="7381"/>
                  </a:lnTo>
                  <a:lnTo>
                    <a:pt x="17074" y="7307"/>
                  </a:lnTo>
                  <a:lnTo>
                    <a:pt x="17098" y="7210"/>
                  </a:lnTo>
                  <a:lnTo>
                    <a:pt x="17147" y="7137"/>
                  </a:lnTo>
                  <a:lnTo>
                    <a:pt x="17147" y="7040"/>
                  </a:lnTo>
                  <a:lnTo>
                    <a:pt x="17147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481" name="Shape 640">
            <a:extLst>
              <a:ext uri="{FF2B5EF4-FFF2-40B4-BE49-F238E27FC236}">
                <a16:creationId xmlns:a16="http://schemas.microsoft.com/office/drawing/2014/main" id="{3F2F6337-3C4B-4490-BB4A-548B3EF9D52E}"/>
              </a:ext>
            </a:extLst>
          </p:cNvPr>
          <p:cNvGrpSpPr/>
          <p:nvPr/>
        </p:nvGrpSpPr>
        <p:grpSpPr>
          <a:xfrm>
            <a:off x="8444903" y="3762968"/>
            <a:ext cx="285281" cy="281329"/>
            <a:chOff x="3292425" y="3664250"/>
            <a:chExt cx="397025" cy="391525"/>
          </a:xfrm>
          <a:solidFill>
            <a:srgbClr val="00B050"/>
          </a:solidFill>
        </p:grpSpPr>
        <p:sp>
          <p:nvSpPr>
            <p:cNvPr id="482" name="Shape 641">
              <a:extLst>
                <a:ext uri="{FF2B5EF4-FFF2-40B4-BE49-F238E27FC236}">
                  <a16:creationId xmlns:a16="http://schemas.microsoft.com/office/drawing/2014/main" id="{D9305E72-28D1-41B3-AACD-FC5057092D95}"/>
                </a:ext>
              </a:extLst>
            </p:cNvPr>
            <p:cNvSpPr/>
            <p:nvPr/>
          </p:nvSpPr>
          <p:spPr>
            <a:xfrm>
              <a:off x="3292425" y="3680675"/>
              <a:ext cx="375100" cy="375100"/>
            </a:xfrm>
            <a:custGeom>
              <a:avLst/>
              <a:gdLst/>
              <a:ahLst/>
              <a:cxnLst/>
              <a:rect l="0" t="0" r="0" b="0"/>
              <a:pathLst>
                <a:path w="15004" h="15004" fill="none" extrusionOk="0">
                  <a:moveTo>
                    <a:pt x="7502" y="1"/>
                  </a:moveTo>
                  <a:lnTo>
                    <a:pt x="7502" y="1"/>
                  </a:lnTo>
                  <a:lnTo>
                    <a:pt x="7112" y="1"/>
                  </a:lnTo>
                  <a:lnTo>
                    <a:pt x="6747" y="50"/>
                  </a:lnTo>
                  <a:lnTo>
                    <a:pt x="6357" y="98"/>
                  </a:lnTo>
                  <a:lnTo>
                    <a:pt x="5992" y="147"/>
                  </a:lnTo>
                  <a:lnTo>
                    <a:pt x="5627" y="244"/>
                  </a:lnTo>
                  <a:lnTo>
                    <a:pt x="5261" y="342"/>
                  </a:lnTo>
                  <a:lnTo>
                    <a:pt x="4921" y="464"/>
                  </a:lnTo>
                  <a:lnTo>
                    <a:pt x="4580" y="585"/>
                  </a:lnTo>
                  <a:lnTo>
                    <a:pt x="4239" y="732"/>
                  </a:lnTo>
                  <a:lnTo>
                    <a:pt x="3922" y="902"/>
                  </a:lnTo>
                  <a:lnTo>
                    <a:pt x="3605" y="1097"/>
                  </a:lnTo>
                  <a:lnTo>
                    <a:pt x="3313" y="1292"/>
                  </a:lnTo>
                  <a:lnTo>
                    <a:pt x="3021" y="1487"/>
                  </a:lnTo>
                  <a:lnTo>
                    <a:pt x="2729" y="1706"/>
                  </a:lnTo>
                  <a:lnTo>
                    <a:pt x="2461" y="1949"/>
                  </a:lnTo>
                  <a:lnTo>
                    <a:pt x="2193" y="2193"/>
                  </a:lnTo>
                  <a:lnTo>
                    <a:pt x="1949" y="2461"/>
                  </a:lnTo>
                  <a:lnTo>
                    <a:pt x="1706" y="2729"/>
                  </a:lnTo>
                  <a:lnTo>
                    <a:pt x="1486" y="3021"/>
                  </a:lnTo>
                  <a:lnTo>
                    <a:pt x="1292" y="3313"/>
                  </a:lnTo>
                  <a:lnTo>
                    <a:pt x="1097" y="3605"/>
                  </a:lnTo>
                  <a:lnTo>
                    <a:pt x="902" y="3922"/>
                  </a:lnTo>
                  <a:lnTo>
                    <a:pt x="731" y="4239"/>
                  </a:lnTo>
                  <a:lnTo>
                    <a:pt x="585" y="4580"/>
                  </a:lnTo>
                  <a:lnTo>
                    <a:pt x="464" y="4921"/>
                  </a:lnTo>
                  <a:lnTo>
                    <a:pt x="342" y="5262"/>
                  </a:lnTo>
                  <a:lnTo>
                    <a:pt x="244" y="5627"/>
                  </a:lnTo>
                  <a:lnTo>
                    <a:pt x="147" y="5992"/>
                  </a:lnTo>
                  <a:lnTo>
                    <a:pt x="98" y="6358"/>
                  </a:lnTo>
                  <a:lnTo>
                    <a:pt x="50" y="6747"/>
                  </a:lnTo>
                  <a:lnTo>
                    <a:pt x="1" y="7113"/>
                  </a:lnTo>
                  <a:lnTo>
                    <a:pt x="1" y="7502"/>
                  </a:lnTo>
                  <a:lnTo>
                    <a:pt x="1" y="7502"/>
                  </a:lnTo>
                  <a:lnTo>
                    <a:pt x="1" y="7892"/>
                  </a:lnTo>
                  <a:lnTo>
                    <a:pt x="50" y="8257"/>
                  </a:lnTo>
                  <a:lnTo>
                    <a:pt x="98" y="8647"/>
                  </a:lnTo>
                  <a:lnTo>
                    <a:pt x="147" y="9012"/>
                  </a:lnTo>
                  <a:lnTo>
                    <a:pt x="244" y="9378"/>
                  </a:lnTo>
                  <a:lnTo>
                    <a:pt x="342" y="9743"/>
                  </a:lnTo>
                  <a:lnTo>
                    <a:pt x="464" y="10084"/>
                  </a:lnTo>
                  <a:lnTo>
                    <a:pt x="585" y="10425"/>
                  </a:lnTo>
                  <a:lnTo>
                    <a:pt x="731" y="10766"/>
                  </a:lnTo>
                  <a:lnTo>
                    <a:pt x="902" y="11082"/>
                  </a:lnTo>
                  <a:lnTo>
                    <a:pt x="1097" y="11399"/>
                  </a:lnTo>
                  <a:lnTo>
                    <a:pt x="1292" y="11691"/>
                  </a:lnTo>
                  <a:lnTo>
                    <a:pt x="1486" y="11984"/>
                  </a:lnTo>
                  <a:lnTo>
                    <a:pt x="1706" y="12276"/>
                  </a:lnTo>
                  <a:lnTo>
                    <a:pt x="1949" y="12544"/>
                  </a:lnTo>
                  <a:lnTo>
                    <a:pt x="2193" y="12812"/>
                  </a:lnTo>
                  <a:lnTo>
                    <a:pt x="2461" y="13055"/>
                  </a:lnTo>
                  <a:lnTo>
                    <a:pt x="2729" y="13299"/>
                  </a:lnTo>
                  <a:lnTo>
                    <a:pt x="3021" y="13518"/>
                  </a:lnTo>
                  <a:lnTo>
                    <a:pt x="3313" y="13713"/>
                  </a:lnTo>
                  <a:lnTo>
                    <a:pt x="3605" y="13908"/>
                  </a:lnTo>
                  <a:lnTo>
                    <a:pt x="3922" y="14102"/>
                  </a:lnTo>
                  <a:lnTo>
                    <a:pt x="4239" y="14273"/>
                  </a:lnTo>
                  <a:lnTo>
                    <a:pt x="4580" y="14419"/>
                  </a:lnTo>
                  <a:lnTo>
                    <a:pt x="4921" y="14541"/>
                  </a:lnTo>
                  <a:lnTo>
                    <a:pt x="5261" y="14663"/>
                  </a:lnTo>
                  <a:lnTo>
                    <a:pt x="5627" y="14760"/>
                  </a:lnTo>
                  <a:lnTo>
                    <a:pt x="5992" y="14857"/>
                  </a:lnTo>
                  <a:lnTo>
                    <a:pt x="6357" y="14906"/>
                  </a:lnTo>
                  <a:lnTo>
                    <a:pt x="6747" y="14955"/>
                  </a:lnTo>
                  <a:lnTo>
                    <a:pt x="7112" y="15004"/>
                  </a:lnTo>
                  <a:lnTo>
                    <a:pt x="7502" y="15004"/>
                  </a:lnTo>
                  <a:lnTo>
                    <a:pt x="7502" y="15004"/>
                  </a:lnTo>
                  <a:lnTo>
                    <a:pt x="7892" y="15004"/>
                  </a:lnTo>
                  <a:lnTo>
                    <a:pt x="8257" y="14955"/>
                  </a:lnTo>
                  <a:lnTo>
                    <a:pt x="8647" y="14906"/>
                  </a:lnTo>
                  <a:lnTo>
                    <a:pt x="9012" y="14857"/>
                  </a:lnTo>
                  <a:lnTo>
                    <a:pt x="9377" y="14760"/>
                  </a:lnTo>
                  <a:lnTo>
                    <a:pt x="9743" y="14663"/>
                  </a:lnTo>
                  <a:lnTo>
                    <a:pt x="10084" y="14541"/>
                  </a:lnTo>
                  <a:lnTo>
                    <a:pt x="10425" y="14419"/>
                  </a:lnTo>
                  <a:lnTo>
                    <a:pt x="10766" y="14273"/>
                  </a:lnTo>
                  <a:lnTo>
                    <a:pt x="11082" y="14102"/>
                  </a:lnTo>
                  <a:lnTo>
                    <a:pt x="11399" y="13908"/>
                  </a:lnTo>
                  <a:lnTo>
                    <a:pt x="11691" y="13713"/>
                  </a:lnTo>
                  <a:lnTo>
                    <a:pt x="11983" y="13518"/>
                  </a:lnTo>
                  <a:lnTo>
                    <a:pt x="12276" y="13299"/>
                  </a:lnTo>
                  <a:lnTo>
                    <a:pt x="12544" y="13055"/>
                  </a:lnTo>
                  <a:lnTo>
                    <a:pt x="12812" y="12812"/>
                  </a:lnTo>
                  <a:lnTo>
                    <a:pt x="13055" y="12544"/>
                  </a:lnTo>
                  <a:lnTo>
                    <a:pt x="13299" y="12276"/>
                  </a:lnTo>
                  <a:lnTo>
                    <a:pt x="13518" y="11984"/>
                  </a:lnTo>
                  <a:lnTo>
                    <a:pt x="13713" y="11691"/>
                  </a:lnTo>
                  <a:lnTo>
                    <a:pt x="13907" y="11399"/>
                  </a:lnTo>
                  <a:lnTo>
                    <a:pt x="14102" y="11082"/>
                  </a:lnTo>
                  <a:lnTo>
                    <a:pt x="14273" y="10766"/>
                  </a:lnTo>
                  <a:lnTo>
                    <a:pt x="14419" y="10425"/>
                  </a:lnTo>
                  <a:lnTo>
                    <a:pt x="14541" y="10084"/>
                  </a:lnTo>
                  <a:lnTo>
                    <a:pt x="14662" y="9743"/>
                  </a:lnTo>
                  <a:lnTo>
                    <a:pt x="14760" y="9378"/>
                  </a:lnTo>
                  <a:lnTo>
                    <a:pt x="14857" y="9012"/>
                  </a:lnTo>
                  <a:lnTo>
                    <a:pt x="14906" y="8647"/>
                  </a:lnTo>
                  <a:lnTo>
                    <a:pt x="14955" y="8257"/>
                  </a:lnTo>
                  <a:lnTo>
                    <a:pt x="15003" y="7892"/>
                  </a:lnTo>
                  <a:lnTo>
                    <a:pt x="15003" y="7502"/>
                  </a:lnTo>
                  <a:lnTo>
                    <a:pt x="7502" y="7502"/>
                  </a:lnTo>
                  <a:lnTo>
                    <a:pt x="7502" y="1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83" name="Shape 642">
              <a:extLst>
                <a:ext uri="{FF2B5EF4-FFF2-40B4-BE49-F238E27FC236}">
                  <a16:creationId xmlns:a16="http://schemas.microsoft.com/office/drawing/2014/main" id="{3CCE2D4C-A738-4085-AD54-E511AA2442ED}"/>
                </a:ext>
              </a:extLst>
            </p:cNvPr>
            <p:cNvSpPr/>
            <p:nvPr/>
          </p:nvSpPr>
          <p:spPr>
            <a:xfrm>
              <a:off x="3504325" y="3664250"/>
              <a:ext cx="131525" cy="153450"/>
            </a:xfrm>
            <a:custGeom>
              <a:avLst/>
              <a:gdLst/>
              <a:ahLst/>
              <a:cxnLst/>
              <a:rect l="0" t="0" r="0" b="0"/>
              <a:pathLst>
                <a:path w="5261" h="6138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390" y="25"/>
                  </a:lnTo>
                  <a:lnTo>
                    <a:pt x="780" y="98"/>
                  </a:lnTo>
                  <a:lnTo>
                    <a:pt x="1169" y="171"/>
                  </a:lnTo>
                  <a:lnTo>
                    <a:pt x="1559" y="268"/>
                  </a:lnTo>
                  <a:lnTo>
                    <a:pt x="1924" y="414"/>
                  </a:lnTo>
                  <a:lnTo>
                    <a:pt x="2314" y="560"/>
                  </a:lnTo>
                  <a:lnTo>
                    <a:pt x="2655" y="731"/>
                  </a:lnTo>
                  <a:lnTo>
                    <a:pt x="3020" y="901"/>
                  </a:lnTo>
                  <a:lnTo>
                    <a:pt x="3020" y="901"/>
                  </a:lnTo>
                  <a:lnTo>
                    <a:pt x="3337" y="1121"/>
                  </a:lnTo>
                  <a:lnTo>
                    <a:pt x="3654" y="1340"/>
                  </a:lnTo>
                  <a:lnTo>
                    <a:pt x="3946" y="1559"/>
                  </a:lnTo>
                  <a:lnTo>
                    <a:pt x="4238" y="1803"/>
                  </a:lnTo>
                  <a:lnTo>
                    <a:pt x="4530" y="2070"/>
                  </a:lnTo>
                  <a:lnTo>
                    <a:pt x="4774" y="2363"/>
                  </a:lnTo>
                  <a:lnTo>
                    <a:pt x="5017" y="2655"/>
                  </a:lnTo>
                  <a:lnTo>
                    <a:pt x="5261" y="2972"/>
                  </a:lnTo>
                  <a:lnTo>
                    <a:pt x="0" y="613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84" name="Shape 643">
              <a:extLst>
                <a:ext uri="{FF2B5EF4-FFF2-40B4-BE49-F238E27FC236}">
                  <a16:creationId xmlns:a16="http://schemas.microsoft.com/office/drawing/2014/main" id="{7EE76368-0BF1-409A-B0BB-786DABF3DE41}"/>
                </a:ext>
              </a:extLst>
            </p:cNvPr>
            <p:cNvSpPr/>
            <p:nvPr/>
          </p:nvSpPr>
          <p:spPr>
            <a:xfrm>
              <a:off x="3501875" y="3749500"/>
              <a:ext cx="187575" cy="96825"/>
            </a:xfrm>
            <a:custGeom>
              <a:avLst/>
              <a:gdLst/>
              <a:ahLst/>
              <a:cxnLst/>
              <a:rect l="0" t="0" r="0" b="0"/>
              <a:pathLst>
                <a:path w="7503" h="3873" fill="none" extrusionOk="0">
                  <a:moveTo>
                    <a:pt x="6431" y="0"/>
                  </a:moveTo>
                  <a:lnTo>
                    <a:pt x="1" y="3872"/>
                  </a:lnTo>
                  <a:lnTo>
                    <a:pt x="7502" y="3872"/>
                  </a:lnTo>
                  <a:lnTo>
                    <a:pt x="7502" y="3872"/>
                  </a:lnTo>
                  <a:lnTo>
                    <a:pt x="7478" y="3337"/>
                  </a:lnTo>
                  <a:lnTo>
                    <a:pt x="7429" y="2825"/>
                  </a:lnTo>
                  <a:lnTo>
                    <a:pt x="7332" y="2314"/>
                  </a:lnTo>
                  <a:lnTo>
                    <a:pt x="7210" y="1827"/>
                  </a:lnTo>
                  <a:lnTo>
                    <a:pt x="7064" y="1340"/>
                  </a:lnTo>
                  <a:lnTo>
                    <a:pt x="6893" y="877"/>
                  </a:lnTo>
                  <a:lnTo>
                    <a:pt x="6674" y="438"/>
                  </a:lnTo>
                  <a:lnTo>
                    <a:pt x="6431" y="0"/>
                  </a:lnTo>
                  <a:lnTo>
                    <a:pt x="6431" y="0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485" name="Shape 644">
            <a:extLst>
              <a:ext uri="{FF2B5EF4-FFF2-40B4-BE49-F238E27FC236}">
                <a16:creationId xmlns:a16="http://schemas.microsoft.com/office/drawing/2014/main" id="{08D76DAB-C53C-4079-BA33-583EE687CA5F}"/>
              </a:ext>
            </a:extLst>
          </p:cNvPr>
          <p:cNvGrpSpPr/>
          <p:nvPr/>
        </p:nvGrpSpPr>
        <p:grpSpPr>
          <a:xfrm>
            <a:off x="8982761" y="3805435"/>
            <a:ext cx="315909" cy="229270"/>
            <a:chOff x="3932350" y="3714775"/>
            <a:chExt cx="439650" cy="319075"/>
          </a:xfrm>
          <a:solidFill>
            <a:srgbClr val="00B050"/>
          </a:solidFill>
        </p:grpSpPr>
        <p:sp>
          <p:nvSpPr>
            <p:cNvPr id="486" name="Shape 645">
              <a:extLst>
                <a:ext uri="{FF2B5EF4-FFF2-40B4-BE49-F238E27FC236}">
                  <a16:creationId xmlns:a16="http://schemas.microsoft.com/office/drawing/2014/main" id="{FDB443CC-162F-4020-9D98-EFE1BAC31392}"/>
                </a:ext>
              </a:extLst>
            </p:cNvPr>
            <p:cNvSpPr/>
            <p:nvPr/>
          </p:nvSpPr>
          <p:spPr>
            <a:xfrm>
              <a:off x="3932350" y="3714775"/>
              <a:ext cx="439650" cy="319075"/>
            </a:xfrm>
            <a:custGeom>
              <a:avLst/>
              <a:gdLst/>
              <a:ahLst/>
              <a:cxnLst/>
              <a:rect l="0" t="0" r="0" b="0"/>
              <a:pathLst>
                <a:path w="17586" h="12763" fill="none" extrusionOk="0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87" name="Shape 646">
              <a:extLst>
                <a:ext uri="{FF2B5EF4-FFF2-40B4-BE49-F238E27FC236}">
                  <a16:creationId xmlns:a16="http://schemas.microsoft.com/office/drawing/2014/main" id="{35A7CFFE-2682-4948-AE23-6B983058D3B9}"/>
                </a:ext>
              </a:extLst>
            </p:cNvPr>
            <p:cNvSpPr/>
            <p:nvPr/>
          </p:nvSpPr>
          <p:spPr>
            <a:xfrm>
              <a:off x="3970100" y="3862750"/>
              <a:ext cx="77350" cy="132750"/>
            </a:xfrm>
            <a:custGeom>
              <a:avLst/>
              <a:gdLst/>
              <a:ahLst/>
              <a:cxnLst/>
              <a:rect l="0" t="0" r="0" b="0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88" name="Shape 647">
              <a:extLst>
                <a:ext uri="{FF2B5EF4-FFF2-40B4-BE49-F238E27FC236}">
                  <a16:creationId xmlns:a16="http://schemas.microsoft.com/office/drawing/2014/main" id="{B0ED4D9C-1B22-4334-AA6E-27C902B7FCF8}"/>
                </a:ext>
              </a:extLst>
            </p:cNvPr>
            <p:cNvSpPr/>
            <p:nvPr/>
          </p:nvSpPr>
          <p:spPr>
            <a:xfrm>
              <a:off x="4278800" y="3862750"/>
              <a:ext cx="77350" cy="132750"/>
            </a:xfrm>
            <a:custGeom>
              <a:avLst/>
              <a:gdLst/>
              <a:ahLst/>
              <a:cxnLst/>
              <a:rect l="0" t="0" r="0" b="0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89" name="Shape 648">
              <a:extLst>
                <a:ext uri="{FF2B5EF4-FFF2-40B4-BE49-F238E27FC236}">
                  <a16:creationId xmlns:a16="http://schemas.microsoft.com/office/drawing/2014/main" id="{54F2C88D-3504-4D06-86E4-9965F6824A97}"/>
                </a:ext>
              </a:extLst>
            </p:cNvPr>
            <p:cNvSpPr/>
            <p:nvPr/>
          </p:nvSpPr>
          <p:spPr>
            <a:xfrm>
              <a:off x="4073000" y="3716600"/>
              <a:ext cx="77350" cy="278900"/>
            </a:xfrm>
            <a:custGeom>
              <a:avLst/>
              <a:gdLst/>
              <a:ahLst/>
              <a:cxnLst/>
              <a:rect l="0" t="0" r="0" b="0"/>
              <a:pathLst>
                <a:path w="3094" h="11156" fill="none" extrusionOk="0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90" name="Shape 649">
              <a:extLst>
                <a:ext uri="{FF2B5EF4-FFF2-40B4-BE49-F238E27FC236}">
                  <a16:creationId xmlns:a16="http://schemas.microsoft.com/office/drawing/2014/main" id="{A470C12A-D651-410C-B9C5-9B3C0BC23745}"/>
                </a:ext>
              </a:extLst>
            </p:cNvPr>
            <p:cNvSpPr/>
            <p:nvPr/>
          </p:nvSpPr>
          <p:spPr>
            <a:xfrm>
              <a:off x="4175900" y="3787250"/>
              <a:ext cx="77350" cy="208250"/>
            </a:xfrm>
            <a:custGeom>
              <a:avLst/>
              <a:gdLst/>
              <a:ahLst/>
              <a:cxnLst/>
              <a:rect l="0" t="0" r="0" b="0"/>
              <a:pathLst>
                <a:path w="3094" h="8330" fill="none" extrusionOk="0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491" name="Shape 650">
            <a:extLst>
              <a:ext uri="{FF2B5EF4-FFF2-40B4-BE49-F238E27FC236}">
                <a16:creationId xmlns:a16="http://schemas.microsoft.com/office/drawing/2014/main" id="{E723B355-1F96-4E10-9C30-6EA89AF63B81}"/>
              </a:ext>
            </a:extLst>
          </p:cNvPr>
          <p:cNvGrpSpPr/>
          <p:nvPr/>
        </p:nvGrpSpPr>
        <p:grpSpPr>
          <a:xfrm>
            <a:off x="9547744" y="3805435"/>
            <a:ext cx="315891" cy="229270"/>
            <a:chOff x="4604550" y="3714775"/>
            <a:chExt cx="439625" cy="319075"/>
          </a:xfrm>
          <a:solidFill>
            <a:srgbClr val="00B050"/>
          </a:solidFill>
        </p:grpSpPr>
        <p:sp>
          <p:nvSpPr>
            <p:cNvPr id="492" name="Shape 651">
              <a:extLst>
                <a:ext uri="{FF2B5EF4-FFF2-40B4-BE49-F238E27FC236}">
                  <a16:creationId xmlns:a16="http://schemas.microsoft.com/office/drawing/2014/main" id="{9A13F8AE-AE3F-4D22-88CA-D2B0A1D55410}"/>
                </a:ext>
              </a:extLst>
            </p:cNvPr>
            <p:cNvSpPr/>
            <p:nvPr/>
          </p:nvSpPr>
          <p:spPr>
            <a:xfrm>
              <a:off x="4604550" y="3714775"/>
              <a:ext cx="439625" cy="319075"/>
            </a:xfrm>
            <a:custGeom>
              <a:avLst/>
              <a:gdLst/>
              <a:ahLst/>
              <a:cxnLst/>
              <a:rect l="0" t="0" r="0" b="0"/>
              <a:pathLst>
                <a:path w="17585" h="12763" fill="none" extrusionOk="0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2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93" name="Shape 652">
              <a:extLst>
                <a:ext uri="{FF2B5EF4-FFF2-40B4-BE49-F238E27FC236}">
                  <a16:creationId xmlns:a16="http://schemas.microsoft.com/office/drawing/2014/main" id="{263DF0EB-4F1A-42DC-8F76-F6C8D1908F14}"/>
                </a:ext>
              </a:extLst>
            </p:cNvPr>
            <p:cNvSpPr/>
            <p:nvPr/>
          </p:nvSpPr>
          <p:spPr>
            <a:xfrm>
              <a:off x="4647175" y="3761675"/>
              <a:ext cx="354400" cy="213725"/>
            </a:xfrm>
            <a:custGeom>
              <a:avLst/>
              <a:gdLst/>
              <a:ahLst/>
              <a:cxnLst/>
              <a:rect l="0" t="0" r="0" b="0"/>
              <a:pathLst>
                <a:path w="14175" h="8549" fill="none" extrusionOk="0">
                  <a:moveTo>
                    <a:pt x="1" y="8549"/>
                  </a:moveTo>
                  <a:lnTo>
                    <a:pt x="3654" y="4408"/>
                  </a:lnTo>
                  <a:lnTo>
                    <a:pt x="5821" y="5699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10571" y="3337"/>
                  </a:lnTo>
                  <a:lnTo>
                    <a:pt x="14175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494" name="Shape 653">
            <a:extLst>
              <a:ext uri="{FF2B5EF4-FFF2-40B4-BE49-F238E27FC236}">
                <a16:creationId xmlns:a16="http://schemas.microsoft.com/office/drawing/2014/main" id="{C36022FE-2F5D-45C5-A783-69BCD96F0B1E}"/>
              </a:ext>
            </a:extLst>
          </p:cNvPr>
          <p:cNvGrpSpPr/>
          <p:nvPr/>
        </p:nvGrpSpPr>
        <p:grpSpPr>
          <a:xfrm>
            <a:off x="10126030" y="3777804"/>
            <a:ext cx="301898" cy="268216"/>
            <a:chOff x="5292575" y="3681900"/>
            <a:chExt cx="420150" cy="373275"/>
          </a:xfrm>
          <a:solidFill>
            <a:srgbClr val="00B050"/>
          </a:solidFill>
        </p:grpSpPr>
        <p:sp>
          <p:nvSpPr>
            <p:cNvPr id="495" name="Shape 654">
              <a:extLst>
                <a:ext uri="{FF2B5EF4-FFF2-40B4-BE49-F238E27FC236}">
                  <a16:creationId xmlns:a16="http://schemas.microsoft.com/office/drawing/2014/main" id="{42A2AA0B-BDBA-4C5D-9A65-024A66B25D8F}"/>
                </a:ext>
              </a:extLst>
            </p:cNvPr>
            <p:cNvSpPr/>
            <p:nvPr/>
          </p:nvSpPr>
          <p:spPr>
            <a:xfrm>
              <a:off x="5292575" y="3706875"/>
              <a:ext cx="420150" cy="266700"/>
            </a:xfrm>
            <a:custGeom>
              <a:avLst/>
              <a:gdLst/>
              <a:ahLst/>
              <a:cxnLst/>
              <a:rect l="0" t="0" r="0" b="0"/>
              <a:pathLst>
                <a:path w="16806" h="10668" fill="none" extrusionOk="0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96" name="Shape 655">
              <a:extLst>
                <a:ext uri="{FF2B5EF4-FFF2-40B4-BE49-F238E27FC236}">
                  <a16:creationId xmlns:a16="http://schemas.microsoft.com/office/drawing/2014/main" id="{81FE382C-FE3D-4AAA-9F8F-4C3F2B3E6210}"/>
                </a:ext>
              </a:extLst>
            </p:cNvPr>
            <p:cNvSpPr/>
            <p:nvPr/>
          </p:nvSpPr>
          <p:spPr>
            <a:xfrm>
              <a:off x="5490475" y="3681900"/>
              <a:ext cx="24375" cy="25000"/>
            </a:xfrm>
            <a:custGeom>
              <a:avLst/>
              <a:gdLst/>
              <a:ahLst/>
              <a:cxnLst/>
              <a:rect l="0" t="0" r="0" b="0"/>
              <a:pathLst>
                <a:path w="975" h="1000" fill="none" extrusionOk="0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97" name="Shape 656">
              <a:extLst>
                <a:ext uri="{FF2B5EF4-FFF2-40B4-BE49-F238E27FC236}">
                  <a16:creationId xmlns:a16="http://schemas.microsoft.com/office/drawing/2014/main" id="{C0B4DE9D-37C4-4C23-8A0D-1EE656EAEA67}"/>
                </a:ext>
              </a:extLst>
            </p:cNvPr>
            <p:cNvSpPr/>
            <p:nvPr/>
          </p:nvSpPr>
          <p:spPr>
            <a:xfrm>
              <a:off x="5358350" y="3973550"/>
              <a:ext cx="60900" cy="81625"/>
            </a:xfrm>
            <a:custGeom>
              <a:avLst/>
              <a:gdLst/>
              <a:ahLst/>
              <a:cxnLst/>
              <a:rect l="0" t="0" r="0" b="0"/>
              <a:pathLst>
                <a:path w="2436" h="3265" fill="none" extrusionOk="0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98" name="Shape 657">
              <a:extLst>
                <a:ext uri="{FF2B5EF4-FFF2-40B4-BE49-F238E27FC236}">
                  <a16:creationId xmlns:a16="http://schemas.microsoft.com/office/drawing/2014/main" id="{EC059AA7-07C9-4F24-BE7E-AA7DD40563FC}"/>
                </a:ext>
              </a:extLst>
            </p:cNvPr>
            <p:cNvSpPr/>
            <p:nvPr/>
          </p:nvSpPr>
          <p:spPr>
            <a:xfrm>
              <a:off x="5586050" y="3973550"/>
              <a:ext cx="60925" cy="81625"/>
            </a:xfrm>
            <a:custGeom>
              <a:avLst/>
              <a:gdLst/>
              <a:ahLst/>
              <a:cxnLst/>
              <a:rect l="0" t="0" r="0" b="0"/>
              <a:pathLst>
                <a:path w="2437" h="3265" fill="none" extrusionOk="0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499" name="Shape 658">
              <a:extLst>
                <a:ext uri="{FF2B5EF4-FFF2-40B4-BE49-F238E27FC236}">
                  <a16:creationId xmlns:a16="http://schemas.microsoft.com/office/drawing/2014/main" id="{A39667A7-7D56-49ED-909D-A60903CFC3A0}"/>
                </a:ext>
              </a:extLst>
            </p:cNvPr>
            <p:cNvSpPr/>
            <p:nvPr/>
          </p:nvSpPr>
          <p:spPr>
            <a:xfrm>
              <a:off x="5316925" y="3731225"/>
              <a:ext cx="371450" cy="218000"/>
            </a:xfrm>
            <a:custGeom>
              <a:avLst/>
              <a:gdLst/>
              <a:ahLst/>
              <a:cxnLst/>
              <a:rect l="0" t="0" r="0" b="0"/>
              <a:pathLst>
                <a:path w="14858" h="8720" fill="none" extrusionOk="0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00" name="Shape 659">
              <a:extLst>
                <a:ext uri="{FF2B5EF4-FFF2-40B4-BE49-F238E27FC236}">
                  <a16:creationId xmlns:a16="http://schemas.microsoft.com/office/drawing/2014/main" id="{DD6EFF0B-08B2-4F3A-AA6C-5EAAA15002B4}"/>
                </a:ext>
              </a:extLst>
            </p:cNvPr>
            <p:cNvSpPr/>
            <p:nvPr/>
          </p:nvSpPr>
          <p:spPr>
            <a:xfrm>
              <a:off x="5380250" y="3784800"/>
              <a:ext cx="230200" cy="115725"/>
            </a:xfrm>
            <a:custGeom>
              <a:avLst/>
              <a:gdLst/>
              <a:ahLst/>
              <a:cxnLst/>
              <a:rect l="0" t="0" r="0" b="0"/>
              <a:pathLst>
                <a:path w="9208" h="4629" fill="none" extrusionOk="0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01" name="Shape 660">
              <a:extLst>
                <a:ext uri="{FF2B5EF4-FFF2-40B4-BE49-F238E27FC236}">
                  <a16:creationId xmlns:a16="http://schemas.microsoft.com/office/drawing/2014/main" id="{66D9B4A2-6F3E-4775-948E-62DEE8E5D8AF}"/>
                </a:ext>
              </a:extLst>
            </p:cNvPr>
            <p:cNvSpPr/>
            <p:nvPr/>
          </p:nvSpPr>
          <p:spPr>
            <a:xfrm>
              <a:off x="5547700" y="3779925"/>
              <a:ext cx="68825" cy="68825"/>
            </a:xfrm>
            <a:custGeom>
              <a:avLst/>
              <a:gdLst/>
              <a:ahLst/>
              <a:cxnLst/>
              <a:rect l="0" t="0" r="0" b="0"/>
              <a:pathLst>
                <a:path w="2753" h="2753" fill="none" extrusionOk="0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502" name="Shape 661">
            <a:extLst>
              <a:ext uri="{FF2B5EF4-FFF2-40B4-BE49-F238E27FC236}">
                <a16:creationId xmlns:a16="http://schemas.microsoft.com/office/drawing/2014/main" id="{7EBC9AF7-C678-4D42-8D10-6157A6318568}"/>
              </a:ext>
            </a:extLst>
          </p:cNvPr>
          <p:cNvGrpSpPr/>
          <p:nvPr/>
        </p:nvGrpSpPr>
        <p:grpSpPr>
          <a:xfrm>
            <a:off x="10671053" y="3737880"/>
            <a:ext cx="336028" cy="336028"/>
            <a:chOff x="5941025" y="3634400"/>
            <a:chExt cx="467650" cy="467650"/>
          </a:xfrm>
          <a:solidFill>
            <a:srgbClr val="00B050"/>
          </a:solidFill>
        </p:grpSpPr>
        <p:sp>
          <p:nvSpPr>
            <p:cNvPr id="503" name="Shape 662">
              <a:extLst>
                <a:ext uri="{FF2B5EF4-FFF2-40B4-BE49-F238E27FC236}">
                  <a16:creationId xmlns:a16="http://schemas.microsoft.com/office/drawing/2014/main" id="{5CD51F79-D3BB-4C8E-9C3E-C2D844CB70F1}"/>
                </a:ext>
              </a:extLst>
            </p:cNvPr>
            <p:cNvSpPr/>
            <p:nvPr/>
          </p:nvSpPr>
          <p:spPr>
            <a:xfrm>
              <a:off x="5941025" y="3634400"/>
              <a:ext cx="467650" cy="467650"/>
            </a:xfrm>
            <a:custGeom>
              <a:avLst/>
              <a:gdLst/>
              <a:ahLst/>
              <a:cxnLst/>
              <a:rect l="0" t="0" r="0" b="0"/>
              <a:pathLst>
                <a:path w="18706" h="18706" fill="none" extrusionOk="0">
                  <a:moveTo>
                    <a:pt x="9353" y="1"/>
                  </a:moveTo>
                  <a:lnTo>
                    <a:pt x="9353" y="1"/>
                  </a:lnTo>
                  <a:lnTo>
                    <a:pt x="8866" y="25"/>
                  </a:lnTo>
                  <a:lnTo>
                    <a:pt x="8403" y="50"/>
                  </a:lnTo>
                  <a:lnTo>
                    <a:pt x="7940" y="123"/>
                  </a:lnTo>
                  <a:lnTo>
                    <a:pt x="7478" y="196"/>
                  </a:lnTo>
                  <a:lnTo>
                    <a:pt x="7015" y="293"/>
                  </a:lnTo>
                  <a:lnTo>
                    <a:pt x="6577" y="439"/>
                  </a:lnTo>
                  <a:lnTo>
                    <a:pt x="6138" y="585"/>
                  </a:lnTo>
                  <a:lnTo>
                    <a:pt x="5724" y="732"/>
                  </a:lnTo>
                  <a:lnTo>
                    <a:pt x="5310" y="926"/>
                  </a:lnTo>
                  <a:lnTo>
                    <a:pt x="4896" y="1146"/>
                  </a:lnTo>
                  <a:lnTo>
                    <a:pt x="4506" y="1365"/>
                  </a:lnTo>
                  <a:lnTo>
                    <a:pt x="4117" y="1608"/>
                  </a:lnTo>
                  <a:lnTo>
                    <a:pt x="3751" y="1876"/>
                  </a:lnTo>
                  <a:lnTo>
                    <a:pt x="3410" y="2144"/>
                  </a:lnTo>
                  <a:lnTo>
                    <a:pt x="3069" y="2436"/>
                  </a:lnTo>
                  <a:lnTo>
                    <a:pt x="2753" y="2753"/>
                  </a:lnTo>
                  <a:lnTo>
                    <a:pt x="2436" y="3070"/>
                  </a:lnTo>
                  <a:lnTo>
                    <a:pt x="2144" y="3411"/>
                  </a:lnTo>
                  <a:lnTo>
                    <a:pt x="1876" y="3752"/>
                  </a:lnTo>
                  <a:lnTo>
                    <a:pt x="1608" y="4117"/>
                  </a:lnTo>
                  <a:lnTo>
                    <a:pt x="1365" y="4507"/>
                  </a:lnTo>
                  <a:lnTo>
                    <a:pt x="1145" y="4896"/>
                  </a:lnTo>
                  <a:lnTo>
                    <a:pt x="926" y="5310"/>
                  </a:lnTo>
                  <a:lnTo>
                    <a:pt x="731" y="5724"/>
                  </a:lnTo>
                  <a:lnTo>
                    <a:pt x="585" y="6138"/>
                  </a:lnTo>
                  <a:lnTo>
                    <a:pt x="439" y="6577"/>
                  </a:lnTo>
                  <a:lnTo>
                    <a:pt x="293" y="7015"/>
                  </a:lnTo>
                  <a:lnTo>
                    <a:pt x="196" y="7478"/>
                  </a:lnTo>
                  <a:lnTo>
                    <a:pt x="123" y="7941"/>
                  </a:lnTo>
                  <a:lnTo>
                    <a:pt x="49" y="8403"/>
                  </a:lnTo>
                  <a:lnTo>
                    <a:pt x="25" y="8866"/>
                  </a:lnTo>
                  <a:lnTo>
                    <a:pt x="1" y="9353"/>
                  </a:lnTo>
                  <a:lnTo>
                    <a:pt x="1" y="9353"/>
                  </a:lnTo>
                  <a:lnTo>
                    <a:pt x="25" y="9840"/>
                  </a:lnTo>
                  <a:lnTo>
                    <a:pt x="49" y="10303"/>
                  </a:lnTo>
                  <a:lnTo>
                    <a:pt x="123" y="10766"/>
                  </a:lnTo>
                  <a:lnTo>
                    <a:pt x="196" y="11229"/>
                  </a:lnTo>
                  <a:lnTo>
                    <a:pt x="293" y="11691"/>
                  </a:lnTo>
                  <a:lnTo>
                    <a:pt x="439" y="12130"/>
                  </a:lnTo>
                  <a:lnTo>
                    <a:pt x="585" y="12568"/>
                  </a:lnTo>
                  <a:lnTo>
                    <a:pt x="731" y="12982"/>
                  </a:lnTo>
                  <a:lnTo>
                    <a:pt x="926" y="13396"/>
                  </a:lnTo>
                  <a:lnTo>
                    <a:pt x="1145" y="13810"/>
                  </a:lnTo>
                  <a:lnTo>
                    <a:pt x="1365" y="14200"/>
                  </a:lnTo>
                  <a:lnTo>
                    <a:pt x="1608" y="14590"/>
                  </a:lnTo>
                  <a:lnTo>
                    <a:pt x="1876" y="14955"/>
                  </a:lnTo>
                  <a:lnTo>
                    <a:pt x="2144" y="15296"/>
                  </a:lnTo>
                  <a:lnTo>
                    <a:pt x="2436" y="15637"/>
                  </a:lnTo>
                  <a:lnTo>
                    <a:pt x="2753" y="15953"/>
                  </a:lnTo>
                  <a:lnTo>
                    <a:pt x="3069" y="16270"/>
                  </a:lnTo>
                  <a:lnTo>
                    <a:pt x="3410" y="16562"/>
                  </a:lnTo>
                  <a:lnTo>
                    <a:pt x="3751" y="16830"/>
                  </a:lnTo>
                  <a:lnTo>
                    <a:pt x="4117" y="17098"/>
                  </a:lnTo>
                  <a:lnTo>
                    <a:pt x="4506" y="17342"/>
                  </a:lnTo>
                  <a:lnTo>
                    <a:pt x="4896" y="17561"/>
                  </a:lnTo>
                  <a:lnTo>
                    <a:pt x="5310" y="17780"/>
                  </a:lnTo>
                  <a:lnTo>
                    <a:pt x="5724" y="17975"/>
                  </a:lnTo>
                  <a:lnTo>
                    <a:pt x="6138" y="18121"/>
                  </a:lnTo>
                  <a:lnTo>
                    <a:pt x="6577" y="18267"/>
                  </a:lnTo>
                  <a:lnTo>
                    <a:pt x="7015" y="18413"/>
                  </a:lnTo>
                  <a:lnTo>
                    <a:pt x="7478" y="18511"/>
                  </a:lnTo>
                  <a:lnTo>
                    <a:pt x="7940" y="18584"/>
                  </a:lnTo>
                  <a:lnTo>
                    <a:pt x="8403" y="18657"/>
                  </a:lnTo>
                  <a:lnTo>
                    <a:pt x="8866" y="18681"/>
                  </a:lnTo>
                  <a:lnTo>
                    <a:pt x="9353" y="18706"/>
                  </a:lnTo>
                  <a:lnTo>
                    <a:pt x="9353" y="18706"/>
                  </a:lnTo>
                  <a:lnTo>
                    <a:pt x="9840" y="18681"/>
                  </a:lnTo>
                  <a:lnTo>
                    <a:pt x="10303" y="18657"/>
                  </a:lnTo>
                  <a:lnTo>
                    <a:pt x="10766" y="18584"/>
                  </a:lnTo>
                  <a:lnTo>
                    <a:pt x="11228" y="18511"/>
                  </a:lnTo>
                  <a:lnTo>
                    <a:pt x="11691" y="18413"/>
                  </a:lnTo>
                  <a:lnTo>
                    <a:pt x="12130" y="18267"/>
                  </a:lnTo>
                  <a:lnTo>
                    <a:pt x="12568" y="18121"/>
                  </a:lnTo>
                  <a:lnTo>
                    <a:pt x="12982" y="17975"/>
                  </a:lnTo>
                  <a:lnTo>
                    <a:pt x="13396" y="17780"/>
                  </a:lnTo>
                  <a:lnTo>
                    <a:pt x="13810" y="17561"/>
                  </a:lnTo>
                  <a:lnTo>
                    <a:pt x="14200" y="17342"/>
                  </a:lnTo>
                  <a:lnTo>
                    <a:pt x="14589" y="17098"/>
                  </a:lnTo>
                  <a:lnTo>
                    <a:pt x="14955" y="16830"/>
                  </a:lnTo>
                  <a:lnTo>
                    <a:pt x="15296" y="16562"/>
                  </a:lnTo>
                  <a:lnTo>
                    <a:pt x="15637" y="16270"/>
                  </a:lnTo>
                  <a:lnTo>
                    <a:pt x="15953" y="15953"/>
                  </a:lnTo>
                  <a:lnTo>
                    <a:pt x="16270" y="15637"/>
                  </a:lnTo>
                  <a:lnTo>
                    <a:pt x="16562" y="15296"/>
                  </a:lnTo>
                  <a:lnTo>
                    <a:pt x="16830" y="14955"/>
                  </a:lnTo>
                  <a:lnTo>
                    <a:pt x="17098" y="14590"/>
                  </a:lnTo>
                  <a:lnTo>
                    <a:pt x="17341" y="14200"/>
                  </a:lnTo>
                  <a:lnTo>
                    <a:pt x="17561" y="13810"/>
                  </a:lnTo>
                  <a:lnTo>
                    <a:pt x="17780" y="13396"/>
                  </a:lnTo>
                  <a:lnTo>
                    <a:pt x="17975" y="12982"/>
                  </a:lnTo>
                  <a:lnTo>
                    <a:pt x="18121" y="12568"/>
                  </a:lnTo>
                  <a:lnTo>
                    <a:pt x="18267" y="12130"/>
                  </a:lnTo>
                  <a:lnTo>
                    <a:pt x="18413" y="11691"/>
                  </a:lnTo>
                  <a:lnTo>
                    <a:pt x="18511" y="11229"/>
                  </a:lnTo>
                  <a:lnTo>
                    <a:pt x="18584" y="10766"/>
                  </a:lnTo>
                  <a:lnTo>
                    <a:pt x="18657" y="10303"/>
                  </a:lnTo>
                  <a:lnTo>
                    <a:pt x="18681" y="9840"/>
                  </a:lnTo>
                  <a:lnTo>
                    <a:pt x="18705" y="9353"/>
                  </a:lnTo>
                  <a:lnTo>
                    <a:pt x="18705" y="9353"/>
                  </a:lnTo>
                  <a:lnTo>
                    <a:pt x="18681" y="8866"/>
                  </a:lnTo>
                  <a:lnTo>
                    <a:pt x="18657" y="8403"/>
                  </a:lnTo>
                  <a:lnTo>
                    <a:pt x="18584" y="7941"/>
                  </a:lnTo>
                  <a:lnTo>
                    <a:pt x="18511" y="7478"/>
                  </a:lnTo>
                  <a:lnTo>
                    <a:pt x="18413" y="7015"/>
                  </a:lnTo>
                  <a:lnTo>
                    <a:pt x="18267" y="6577"/>
                  </a:lnTo>
                  <a:lnTo>
                    <a:pt x="18121" y="6138"/>
                  </a:lnTo>
                  <a:lnTo>
                    <a:pt x="17975" y="5724"/>
                  </a:lnTo>
                  <a:lnTo>
                    <a:pt x="17780" y="5310"/>
                  </a:lnTo>
                  <a:lnTo>
                    <a:pt x="17561" y="4896"/>
                  </a:lnTo>
                  <a:lnTo>
                    <a:pt x="17341" y="4507"/>
                  </a:lnTo>
                  <a:lnTo>
                    <a:pt x="17098" y="4117"/>
                  </a:lnTo>
                  <a:lnTo>
                    <a:pt x="16830" y="3752"/>
                  </a:lnTo>
                  <a:lnTo>
                    <a:pt x="16562" y="3411"/>
                  </a:lnTo>
                  <a:lnTo>
                    <a:pt x="16270" y="3070"/>
                  </a:lnTo>
                  <a:lnTo>
                    <a:pt x="15953" y="2753"/>
                  </a:lnTo>
                  <a:lnTo>
                    <a:pt x="15637" y="2436"/>
                  </a:lnTo>
                  <a:lnTo>
                    <a:pt x="15296" y="2144"/>
                  </a:lnTo>
                  <a:lnTo>
                    <a:pt x="14955" y="1876"/>
                  </a:lnTo>
                  <a:lnTo>
                    <a:pt x="14589" y="1608"/>
                  </a:lnTo>
                  <a:lnTo>
                    <a:pt x="14200" y="1365"/>
                  </a:lnTo>
                  <a:lnTo>
                    <a:pt x="13810" y="1146"/>
                  </a:lnTo>
                  <a:lnTo>
                    <a:pt x="13396" y="926"/>
                  </a:lnTo>
                  <a:lnTo>
                    <a:pt x="12982" y="732"/>
                  </a:lnTo>
                  <a:lnTo>
                    <a:pt x="12568" y="585"/>
                  </a:lnTo>
                  <a:lnTo>
                    <a:pt x="12130" y="439"/>
                  </a:lnTo>
                  <a:lnTo>
                    <a:pt x="11691" y="293"/>
                  </a:lnTo>
                  <a:lnTo>
                    <a:pt x="11228" y="196"/>
                  </a:lnTo>
                  <a:lnTo>
                    <a:pt x="10766" y="123"/>
                  </a:lnTo>
                  <a:lnTo>
                    <a:pt x="10303" y="50"/>
                  </a:lnTo>
                  <a:lnTo>
                    <a:pt x="9840" y="25"/>
                  </a:lnTo>
                  <a:lnTo>
                    <a:pt x="9353" y="1"/>
                  </a:lnTo>
                  <a:lnTo>
                    <a:pt x="9353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04" name="Shape 663">
              <a:extLst>
                <a:ext uri="{FF2B5EF4-FFF2-40B4-BE49-F238E27FC236}">
                  <a16:creationId xmlns:a16="http://schemas.microsoft.com/office/drawing/2014/main" id="{984CE890-42D6-4A28-8F84-1CE553D00B03}"/>
                </a:ext>
              </a:extLst>
            </p:cNvPr>
            <p:cNvSpPr/>
            <p:nvPr/>
          </p:nvSpPr>
          <p:spPr>
            <a:xfrm>
              <a:off x="6211975" y="3753150"/>
              <a:ext cx="19525" cy="18900"/>
            </a:xfrm>
            <a:custGeom>
              <a:avLst/>
              <a:gdLst/>
              <a:ahLst/>
              <a:cxnLst/>
              <a:rect l="0" t="0" r="0" b="0"/>
              <a:pathLst>
                <a:path w="781" h="756" fill="none" extrusionOk="0">
                  <a:moveTo>
                    <a:pt x="585" y="0"/>
                  </a:moveTo>
                  <a:lnTo>
                    <a:pt x="585" y="0"/>
                  </a:lnTo>
                  <a:lnTo>
                    <a:pt x="658" y="24"/>
                  </a:lnTo>
                  <a:lnTo>
                    <a:pt x="707" y="49"/>
                  </a:lnTo>
                  <a:lnTo>
                    <a:pt x="756" y="122"/>
                  </a:lnTo>
                  <a:lnTo>
                    <a:pt x="780" y="195"/>
                  </a:lnTo>
                  <a:lnTo>
                    <a:pt x="780" y="195"/>
                  </a:lnTo>
                  <a:lnTo>
                    <a:pt x="756" y="268"/>
                  </a:lnTo>
                  <a:lnTo>
                    <a:pt x="707" y="390"/>
                  </a:lnTo>
                  <a:lnTo>
                    <a:pt x="658" y="487"/>
                  </a:lnTo>
                  <a:lnTo>
                    <a:pt x="585" y="560"/>
                  </a:lnTo>
                  <a:lnTo>
                    <a:pt x="585" y="560"/>
                  </a:lnTo>
                  <a:lnTo>
                    <a:pt x="488" y="633"/>
                  </a:lnTo>
                  <a:lnTo>
                    <a:pt x="390" y="706"/>
                  </a:lnTo>
                  <a:lnTo>
                    <a:pt x="293" y="755"/>
                  </a:lnTo>
                  <a:lnTo>
                    <a:pt x="196" y="755"/>
                  </a:lnTo>
                  <a:lnTo>
                    <a:pt x="196" y="755"/>
                  </a:lnTo>
                  <a:lnTo>
                    <a:pt x="122" y="755"/>
                  </a:lnTo>
                  <a:lnTo>
                    <a:pt x="74" y="706"/>
                  </a:lnTo>
                  <a:lnTo>
                    <a:pt x="25" y="633"/>
                  </a:lnTo>
                  <a:lnTo>
                    <a:pt x="1" y="560"/>
                  </a:lnTo>
                  <a:lnTo>
                    <a:pt x="1" y="560"/>
                  </a:lnTo>
                  <a:lnTo>
                    <a:pt x="25" y="487"/>
                  </a:lnTo>
                  <a:lnTo>
                    <a:pt x="74" y="390"/>
                  </a:lnTo>
                  <a:lnTo>
                    <a:pt x="122" y="268"/>
                  </a:lnTo>
                  <a:lnTo>
                    <a:pt x="196" y="195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585" y="0"/>
                  </a:lnTo>
                  <a:lnTo>
                    <a:pt x="585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05" name="Shape 664">
              <a:extLst>
                <a:ext uri="{FF2B5EF4-FFF2-40B4-BE49-F238E27FC236}">
                  <a16:creationId xmlns:a16="http://schemas.microsoft.com/office/drawing/2014/main" id="{3C644461-BAA5-4775-A07E-226BFDEF5DF3}"/>
                </a:ext>
              </a:extLst>
            </p:cNvPr>
            <p:cNvSpPr/>
            <p:nvPr/>
          </p:nvSpPr>
          <p:spPr>
            <a:xfrm>
              <a:off x="5943475" y="3695900"/>
              <a:ext cx="177800" cy="351350"/>
            </a:xfrm>
            <a:custGeom>
              <a:avLst/>
              <a:gdLst/>
              <a:ahLst/>
              <a:cxnLst/>
              <a:rect l="0" t="0" r="0" b="0"/>
              <a:pathLst>
                <a:path w="7112" h="14054" fill="none" extrusionOk="0">
                  <a:moveTo>
                    <a:pt x="2582" y="780"/>
                  </a:moveTo>
                  <a:lnTo>
                    <a:pt x="2582" y="780"/>
                  </a:lnTo>
                  <a:lnTo>
                    <a:pt x="2752" y="780"/>
                  </a:lnTo>
                  <a:lnTo>
                    <a:pt x="2752" y="780"/>
                  </a:lnTo>
                  <a:lnTo>
                    <a:pt x="2996" y="780"/>
                  </a:lnTo>
                  <a:lnTo>
                    <a:pt x="3215" y="829"/>
                  </a:lnTo>
                  <a:lnTo>
                    <a:pt x="3386" y="878"/>
                  </a:lnTo>
                  <a:lnTo>
                    <a:pt x="3507" y="951"/>
                  </a:lnTo>
                  <a:lnTo>
                    <a:pt x="3507" y="951"/>
                  </a:lnTo>
                  <a:lnTo>
                    <a:pt x="3605" y="1024"/>
                  </a:lnTo>
                  <a:lnTo>
                    <a:pt x="3702" y="1048"/>
                  </a:lnTo>
                  <a:lnTo>
                    <a:pt x="3800" y="1024"/>
                  </a:lnTo>
                  <a:lnTo>
                    <a:pt x="3897" y="951"/>
                  </a:lnTo>
                  <a:lnTo>
                    <a:pt x="3897" y="951"/>
                  </a:lnTo>
                  <a:lnTo>
                    <a:pt x="3970" y="878"/>
                  </a:lnTo>
                  <a:lnTo>
                    <a:pt x="4092" y="829"/>
                  </a:lnTo>
                  <a:lnTo>
                    <a:pt x="4189" y="780"/>
                  </a:lnTo>
                  <a:lnTo>
                    <a:pt x="4262" y="780"/>
                  </a:lnTo>
                  <a:lnTo>
                    <a:pt x="4262" y="780"/>
                  </a:lnTo>
                  <a:lnTo>
                    <a:pt x="4384" y="731"/>
                  </a:lnTo>
                  <a:lnTo>
                    <a:pt x="4506" y="658"/>
                  </a:lnTo>
                  <a:lnTo>
                    <a:pt x="4676" y="537"/>
                  </a:lnTo>
                  <a:lnTo>
                    <a:pt x="4847" y="390"/>
                  </a:lnTo>
                  <a:lnTo>
                    <a:pt x="4847" y="390"/>
                  </a:lnTo>
                  <a:lnTo>
                    <a:pt x="5042" y="244"/>
                  </a:lnTo>
                  <a:lnTo>
                    <a:pt x="5285" y="123"/>
                  </a:lnTo>
                  <a:lnTo>
                    <a:pt x="5529" y="49"/>
                  </a:lnTo>
                  <a:lnTo>
                    <a:pt x="5797" y="1"/>
                  </a:lnTo>
                  <a:lnTo>
                    <a:pt x="5797" y="1"/>
                  </a:lnTo>
                  <a:lnTo>
                    <a:pt x="5894" y="25"/>
                  </a:lnTo>
                  <a:lnTo>
                    <a:pt x="5992" y="49"/>
                  </a:lnTo>
                  <a:lnTo>
                    <a:pt x="6040" y="74"/>
                  </a:lnTo>
                  <a:lnTo>
                    <a:pt x="6089" y="123"/>
                  </a:lnTo>
                  <a:lnTo>
                    <a:pt x="6089" y="171"/>
                  </a:lnTo>
                  <a:lnTo>
                    <a:pt x="6089" y="244"/>
                  </a:lnTo>
                  <a:lnTo>
                    <a:pt x="6040" y="317"/>
                  </a:lnTo>
                  <a:lnTo>
                    <a:pt x="5992" y="390"/>
                  </a:lnTo>
                  <a:lnTo>
                    <a:pt x="5992" y="390"/>
                  </a:lnTo>
                  <a:lnTo>
                    <a:pt x="5845" y="561"/>
                  </a:lnTo>
                  <a:lnTo>
                    <a:pt x="5772" y="707"/>
                  </a:lnTo>
                  <a:lnTo>
                    <a:pt x="5748" y="853"/>
                  </a:lnTo>
                  <a:lnTo>
                    <a:pt x="5772" y="926"/>
                  </a:lnTo>
                  <a:lnTo>
                    <a:pt x="5797" y="951"/>
                  </a:lnTo>
                  <a:lnTo>
                    <a:pt x="5797" y="951"/>
                  </a:lnTo>
                  <a:lnTo>
                    <a:pt x="5870" y="1048"/>
                  </a:lnTo>
                  <a:lnTo>
                    <a:pt x="5918" y="1145"/>
                  </a:lnTo>
                  <a:lnTo>
                    <a:pt x="5967" y="1243"/>
                  </a:lnTo>
                  <a:lnTo>
                    <a:pt x="5992" y="1340"/>
                  </a:lnTo>
                  <a:lnTo>
                    <a:pt x="5992" y="1340"/>
                  </a:lnTo>
                  <a:lnTo>
                    <a:pt x="5967" y="1438"/>
                  </a:lnTo>
                  <a:lnTo>
                    <a:pt x="5918" y="1535"/>
                  </a:lnTo>
                  <a:lnTo>
                    <a:pt x="5870" y="1633"/>
                  </a:lnTo>
                  <a:lnTo>
                    <a:pt x="5797" y="1730"/>
                  </a:lnTo>
                  <a:lnTo>
                    <a:pt x="5797" y="1730"/>
                  </a:lnTo>
                  <a:lnTo>
                    <a:pt x="5748" y="1754"/>
                  </a:lnTo>
                  <a:lnTo>
                    <a:pt x="5699" y="1754"/>
                  </a:lnTo>
                  <a:lnTo>
                    <a:pt x="5553" y="1754"/>
                  </a:lnTo>
                  <a:lnTo>
                    <a:pt x="5383" y="1657"/>
                  </a:lnTo>
                  <a:lnTo>
                    <a:pt x="5212" y="1535"/>
                  </a:lnTo>
                  <a:lnTo>
                    <a:pt x="5212" y="1535"/>
                  </a:lnTo>
                  <a:lnTo>
                    <a:pt x="5066" y="1389"/>
                  </a:lnTo>
                  <a:lnTo>
                    <a:pt x="4896" y="1316"/>
                  </a:lnTo>
                  <a:lnTo>
                    <a:pt x="4749" y="1292"/>
                  </a:lnTo>
                  <a:lnTo>
                    <a:pt x="4701" y="1316"/>
                  </a:lnTo>
                  <a:lnTo>
                    <a:pt x="4652" y="1340"/>
                  </a:lnTo>
                  <a:lnTo>
                    <a:pt x="4652" y="1340"/>
                  </a:lnTo>
                  <a:lnTo>
                    <a:pt x="4555" y="1413"/>
                  </a:lnTo>
                  <a:lnTo>
                    <a:pt x="4457" y="1486"/>
                  </a:lnTo>
                  <a:lnTo>
                    <a:pt x="4360" y="1511"/>
                  </a:lnTo>
                  <a:lnTo>
                    <a:pt x="4262" y="1535"/>
                  </a:lnTo>
                  <a:lnTo>
                    <a:pt x="4262" y="1535"/>
                  </a:lnTo>
                  <a:lnTo>
                    <a:pt x="4116" y="1559"/>
                  </a:lnTo>
                  <a:lnTo>
                    <a:pt x="4043" y="1584"/>
                  </a:lnTo>
                  <a:lnTo>
                    <a:pt x="3994" y="1633"/>
                  </a:lnTo>
                  <a:lnTo>
                    <a:pt x="3994" y="1633"/>
                  </a:lnTo>
                  <a:lnTo>
                    <a:pt x="3946" y="1657"/>
                  </a:lnTo>
                  <a:lnTo>
                    <a:pt x="3873" y="1681"/>
                  </a:lnTo>
                  <a:lnTo>
                    <a:pt x="3702" y="1730"/>
                  </a:lnTo>
                  <a:lnTo>
                    <a:pt x="3702" y="1730"/>
                  </a:lnTo>
                  <a:lnTo>
                    <a:pt x="3605" y="1730"/>
                  </a:lnTo>
                  <a:lnTo>
                    <a:pt x="3507" y="1779"/>
                  </a:lnTo>
                  <a:lnTo>
                    <a:pt x="3410" y="1827"/>
                  </a:lnTo>
                  <a:lnTo>
                    <a:pt x="3312" y="1900"/>
                  </a:lnTo>
                  <a:lnTo>
                    <a:pt x="3312" y="1900"/>
                  </a:lnTo>
                  <a:lnTo>
                    <a:pt x="3288" y="1949"/>
                  </a:lnTo>
                  <a:lnTo>
                    <a:pt x="3288" y="2022"/>
                  </a:lnTo>
                  <a:lnTo>
                    <a:pt x="3288" y="2144"/>
                  </a:lnTo>
                  <a:lnTo>
                    <a:pt x="3386" y="2314"/>
                  </a:lnTo>
                  <a:lnTo>
                    <a:pt x="3507" y="2485"/>
                  </a:lnTo>
                  <a:lnTo>
                    <a:pt x="3507" y="2485"/>
                  </a:lnTo>
                  <a:lnTo>
                    <a:pt x="3605" y="2558"/>
                  </a:lnTo>
                  <a:lnTo>
                    <a:pt x="3702" y="2582"/>
                  </a:lnTo>
                  <a:lnTo>
                    <a:pt x="3800" y="2607"/>
                  </a:lnTo>
                  <a:lnTo>
                    <a:pt x="3921" y="2607"/>
                  </a:lnTo>
                  <a:lnTo>
                    <a:pt x="4043" y="2582"/>
                  </a:lnTo>
                  <a:lnTo>
                    <a:pt x="4141" y="2534"/>
                  </a:lnTo>
                  <a:lnTo>
                    <a:pt x="4262" y="2461"/>
                  </a:lnTo>
                  <a:lnTo>
                    <a:pt x="4360" y="2388"/>
                  </a:lnTo>
                  <a:lnTo>
                    <a:pt x="4360" y="2388"/>
                  </a:lnTo>
                  <a:lnTo>
                    <a:pt x="4555" y="2193"/>
                  </a:lnTo>
                  <a:lnTo>
                    <a:pt x="4749" y="2047"/>
                  </a:lnTo>
                  <a:lnTo>
                    <a:pt x="4920" y="1949"/>
                  </a:lnTo>
                  <a:lnTo>
                    <a:pt x="5042" y="1900"/>
                  </a:lnTo>
                  <a:lnTo>
                    <a:pt x="5042" y="1900"/>
                  </a:lnTo>
                  <a:lnTo>
                    <a:pt x="5115" y="1925"/>
                  </a:lnTo>
                  <a:lnTo>
                    <a:pt x="5163" y="1974"/>
                  </a:lnTo>
                  <a:lnTo>
                    <a:pt x="5212" y="2022"/>
                  </a:lnTo>
                  <a:lnTo>
                    <a:pt x="5212" y="2095"/>
                  </a:lnTo>
                  <a:lnTo>
                    <a:pt x="5212" y="2095"/>
                  </a:lnTo>
                  <a:lnTo>
                    <a:pt x="5236" y="2168"/>
                  </a:lnTo>
                  <a:lnTo>
                    <a:pt x="5285" y="2241"/>
                  </a:lnTo>
                  <a:lnTo>
                    <a:pt x="5334" y="2266"/>
                  </a:lnTo>
                  <a:lnTo>
                    <a:pt x="5407" y="2290"/>
                  </a:lnTo>
                  <a:lnTo>
                    <a:pt x="5407" y="2290"/>
                  </a:lnTo>
                  <a:lnTo>
                    <a:pt x="5504" y="2314"/>
                  </a:lnTo>
                  <a:lnTo>
                    <a:pt x="5602" y="2339"/>
                  </a:lnTo>
                  <a:lnTo>
                    <a:pt x="5699" y="2412"/>
                  </a:lnTo>
                  <a:lnTo>
                    <a:pt x="5797" y="2485"/>
                  </a:lnTo>
                  <a:lnTo>
                    <a:pt x="5797" y="2485"/>
                  </a:lnTo>
                  <a:lnTo>
                    <a:pt x="5845" y="2558"/>
                  </a:lnTo>
                  <a:lnTo>
                    <a:pt x="5870" y="2680"/>
                  </a:lnTo>
                  <a:lnTo>
                    <a:pt x="5845" y="2777"/>
                  </a:lnTo>
                  <a:lnTo>
                    <a:pt x="5797" y="2850"/>
                  </a:lnTo>
                  <a:lnTo>
                    <a:pt x="5797" y="2850"/>
                  </a:lnTo>
                  <a:lnTo>
                    <a:pt x="5699" y="2923"/>
                  </a:lnTo>
                  <a:lnTo>
                    <a:pt x="5602" y="2996"/>
                  </a:lnTo>
                  <a:lnTo>
                    <a:pt x="5504" y="3045"/>
                  </a:lnTo>
                  <a:lnTo>
                    <a:pt x="5407" y="3045"/>
                  </a:lnTo>
                  <a:lnTo>
                    <a:pt x="5407" y="3045"/>
                  </a:lnTo>
                  <a:lnTo>
                    <a:pt x="5310" y="3069"/>
                  </a:lnTo>
                  <a:lnTo>
                    <a:pt x="5163" y="3167"/>
                  </a:lnTo>
                  <a:lnTo>
                    <a:pt x="4993" y="3289"/>
                  </a:lnTo>
                  <a:lnTo>
                    <a:pt x="4847" y="3435"/>
                  </a:lnTo>
                  <a:lnTo>
                    <a:pt x="4847" y="3435"/>
                  </a:lnTo>
                  <a:lnTo>
                    <a:pt x="4676" y="3581"/>
                  </a:lnTo>
                  <a:lnTo>
                    <a:pt x="4506" y="3703"/>
                  </a:lnTo>
                  <a:lnTo>
                    <a:pt x="4384" y="3776"/>
                  </a:lnTo>
                  <a:lnTo>
                    <a:pt x="4262" y="3800"/>
                  </a:lnTo>
                  <a:lnTo>
                    <a:pt x="4262" y="3800"/>
                  </a:lnTo>
                  <a:lnTo>
                    <a:pt x="4141" y="3849"/>
                  </a:lnTo>
                  <a:lnTo>
                    <a:pt x="3970" y="3971"/>
                  </a:lnTo>
                  <a:lnTo>
                    <a:pt x="3726" y="4165"/>
                  </a:lnTo>
                  <a:lnTo>
                    <a:pt x="3483" y="4409"/>
                  </a:lnTo>
                  <a:lnTo>
                    <a:pt x="3142" y="4750"/>
                  </a:lnTo>
                  <a:lnTo>
                    <a:pt x="3142" y="4750"/>
                  </a:lnTo>
                  <a:lnTo>
                    <a:pt x="3020" y="4847"/>
                  </a:lnTo>
                  <a:lnTo>
                    <a:pt x="2874" y="4969"/>
                  </a:lnTo>
                  <a:lnTo>
                    <a:pt x="2557" y="5164"/>
                  </a:lnTo>
                  <a:lnTo>
                    <a:pt x="2265" y="5286"/>
                  </a:lnTo>
                  <a:lnTo>
                    <a:pt x="2119" y="5310"/>
                  </a:lnTo>
                  <a:lnTo>
                    <a:pt x="1997" y="5335"/>
                  </a:lnTo>
                  <a:lnTo>
                    <a:pt x="1997" y="5335"/>
                  </a:lnTo>
                  <a:lnTo>
                    <a:pt x="1754" y="5335"/>
                  </a:lnTo>
                  <a:lnTo>
                    <a:pt x="1535" y="5383"/>
                  </a:lnTo>
                  <a:lnTo>
                    <a:pt x="1364" y="5456"/>
                  </a:lnTo>
                  <a:lnTo>
                    <a:pt x="1242" y="5529"/>
                  </a:lnTo>
                  <a:lnTo>
                    <a:pt x="1242" y="5529"/>
                  </a:lnTo>
                  <a:lnTo>
                    <a:pt x="1169" y="5602"/>
                  </a:lnTo>
                  <a:lnTo>
                    <a:pt x="1096" y="5700"/>
                  </a:lnTo>
                  <a:lnTo>
                    <a:pt x="1047" y="5797"/>
                  </a:lnTo>
                  <a:lnTo>
                    <a:pt x="1047" y="5895"/>
                  </a:lnTo>
                  <a:lnTo>
                    <a:pt x="1047" y="5895"/>
                  </a:lnTo>
                  <a:lnTo>
                    <a:pt x="1047" y="5992"/>
                  </a:lnTo>
                  <a:lnTo>
                    <a:pt x="1096" y="6090"/>
                  </a:lnTo>
                  <a:lnTo>
                    <a:pt x="1169" y="6187"/>
                  </a:lnTo>
                  <a:lnTo>
                    <a:pt x="1242" y="6284"/>
                  </a:lnTo>
                  <a:lnTo>
                    <a:pt x="1242" y="6284"/>
                  </a:lnTo>
                  <a:lnTo>
                    <a:pt x="1315" y="6357"/>
                  </a:lnTo>
                  <a:lnTo>
                    <a:pt x="1413" y="6406"/>
                  </a:lnTo>
                  <a:lnTo>
                    <a:pt x="1535" y="6455"/>
                  </a:lnTo>
                  <a:lnTo>
                    <a:pt x="1608" y="6455"/>
                  </a:lnTo>
                  <a:lnTo>
                    <a:pt x="1608" y="6455"/>
                  </a:lnTo>
                  <a:lnTo>
                    <a:pt x="1729" y="6504"/>
                  </a:lnTo>
                  <a:lnTo>
                    <a:pt x="1876" y="6601"/>
                  </a:lnTo>
                  <a:lnTo>
                    <a:pt x="2070" y="6747"/>
                  </a:lnTo>
                  <a:lnTo>
                    <a:pt x="2290" y="6942"/>
                  </a:lnTo>
                  <a:lnTo>
                    <a:pt x="2290" y="6942"/>
                  </a:lnTo>
                  <a:lnTo>
                    <a:pt x="2484" y="7137"/>
                  </a:lnTo>
                  <a:lnTo>
                    <a:pt x="2679" y="7283"/>
                  </a:lnTo>
                  <a:lnTo>
                    <a:pt x="2825" y="7380"/>
                  </a:lnTo>
                  <a:lnTo>
                    <a:pt x="2947" y="7405"/>
                  </a:lnTo>
                  <a:lnTo>
                    <a:pt x="2947" y="7405"/>
                  </a:lnTo>
                  <a:lnTo>
                    <a:pt x="3093" y="7380"/>
                  </a:lnTo>
                  <a:lnTo>
                    <a:pt x="3166" y="7356"/>
                  </a:lnTo>
                  <a:lnTo>
                    <a:pt x="3239" y="7332"/>
                  </a:lnTo>
                  <a:lnTo>
                    <a:pt x="3239" y="7332"/>
                  </a:lnTo>
                  <a:lnTo>
                    <a:pt x="3288" y="7283"/>
                  </a:lnTo>
                  <a:lnTo>
                    <a:pt x="3410" y="7259"/>
                  </a:lnTo>
                  <a:lnTo>
                    <a:pt x="3556" y="7234"/>
                  </a:lnTo>
                  <a:lnTo>
                    <a:pt x="3702" y="7234"/>
                  </a:lnTo>
                  <a:lnTo>
                    <a:pt x="3702" y="7234"/>
                  </a:lnTo>
                  <a:lnTo>
                    <a:pt x="3873" y="7234"/>
                  </a:lnTo>
                  <a:lnTo>
                    <a:pt x="4019" y="7283"/>
                  </a:lnTo>
                  <a:lnTo>
                    <a:pt x="4165" y="7332"/>
                  </a:lnTo>
                  <a:lnTo>
                    <a:pt x="4262" y="7429"/>
                  </a:lnTo>
                  <a:lnTo>
                    <a:pt x="4262" y="7429"/>
                  </a:lnTo>
                  <a:lnTo>
                    <a:pt x="4360" y="7502"/>
                  </a:lnTo>
                  <a:lnTo>
                    <a:pt x="4457" y="7551"/>
                  </a:lnTo>
                  <a:lnTo>
                    <a:pt x="4555" y="7600"/>
                  </a:lnTo>
                  <a:lnTo>
                    <a:pt x="4652" y="7600"/>
                  </a:lnTo>
                  <a:lnTo>
                    <a:pt x="4652" y="7600"/>
                  </a:lnTo>
                  <a:lnTo>
                    <a:pt x="4749" y="7648"/>
                  </a:lnTo>
                  <a:lnTo>
                    <a:pt x="4896" y="7721"/>
                  </a:lnTo>
                  <a:lnTo>
                    <a:pt x="5066" y="7843"/>
                  </a:lnTo>
                  <a:lnTo>
                    <a:pt x="5212" y="7989"/>
                  </a:lnTo>
                  <a:lnTo>
                    <a:pt x="5212" y="7989"/>
                  </a:lnTo>
                  <a:lnTo>
                    <a:pt x="5383" y="8135"/>
                  </a:lnTo>
                  <a:lnTo>
                    <a:pt x="5553" y="8257"/>
                  </a:lnTo>
                  <a:lnTo>
                    <a:pt x="5699" y="8330"/>
                  </a:lnTo>
                  <a:lnTo>
                    <a:pt x="5797" y="8355"/>
                  </a:lnTo>
                  <a:lnTo>
                    <a:pt x="5797" y="8355"/>
                  </a:lnTo>
                  <a:lnTo>
                    <a:pt x="5870" y="8379"/>
                  </a:lnTo>
                  <a:lnTo>
                    <a:pt x="5992" y="8428"/>
                  </a:lnTo>
                  <a:lnTo>
                    <a:pt x="6089" y="8476"/>
                  </a:lnTo>
                  <a:lnTo>
                    <a:pt x="6162" y="8549"/>
                  </a:lnTo>
                  <a:lnTo>
                    <a:pt x="6162" y="8549"/>
                  </a:lnTo>
                  <a:lnTo>
                    <a:pt x="6259" y="8622"/>
                  </a:lnTo>
                  <a:lnTo>
                    <a:pt x="6357" y="8695"/>
                  </a:lnTo>
                  <a:lnTo>
                    <a:pt x="6454" y="8720"/>
                  </a:lnTo>
                  <a:lnTo>
                    <a:pt x="6552" y="8744"/>
                  </a:lnTo>
                  <a:lnTo>
                    <a:pt x="6552" y="8744"/>
                  </a:lnTo>
                  <a:lnTo>
                    <a:pt x="6649" y="8769"/>
                  </a:lnTo>
                  <a:lnTo>
                    <a:pt x="6747" y="8793"/>
                  </a:lnTo>
                  <a:lnTo>
                    <a:pt x="6844" y="8866"/>
                  </a:lnTo>
                  <a:lnTo>
                    <a:pt x="6941" y="8939"/>
                  </a:lnTo>
                  <a:lnTo>
                    <a:pt x="6941" y="8939"/>
                  </a:lnTo>
                  <a:lnTo>
                    <a:pt x="7014" y="9036"/>
                  </a:lnTo>
                  <a:lnTo>
                    <a:pt x="7063" y="9134"/>
                  </a:lnTo>
                  <a:lnTo>
                    <a:pt x="7112" y="9231"/>
                  </a:lnTo>
                  <a:lnTo>
                    <a:pt x="7112" y="9304"/>
                  </a:lnTo>
                  <a:lnTo>
                    <a:pt x="7112" y="9304"/>
                  </a:lnTo>
                  <a:lnTo>
                    <a:pt x="7112" y="9402"/>
                  </a:lnTo>
                  <a:lnTo>
                    <a:pt x="7063" y="9499"/>
                  </a:lnTo>
                  <a:lnTo>
                    <a:pt x="7014" y="9597"/>
                  </a:lnTo>
                  <a:lnTo>
                    <a:pt x="6941" y="9694"/>
                  </a:lnTo>
                  <a:lnTo>
                    <a:pt x="6941" y="9694"/>
                  </a:lnTo>
                  <a:lnTo>
                    <a:pt x="6868" y="9791"/>
                  </a:lnTo>
                  <a:lnTo>
                    <a:pt x="6795" y="9889"/>
                  </a:lnTo>
                  <a:lnTo>
                    <a:pt x="6747" y="9986"/>
                  </a:lnTo>
                  <a:lnTo>
                    <a:pt x="6747" y="10084"/>
                  </a:lnTo>
                  <a:lnTo>
                    <a:pt x="6747" y="10084"/>
                  </a:lnTo>
                  <a:lnTo>
                    <a:pt x="6722" y="10181"/>
                  </a:lnTo>
                  <a:lnTo>
                    <a:pt x="6625" y="10327"/>
                  </a:lnTo>
                  <a:lnTo>
                    <a:pt x="6503" y="10473"/>
                  </a:lnTo>
                  <a:lnTo>
                    <a:pt x="6357" y="10644"/>
                  </a:lnTo>
                  <a:lnTo>
                    <a:pt x="6357" y="10644"/>
                  </a:lnTo>
                  <a:lnTo>
                    <a:pt x="6211" y="10814"/>
                  </a:lnTo>
                  <a:lnTo>
                    <a:pt x="6089" y="10961"/>
                  </a:lnTo>
                  <a:lnTo>
                    <a:pt x="6016" y="11107"/>
                  </a:lnTo>
                  <a:lnTo>
                    <a:pt x="5992" y="11204"/>
                  </a:lnTo>
                  <a:lnTo>
                    <a:pt x="5992" y="11204"/>
                  </a:lnTo>
                  <a:lnTo>
                    <a:pt x="5943" y="11326"/>
                  </a:lnTo>
                  <a:lnTo>
                    <a:pt x="5870" y="11472"/>
                  </a:lnTo>
                  <a:lnTo>
                    <a:pt x="5748" y="11618"/>
                  </a:lnTo>
                  <a:lnTo>
                    <a:pt x="5602" y="11789"/>
                  </a:lnTo>
                  <a:lnTo>
                    <a:pt x="5602" y="11789"/>
                  </a:lnTo>
                  <a:lnTo>
                    <a:pt x="5456" y="11935"/>
                  </a:lnTo>
                  <a:lnTo>
                    <a:pt x="5334" y="12105"/>
                  </a:lnTo>
                  <a:lnTo>
                    <a:pt x="5261" y="12251"/>
                  </a:lnTo>
                  <a:lnTo>
                    <a:pt x="5212" y="12349"/>
                  </a:lnTo>
                  <a:lnTo>
                    <a:pt x="5212" y="12349"/>
                  </a:lnTo>
                  <a:lnTo>
                    <a:pt x="5188" y="12446"/>
                  </a:lnTo>
                  <a:lnTo>
                    <a:pt x="5139" y="12568"/>
                  </a:lnTo>
                  <a:lnTo>
                    <a:pt x="5042" y="12714"/>
                  </a:lnTo>
                  <a:lnTo>
                    <a:pt x="4944" y="12836"/>
                  </a:lnTo>
                  <a:lnTo>
                    <a:pt x="4944" y="12836"/>
                  </a:lnTo>
                  <a:lnTo>
                    <a:pt x="4822" y="12958"/>
                  </a:lnTo>
                  <a:lnTo>
                    <a:pt x="4725" y="13079"/>
                  </a:lnTo>
                  <a:lnTo>
                    <a:pt x="4676" y="13201"/>
                  </a:lnTo>
                  <a:lnTo>
                    <a:pt x="4652" y="13299"/>
                  </a:lnTo>
                  <a:lnTo>
                    <a:pt x="4652" y="13299"/>
                  </a:lnTo>
                  <a:lnTo>
                    <a:pt x="4676" y="13469"/>
                  </a:lnTo>
                  <a:lnTo>
                    <a:pt x="4701" y="13542"/>
                  </a:lnTo>
                  <a:lnTo>
                    <a:pt x="4749" y="13591"/>
                  </a:lnTo>
                  <a:lnTo>
                    <a:pt x="4749" y="13591"/>
                  </a:lnTo>
                  <a:lnTo>
                    <a:pt x="4774" y="13640"/>
                  </a:lnTo>
                  <a:lnTo>
                    <a:pt x="4822" y="13713"/>
                  </a:lnTo>
                  <a:lnTo>
                    <a:pt x="4847" y="13883"/>
                  </a:lnTo>
                  <a:lnTo>
                    <a:pt x="4847" y="13883"/>
                  </a:lnTo>
                  <a:lnTo>
                    <a:pt x="4822" y="13956"/>
                  </a:lnTo>
                  <a:lnTo>
                    <a:pt x="4774" y="14005"/>
                  </a:lnTo>
                  <a:lnTo>
                    <a:pt x="4725" y="14054"/>
                  </a:lnTo>
                  <a:lnTo>
                    <a:pt x="4652" y="14054"/>
                  </a:lnTo>
                  <a:lnTo>
                    <a:pt x="4652" y="14054"/>
                  </a:lnTo>
                  <a:lnTo>
                    <a:pt x="4555" y="14054"/>
                  </a:lnTo>
                  <a:lnTo>
                    <a:pt x="4457" y="14005"/>
                  </a:lnTo>
                  <a:lnTo>
                    <a:pt x="4360" y="13956"/>
                  </a:lnTo>
                  <a:lnTo>
                    <a:pt x="4262" y="13883"/>
                  </a:lnTo>
                  <a:lnTo>
                    <a:pt x="4262" y="13883"/>
                  </a:lnTo>
                  <a:lnTo>
                    <a:pt x="4189" y="13761"/>
                  </a:lnTo>
                  <a:lnTo>
                    <a:pt x="4141" y="13615"/>
                  </a:lnTo>
                  <a:lnTo>
                    <a:pt x="4092" y="13469"/>
                  </a:lnTo>
                  <a:lnTo>
                    <a:pt x="4092" y="13299"/>
                  </a:lnTo>
                  <a:lnTo>
                    <a:pt x="4092" y="13299"/>
                  </a:lnTo>
                  <a:lnTo>
                    <a:pt x="4067" y="13152"/>
                  </a:lnTo>
                  <a:lnTo>
                    <a:pt x="4019" y="12982"/>
                  </a:lnTo>
                  <a:lnTo>
                    <a:pt x="3970" y="12836"/>
                  </a:lnTo>
                  <a:lnTo>
                    <a:pt x="3897" y="12738"/>
                  </a:lnTo>
                  <a:lnTo>
                    <a:pt x="3897" y="12738"/>
                  </a:lnTo>
                  <a:lnTo>
                    <a:pt x="3848" y="12690"/>
                  </a:lnTo>
                  <a:lnTo>
                    <a:pt x="3824" y="12592"/>
                  </a:lnTo>
                  <a:lnTo>
                    <a:pt x="3751" y="12349"/>
                  </a:lnTo>
                  <a:lnTo>
                    <a:pt x="3726" y="12056"/>
                  </a:lnTo>
                  <a:lnTo>
                    <a:pt x="3702" y="11716"/>
                  </a:lnTo>
                  <a:lnTo>
                    <a:pt x="3702" y="11472"/>
                  </a:lnTo>
                  <a:lnTo>
                    <a:pt x="3702" y="11472"/>
                  </a:lnTo>
                  <a:lnTo>
                    <a:pt x="3702" y="11301"/>
                  </a:lnTo>
                  <a:lnTo>
                    <a:pt x="3653" y="11107"/>
                  </a:lnTo>
                  <a:lnTo>
                    <a:pt x="3629" y="10936"/>
                  </a:lnTo>
                  <a:lnTo>
                    <a:pt x="3556" y="10741"/>
                  </a:lnTo>
                  <a:lnTo>
                    <a:pt x="3483" y="10571"/>
                  </a:lnTo>
                  <a:lnTo>
                    <a:pt x="3410" y="10425"/>
                  </a:lnTo>
                  <a:lnTo>
                    <a:pt x="3312" y="10279"/>
                  </a:lnTo>
                  <a:lnTo>
                    <a:pt x="3239" y="10181"/>
                  </a:lnTo>
                  <a:lnTo>
                    <a:pt x="3239" y="10181"/>
                  </a:lnTo>
                  <a:lnTo>
                    <a:pt x="3045" y="9962"/>
                  </a:lnTo>
                  <a:lnTo>
                    <a:pt x="2898" y="9767"/>
                  </a:lnTo>
                  <a:lnTo>
                    <a:pt x="2801" y="9621"/>
                  </a:lnTo>
                  <a:lnTo>
                    <a:pt x="2752" y="9499"/>
                  </a:lnTo>
                  <a:lnTo>
                    <a:pt x="2752" y="9499"/>
                  </a:lnTo>
                  <a:lnTo>
                    <a:pt x="2728" y="9353"/>
                  </a:lnTo>
                  <a:lnTo>
                    <a:pt x="2704" y="9280"/>
                  </a:lnTo>
                  <a:lnTo>
                    <a:pt x="2655" y="9231"/>
                  </a:lnTo>
                  <a:lnTo>
                    <a:pt x="2655" y="9231"/>
                  </a:lnTo>
                  <a:lnTo>
                    <a:pt x="2631" y="9158"/>
                  </a:lnTo>
                  <a:lnTo>
                    <a:pt x="2582" y="9036"/>
                  </a:lnTo>
                  <a:lnTo>
                    <a:pt x="2582" y="8890"/>
                  </a:lnTo>
                  <a:lnTo>
                    <a:pt x="2557" y="8744"/>
                  </a:lnTo>
                  <a:lnTo>
                    <a:pt x="2557" y="8744"/>
                  </a:lnTo>
                  <a:lnTo>
                    <a:pt x="2582" y="8598"/>
                  </a:lnTo>
                  <a:lnTo>
                    <a:pt x="2582" y="8452"/>
                  </a:lnTo>
                  <a:lnTo>
                    <a:pt x="2631" y="8330"/>
                  </a:lnTo>
                  <a:lnTo>
                    <a:pt x="2655" y="8281"/>
                  </a:lnTo>
                  <a:lnTo>
                    <a:pt x="2655" y="8281"/>
                  </a:lnTo>
                  <a:lnTo>
                    <a:pt x="2704" y="8208"/>
                  </a:lnTo>
                  <a:lnTo>
                    <a:pt x="2728" y="8160"/>
                  </a:lnTo>
                  <a:lnTo>
                    <a:pt x="2752" y="7989"/>
                  </a:lnTo>
                  <a:lnTo>
                    <a:pt x="2752" y="7989"/>
                  </a:lnTo>
                  <a:lnTo>
                    <a:pt x="2728" y="7819"/>
                  </a:lnTo>
                  <a:lnTo>
                    <a:pt x="2704" y="7746"/>
                  </a:lnTo>
                  <a:lnTo>
                    <a:pt x="2655" y="7697"/>
                  </a:lnTo>
                  <a:lnTo>
                    <a:pt x="2655" y="7697"/>
                  </a:lnTo>
                  <a:lnTo>
                    <a:pt x="2606" y="7673"/>
                  </a:lnTo>
                  <a:lnTo>
                    <a:pt x="2533" y="7624"/>
                  </a:lnTo>
                  <a:lnTo>
                    <a:pt x="2363" y="7600"/>
                  </a:lnTo>
                  <a:lnTo>
                    <a:pt x="2363" y="7600"/>
                  </a:lnTo>
                  <a:lnTo>
                    <a:pt x="2265" y="7575"/>
                  </a:lnTo>
                  <a:lnTo>
                    <a:pt x="2119" y="7502"/>
                  </a:lnTo>
                  <a:lnTo>
                    <a:pt x="1973" y="7380"/>
                  </a:lnTo>
                  <a:lnTo>
                    <a:pt x="1802" y="7234"/>
                  </a:lnTo>
                  <a:lnTo>
                    <a:pt x="1802" y="7234"/>
                  </a:lnTo>
                  <a:lnTo>
                    <a:pt x="1632" y="7088"/>
                  </a:lnTo>
                  <a:lnTo>
                    <a:pt x="1486" y="6966"/>
                  </a:lnTo>
                  <a:lnTo>
                    <a:pt x="1340" y="6869"/>
                  </a:lnTo>
                  <a:lnTo>
                    <a:pt x="1242" y="6845"/>
                  </a:lnTo>
                  <a:lnTo>
                    <a:pt x="1242" y="6845"/>
                  </a:lnTo>
                  <a:lnTo>
                    <a:pt x="1121" y="6796"/>
                  </a:lnTo>
                  <a:lnTo>
                    <a:pt x="926" y="6674"/>
                  </a:lnTo>
                  <a:lnTo>
                    <a:pt x="706" y="6504"/>
                  </a:lnTo>
                  <a:lnTo>
                    <a:pt x="463" y="6284"/>
                  </a:lnTo>
                  <a:lnTo>
                    <a:pt x="463" y="6284"/>
                  </a:lnTo>
                  <a:lnTo>
                    <a:pt x="171" y="5919"/>
                  </a:lnTo>
                  <a:lnTo>
                    <a:pt x="0" y="5700"/>
                  </a:lnTo>
                  <a:lnTo>
                    <a:pt x="0" y="5700"/>
                  </a:lnTo>
                  <a:lnTo>
                    <a:pt x="0" y="5724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06" name="Shape 665">
              <a:extLst>
                <a:ext uri="{FF2B5EF4-FFF2-40B4-BE49-F238E27FC236}">
                  <a16:creationId xmlns:a16="http://schemas.microsoft.com/office/drawing/2014/main" id="{9653DBC4-5298-4696-AC4C-C85FDF51F9FC}"/>
                </a:ext>
              </a:extLst>
            </p:cNvPr>
            <p:cNvSpPr/>
            <p:nvPr/>
          </p:nvSpPr>
          <p:spPr>
            <a:xfrm>
              <a:off x="6128575" y="3695900"/>
              <a:ext cx="86475" cy="47525"/>
            </a:xfrm>
            <a:custGeom>
              <a:avLst/>
              <a:gdLst/>
              <a:ahLst/>
              <a:cxnLst/>
              <a:rect l="0" t="0" r="0" b="0"/>
              <a:pathLst>
                <a:path w="3459" h="1901" fill="none" extrusionOk="0">
                  <a:moveTo>
                    <a:pt x="2022" y="1340"/>
                  </a:moveTo>
                  <a:lnTo>
                    <a:pt x="2022" y="1340"/>
                  </a:lnTo>
                  <a:lnTo>
                    <a:pt x="1924" y="1413"/>
                  </a:lnTo>
                  <a:lnTo>
                    <a:pt x="1827" y="1486"/>
                  </a:lnTo>
                  <a:lnTo>
                    <a:pt x="1729" y="1511"/>
                  </a:lnTo>
                  <a:lnTo>
                    <a:pt x="1632" y="1535"/>
                  </a:lnTo>
                  <a:lnTo>
                    <a:pt x="1632" y="1535"/>
                  </a:lnTo>
                  <a:lnTo>
                    <a:pt x="1559" y="1535"/>
                  </a:lnTo>
                  <a:lnTo>
                    <a:pt x="1461" y="1584"/>
                  </a:lnTo>
                  <a:lnTo>
                    <a:pt x="1340" y="1657"/>
                  </a:lnTo>
                  <a:lnTo>
                    <a:pt x="1267" y="1730"/>
                  </a:lnTo>
                  <a:lnTo>
                    <a:pt x="1267" y="1730"/>
                  </a:lnTo>
                  <a:lnTo>
                    <a:pt x="1169" y="1803"/>
                  </a:lnTo>
                  <a:lnTo>
                    <a:pt x="1072" y="1852"/>
                  </a:lnTo>
                  <a:lnTo>
                    <a:pt x="974" y="1900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79" y="1900"/>
                  </a:lnTo>
                  <a:lnTo>
                    <a:pt x="682" y="1852"/>
                  </a:lnTo>
                  <a:lnTo>
                    <a:pt x="585" y="1803"/>
                  </a:lnTo>
                  <a:lnTo>
                    <a:pt x="512" y="1730"/>
                  </a:lnTo>
                  <a:lnTo>
                    <a:pt x="512" y="1730"/>
                  </a:lnTo>
                  <a:lnTo>
                    <a:pt x="438" y="1633"/>
                  </a:lnTo>
                  <a:lnTo>
                    <a:pt x="414" y="1535"/>
                  </a:lnTo>
                  <a:lnTo>
                    <a:pt x="438" y="1438"/>
                  </a:lnTo>
                  <a:lnTo>
                    <a:pt x="512" y="1340"/>
                  </a:lnTo>
                  <a:lnTo>
                    <a:pt x="512" y="1340"/>
                  </a:lnTo>
                  <a:lnTo>
                    <a:pt x="585" y="1243"/>
                  </a:lnTo>
                  <a:lnTo>
                    <a:pt x="633" y="1145"/>
                  </a:lnTo>
                  <a:lnTo>
                    <a:pt x="682" y="1048"/>
                  </a:lnTo>
                  <a:lnTo>
                    <a:pt x="682" y="951"/>
                  </a:lnTo>
                  <a:lnTo>
                    <a:pt x="682" y="951"/>
                  </a:lnTo>
                  <a:lnTo>
                    <a:pt x="658" y="804"/>
                  </a:lnTo>
                  <a:lnTo>
                    <a:pt x="633" y="731"/>
                  </a:lnTo>
                  <a:lnTo>
                    <a:pt x="585" y="683"/>
                  </a:lnTo>
                  <a:lnTo>
                    <a:pt x="585" y="683"/>
                  </a:lnTo>
                  <a:lnTo>
                    <a:pt x="536" y="634"/>
                  </a:lnTo>
                  <a:lnTo>
                    <a:pt x="463" y="610"/>
                  </a:lnTo>
                  <a:lnTo>
                    <a:pt x="317" y="585"/>
                  </a:lnTo>
                  <a:lnTo>
                    <a:pt x="317" y="585"/>
                  </a:lnTo>
                  <a:lnTo>
                    <a:pt x="146" y="561"/>
                  </a:lnTo>
                  <a:lnTo>
                    <a:pt x="73" y="512"/>
                  </a:lnTo>
                  <a:lnTo>
                    <a:pt x="24" y="488"/>
                  </a:lnTo>
                  <a:lnTo>
                    <a:pt x="24" y="488"/>
                  </a:lnTo>
                  <a:lnTo>
                    <a:pt x="0" y="439"/>
                  </a:lnTo>
                  <a:lnTo>
                    <a:pt x="24" y="366"/>
                  </a:lnTo>
                  <a:lnTo>
                    <a:pt x="49" y="293"/>
                  </a:lnTo>
                  <a:lnTo>
                    <a:pt x="122" y="196"/>
                  </a:lnTo>
                  <a:lnTo>
                    <a:pt x="122" y="196"/>
                  </a:lnTo>
                  <a:lnTo>
                    <a:pt x="171" y="171"/>
                  </a:lnTo>
                  <a:lnTo>
                    <a:pt x="268" y="123"/>
                  </a:lnTo>
                  <a:lnTo>
                    <a:pt x="512" y="74"/>
                  </a:lnTo>
                  <a:lnTo>
                    <a:pt x="804" y="25"/>
                  </a:lnTo>
                  <a:lnTo>
                    <a:pt x="1145" y="1"/>
                  </a:lnTo>
                  <a:lnTo>
                    <a:pt x="2509" y="1"/>
                  </a:lnTo>
                  <a:lnTo>
                    <a:pt x="2509" y="1"/>
                  </a:lnTo>
                  <a:lnTo>
                    <a:pt x="2850" y="25"/>
                  </a:lnTo>
                  <a:lnTo>
                    <a:pt x="3142" y="49"/>
                  </a:lnTo>
                  <a:lnTo>
                    <a:pt x="3337" y="74"/>
                  </a:lnTo>
                  <a:lnTo>
                    <a:pt x="3434" y="98"/>
                  </a:lnTo>
                  <a:lnTo>
                    <a:pt x="3434" y="98"/>
                  </a:lnTo>
                  <a:lnTo>
                    <a:pt x="3458" y="123"/>
                  </a:lnTo>
                  <a:lnTo>
                    <a:pt x="3434" y="171"/>
                  </a:lnTo>
                  <a:lnTo>
                    <a:pt x="3361" y="317"/>
                  </a:lnTo>
                  <a:lnTo>
                    <a:pt x="3239" y="488"/>
                  </a:lnTo>
                  <a:lnTo>
                    <a:pt x="3069" y="683"/>
                  </a:lnTo>
                  <a:lnTo>
                    <a:pt x="3069" y="683"/>
                  </a:lnTo>
                  <a:lnTo>
                    <a:pt x="2874" y="853"/>
                  </a:lnTo>
                  <a:lnTo>
                    <a:pt x="2679" y="999"/>
                  </a:lnTo>
                  <a:lnTo>
                    <a:pt x="2509" y="1121"/>
                  </a:lnTo>
                  <a:lnTo>
                    <a:pt x="2411" y="1145"/>
                  </a:lnTo>
                  <a:lnTo>
                    <a:pt x="2411" y="1145"/>
                  </a:lnTo>
                  <a:lnTo>
                    <a:pt x="2314" y="1170"/>
                  </a:lnTo>
                  <a:lnTo>
                    <a:pt x="2216" y="1194"/>
                  </a:lnTo>
                  <a:lnTo>
                    <a:pt x="2119" y="1267"/>
                  </a:lnTo>
                  <a:lnTo>
                    <a:pt x="2022" y="1340"/>
                  </a:lnTo>
                  <a:lnTo>
                    <a:pt x="2022" y="134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07" name="Shape 666">
              <a:extLst>
                <a:ext uri="{FF2B5EF4-FFF2-40B4-BE49-F238E27FC236}">
                  <a16:creationId xmlns:a16="http://schemas.microsoft.com/office/drawing/2014/main" id="{1297B4E5-FF5E-4735-A92D-369015CAD88C}"/>
                </a:ext>
              </a:extLst>
            </p:cNvPr>
            <p:cNvSpPr/>
            <p:nvPr/>
          </p:nvSpPr>
          <p:spPr>
            <a:xfrm>
              <a:off x="6357500" y="3940075"/>
              <a:ext cx="18900" cy="34725"/>
            </a:xfrm>
            <a:custGeom>
              <a:avLst/>
              <a:gdLst/>
              <a:ahLst/>
              <a:cxnLst/>
              <a:rect l="0" t="0" r="0" b="0"/>
              <a:pathLst>
                <a:path w="756" h="1389" fill="none" extrusionOk="0">
                  <a:moveTo>
                    <a:pt x="585" y="682"/>
                  </a:moveTo>
                  <a:lnTo>
                    <a:pt x="585" y="682"/>
                  </a:lnTo>
                  <a:lnTo>
                    <a:pt x="512" y="779"/>
                  </a:lnTo>
                  <a:lnTo>
                    <a:pt x="439" y="877"/>
                  </a:lnTo>
                  <a:lnTo>
                    <a:pt x="390" y="974"/>
                  </a:lnTo>
                  <a:lnTo>
                    <a:pt x="390" y="1072"/>
                  </a:lnTo>
                  <a:lnTo>
                    <a:pt x="390" y="1072"/>
                  </a:lnTo>
                  <a:lnTo>
                    <a:pt x="366" y="1218"/>
                  </a:lnTo>
                  <a:lnTo>
                    <a:pt x="317" y="1291"/>
                  </a:lnTo>
                  <a:lnTo>
                    <a:pt x="293" y="1364"/>
                  </a:lnTo>
                  <a:lnTo>
                    <a:pt x="293" y="1364"/>
                  </a:lnTo>
                  <a:lnTo>
                    <a:pt x="244" y="1388"/>
                  </a:lnTo>
                  <a:lnTo>
                    <a:pt x="195" y="1388"/>
                  </a:lnTo>
                  <a:lnTo>
                    <a:pt x="147" y="1388"/>
                  </a:lnTo>
                  <a:lnTo>
                    <a:pt x="98" y="1364"/>
                  </a:lnTo>
                  <a:lnTo>
                    <a:pt x="98" y="1364"/>
                  </a:lnTo>
                  <a:lnTo>
                    <a:pt x="74" y="1291"/>
                  </a:lnTo>
                  <a:lnTo>
                    <a:pt x="25" y="1169"/>
                  </a:lnTo>
                  <a:lnTo>
                    <a:pt x="25" y="1023"/>
                  </a:lnTo>
                  <a:lnTo>
                    <a:pt x="1" y="877"/>
                  </a:lnTo>
                  <a:lnTo>
                    <a:pt x="1" y="877"/>
                  </a:lnTo>
                  <a:lnTo>
                    <a:pt x="25" y="706"/>
                  </a:lnTo>
                  <a:lnTo>
                    <a:pt x="98" y="536"/>
                  </a:lnTo>
                  <a:lnTo>
                    <a:pt x="171" y="365"/>
                  </a:lnTo>
                  <a:lnTo>
                    <a:pt x="293" y="219"/>
                  </a:lnTo>
                  <a:lnTo>
                    <a:pt x="293" y="219"/>
                  </a:lnTo>
                  <a:lnTo>
                    <a:pt x="415" y="122"/>
                  </a:lnTo>
                  <a:lnTo>
                    <a:pt x="512" y="49"/>
                  </a:lnTo>
                  <a:lnTo>
                    <a:pt x="609" y="0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707" y="73"/>
                  </a:lnTo>
                  <a:lnTo>
                    <a:pt x="731" y="146"/>
                  </a:lnTo>
                  <a:lnTo>
                    <a:pt x="756" y="317"/>
                  </a:lnTo>
                  <a:lnTo>
                    <a:pt x="756" y="317"/>
                  </a:lnTo>
                  <a:lnTo>
                    <a:pt x="756" y="390"/>
                  </a:lnTo>
                  <a:lnTo>
                    <a:pt x="707" y="487"/>
                  </a:lnTo>
                  <a:lnTo>
                    <a:pt x="658" y="609"/>
                  </a:lnTo>
                  <a:lnTo>
                    <a:pt x="585" y="682"/>
                  </a:lnTo>
                  <a:lnTo>
                    <a:pt x="585" y="682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08" name="Shape 667">
              <a:extLst>
                <a:ext uri="{FF2B5EF4-FFF2-40B4-BE49-F238E27FC236}">
                  <a16:creationId xmlns:a16="http://schemas.microsoft.com/office/drawing/2014/main" id="{65A5BDBA-B106-4E09-A182-EB3C755802D6}"/>
                </a:ext>
              </a:extLst>
            </p:cNvPr>
            <p:cNvSpPr/>
            <p:nvPr/>
          </p:nvSpPr>
          <p:spPr>
            <a:xfrm>
              <a:off x="6202850" y="3720875"/>
              <a:ext cx="204000" cy="278875"/>
            </a:xfrm>
            <a:custGeom>
              <a:avLst/>
              <a:gdLst/>
              <a:ahLst/>
              <a:cxnLst/>
              <a:rect l="0" t="0" r="0" b="0"/>
              <a:pathLst>
                <a:path w="8160" h="11155" fill="none" extrusionOk="0">
                  <a:moveTo>
                    <a:pt x="8159" y="4774"/>
                  </a:moveTo>
                  <a:lnTo>
                    <a:pt x="8159" y="4774"/>
                  </a:lnTo>
                  <a:lnTo>
                    <a:pt x="7599" y="4701"/>
                  </a:lnTo>
                  <a:lnTo>
                    <a:pt x="7283" y="4652"/>
                  </a:lnTo>
                  <a:lnTo>
                    <a:pt x="7136" y="4603"/>
                  </a:lnTo>
                  <a:lnTo>
                    <a:pt x="7136" y="4603"/>
                  </a:lnTo>
                  <a:lnTo>
                    <a:pt x="7088" y="4579"/>
                  </a:lnTo>
                  <a:lnTo>
                    <a:pt x="7015" y="4555"/>
                  </a:lnTo>
                  <a:lnTo>
                    <a:pt x="6844" y="4530"/>
                  </a:lnTo>
                  <a:lnTo>
                    <a:pt x="6844" y="4530"/>
                  </a:lnTo>
                  <a:lnTo>
                    <a:pt x="6747" y="4506"/>
                  </a:lnTo>
                  <a:lnTo>
                    <a:pt x="6649" y="4457"/>
                  </a:lnTo>
                  <a:lnTo>
                    <a:pt x="6552" y="4409"/>
                  </a:lnTo>
                  <a:lnTo>
                    <a:pt x="6454" y="4336"/>
                  </a:lnTo>
                  <a:lnTo>
                    <a:pt x="6454" y="4336"/>
                  </a:lnTo>
                  <a:lnTo>
                    <a:pt x="6381" y="4262"/>
                  </a:lnTo>
                  <a:lnTo>
                    <a:pt x="6308" y="4214"/>
                  </a:lnTo>
                  <a:lnTo>
                    <a:pt x="6235" y="4214"/>
                  </a:lnTo>
                  <a:lnTo>
                    <a:pt x="6187" y="4238"/>
                  </a:lnTo>
                  <a:lnTo>
                    <a:pt x="6187" y="4238"/>
                  </a:lnTo>
                  <a:lnTo>
                    <a:pt x="6162" y="4287"/>
                  </a:lnTo>
                  <a:lnTo>
                    <a:pt x="6162" y="4360"/>
                  </a:lnTo>
                  <a:lnTo>
                    <a:pt x="6211" y="4433"/>
                  </a:lnTo>
                  <a:lnTo>
                    <a:pt x="6284" y="4530"/>
                  </a:lnTo>
                  <a:lnTo>
                    <a:pt x="6284" y="4530"/>
                  </a:lnTo>
                  <a:lnTo>
                    <a:pt x="6357" y="4603"/>
                  </a:lnTo>
                  <a:lnTo>
                    <a:pt x="6454" y="4652"/>
                  </a:lnTo>
                  <a:lnTo>
                    <a:pt x="6576" y="4701"/>
                  </a:lnTo>
                  <a:lnTo>
                    <a:pt x="6649" y="4701"/>
                  </a:lnTo>
                  <a:lnTo>
                    <a:pt x="6649" y="4701"/>
                  </a:lnTo>
                  <a:lnTo>
                    <a:pt x="6747" y="4725"/>
                  </a:lnTo>
                  <a:lnTo>
                    <a:pt x="6844" y="4774"/>
                  </a:lnTo>
                  <a:lnTo>
                    <a:pt x="6942" y="4823"/>
                  </a:lnTo>
                  <a:lnTo>
                    <a:pt x="7039" y="4896"/>
                  </a:lnTo>
                  <a:lnTo>
                    <a:pt x="7039" y="4896"/>
                  </a:lnTo>
                  <a:lnTo>
                    <a:pt x="7063" y="4944"/>
                  </a:lnTo>
                  <a:lnTo>
                    <a:pt x="7088" y="4993"/>
                  </a:lnTo>
                  <a:lnTo>
                    <a:pt x="7063" y="5139"/>
                  </a:lnTo>
                  <a:lnTo>
                    <a:pt x="6966" y="5310"/>
                  </a:lnTo>
                  <a:lnTo>
                    <a:pt x="6844" y="5480"/>
                  </a:lnTo>
                  <a:lnTo>
                    <a:pt x="6844" y="5480"/>
                  </a:lnTo>
                  <a:lnTo>
                    <a:pt x="6674" y="5626"/>
                  </a:lnTo>
                  <a:lnTo>
                    <a:pt x="6528" y="5748"/>
                  </a:lnTo>
                  <a:lnTo>
                    <a:pt x="6381" y="5821"/>
                  </a:lnTo>
                  <a:lnTo>
                    <a:pt x="6284" y="5846"/>
                  </a:lnTo>
                  <a:lnTo>
                    <a:pt x="6284" y="5846"/>
                  </a:lnTo>
                  <a:lnTo>
                    <a:pt x="6113" y="5870"/>
                  </a:lnTo>
                  <a:lnTo>
                    <a:pt x="6040" y="5894"/>
                  </a:lnTo>
                  <a:lnTo>
                    <a:pt x="5992" y="5943"/>
                  </a:lnTo>
                  <a:lnTo>
                    <a:pt x="5992" y="5943"/>
                  </a:lnTo>
                  <a:lnTo>
                    <a:pt x="5943" y="5967"/>
                  </a:lnTo>
                  <a:lnTo>
                    <a:pt x="5894" y="5992"/>
                  </a:lnTo>
                  <a:lnTo>
                    <a:pt x="5846" y="5967"/>
                  </a:lnTo>
                  <a:lnTo>
                    <a:pt x="5797" y="5943"/>
                  </a:lnTo>
                  <a:lnTo>
                    <a:pt x="5797" y="5943"/>
                  </a:lnTo>
                  <a:lnTo>
                    <a:pt x="5773" y="5894"/>
                  </a:lnTo>
                  <a:lnTo>
                    <a:pt x="5724" y="5821"/>
                  </a:lnTo>
                  <a:lnTo>
                    <a:pt x="5699" y="5651"/>
                  </a:lnTo>
                  <a:lnTo>
                    <a:pt x="5699" y="5651"/>
                  </a:lnTo>
                  <a:lnTo>
                    <a:pt x="5675" y="5553"/>
                  </a:lnTo>
                  <a:lnTo>
                    <a:pt x="5602" y="5407"/>
                  </a:lnTo>
                  <a:lnTo>
                    <a:pt x="5480" y="5261"/>
                  </a:lnTo>
                  <a:lnTo>
                    <a:pt x="5334" y="5091"/>
                  </a:lnTo>
                  <a:lnTo>
                    <a:pt x="5334" y="5091"/>
                  </a:lnTo>
                  <a:lnTo>
                    <a:pt x="5188" y="4920"/>
                  </a:lnTo>
                  <a:lnTo>
                    <a:pt x="5066" y="4774"/>
                  </a:lnTo>
                  <a:lnTo>
                    <a:pt x="4969" y="4628"/>
                  </a:lnTo>
                  <a:lnTo>
                    <a:pt x="4944" y="4530"/>
                  </a:lnTo>
                  <a:lnTo>
                    <a:pt x="4944" y="4530"/>
                  </a:lnTo>
                  <a:lnTo>
                    <a:pt x="4944" y="4457"/>
                  </a:lnTo>
                  <a:lnTo>
                    <a:pt x="4920" y="4409"/>
                  </a:lnTo>
                  <a:lnTo>
                    <a:pt x="4896" y="4409"/>
                  </a:lnTo>
                  <a:lnTo>
                    <a:pt x="4847" y="4433"/>
                  </a:lnTo>
                  <a:lnTo>
                    <a:pt x="4847" y="4433"/>
                  </a:lnTo>
                  <a:lnTo>
                    <a:pt x="4823" y="4482"/>
                  </a:lnTo>
                  <a:lnTo>
                    <a:pt x="4774" y="4555"/>
                  </a:lnTo>
                  <a:lnTo>
                    <a:pt x="4750" y="4701"/>
                  </a:lnTo>
                  <a:lnTo>
                    <a:pt x="4750" y="4701"/>
                  </a:lnTo>
                  <a:lnTo>
                    <a:pt x="4774" y="4798"/>
                  </a:lnTo>
                  <a:lnTo>
                    <a:pt x="4847" y="4920"/>
                  </a:lnTo>
                  <a:lnTo>
                    <a:pt x="4920" y="5066"/>
                  </a:lnTo>
                  <a:lnTo>
                    <a:pt x="5042" y="5188"/>
                  </a:lnTo>
                  <a:lnTo>
                    <a:pt x="5042" y="5188"/>
                  </a:lnTo>
                  <a:lnTo>
                    <a:pt x="5139" y="5310"/>
                  </a:lnTo>
                  <a:lnTo>
                    <a:pt x="5237" y="5431"/>
                  </a:lnTo>
                  <a:lnTo>
                    <a:pt x="5310" y="5553"/>
                  </a:lnTo>
                  <a:lnTo>
                    <a:pt x="5334" y="5651"/>
                  </a:lnTo>
                  <a:lnTo>
                    <a:pt x="5334" y="5651"/>
                  </a:lnTo>
                  <a:lnTo>
                    <a:pt x="5334" y="5748"/>
                  </a:lnTo>
                  <a:lnTo>
                    <a:pt x="5383" y="5846"/>
                  </a:lnTo>
                  <a:lnTo>
                    <a:pt x="5432" y="5943"/>
                  </a:lnTo>
                  <a:lnTo>
                    <a:pt x="5505" y="6040"/>
                  </a:lnTo>
                  <a:lnTo>
                    <a:pt x="5505" y="6040"/>
                  </a:lnTo>
                  <a:lnTo>
                    <a:pt x="5626" y="6113"/>
                  </a:lnTo>
                  <a:lnTo>
                    <a:pt x="5773" y="6162"/>
                  </a:lnTo>
                  <a:lnTo>
                    <a:pt x="5919" y="6211"/>
                  </a:lnTo>
                  <a:lnTo>
                    <a:pt x="6089" y="6235"/>
                  </a:lnTo>
                  <a:lnTo>
                    <a:pt x="6089" y="6235"/>
                  </a:lnTo>
                  <a:lnTo>
                    <a:pt x="6235" y="6235"/>
                  </a:lnTo>
                  <a:lnTo>
                    <a:pt x="6357" y="6284"/>
                  </a:lnTo>
                  <a:lnTo>
                    <a:pt x="6430" y="6333"/>
                  </a:lnTo>
                  <a:lnTo>
                    <a:pt x="6454" y="6381"/>
                  </a:lnTo>
                  <a:lnTo>
                    <a:pt x="6454" y="6430"/>
                  </a:lnTo>
                  <a:lnTo>
                    <a:pt x="6454" y="6430"/>
                  </a:lnTo>
                  <a:lnTo>
                    <a:pt x="6430" y="6527"/>
                  </a:lnTo>
                  <a:lnTo>
                    <a:pt x="6308" y="6722"/>
                  </a:lnTo>
                  <a:lnTo>
                    <a:pt x="6113" y="6941"/>
                  </a:lnTo>
                  <a:lnTo>
                    <a:pt x="5894" y="7185"/>
                  </a:lnTo>
                  <a:lnTo>
                    <a:pt x="5894" y="7185"/>
                  </a:lnTo>
                  <a:lnTo>
                    <a:pt x="5675" y="7429"/>
                  </a:lnTo>
                  <a:lnTo>
                    <a:pt x="5505" y="7696"/>
                  </a:lnTo>
                  <a:lnTo>
                    <a:pt x="5358" y="7940"/>
                  </a:lnTo>
                  <a:lnTo>
                    <a:pt x="5334" y="8037"/>
                  </a:lnTo>
                  <a:lnTo>
                    <a:pt x="5334" y="8135"/>
                  </a:lnTo>
                  <a:lnTo>
                    <a:pt x="5334" y="8135"/>
                  </a:lnTo>
                  <a:lnTo>
                    <a:pt x="5334" y="8281"/>
                  </a:lnTo>
                  <a:lnTo>
                    <a:pt x="5358" y="8427"/>
                  </a:lnTo>
                  <a:lnTo>
                    <a:pt x="5383" y="8525"/>
                  </a:lnTo>
                  <a:lnTo>
                    <a:pt x="5432" y="8598"/>
                  </a:lnTo>
                  <a:lnTo>
                    <a:pt x="5432" y="8598"/>
                  </a:lnTo>
                  <a:lnTo>
                    <a:pt x="5456" y="8646"/>
                  </a:lnTo>
                  <a:lnTo>
                    <a:pt x="5480" y="8719"/>
                  </a:lnTo>
                  <a:lnTo>
                    <a:pt x="5505" y="8890"/>
                  </a:lnTo>
                  <a:lnTo>
                    <a:pt x="5505" y="8890"/>
                  </a:lnTo>
                  <a:lnTo>
                    <a:pt x="5480" y="8987"/>
                  </a:lnTo>
                  <a:lnTo>
                    <a:pt x="5383" y="9158"/>
                  </a:lnTo>
                  <a:lnTo>
                    <a:pt x="5237" y="9353"/>
                  </a:lnTo>
                  <a:lnTo>
                    <a:pt x="5042" y="9547"/>
                  </a:lnTo>
                  <a:lnTo>
                    <a:pt x="5042" y="9547"/>
                  </a:lnTo>
                  <a:lnTo>
                    <a:pt x="4847" y="9742"/>
                  </a:lnTo>
                  <a:lnTo>
                    <a:pt x="4701" y="9937"/>
                  </a:lnTo>
                  <a:lnTo>
                    <a:pt x="4603" y="10108"/>
                  </a:lnTo>
                  <a:lnTo>
                    <a:pt x="4555" y="10205"/>
                  </a:lnTo>
                  <a:lnTo>
                    <a:pt x="4555" y="10205"/>
                  </a:lnTo>
                  <a:lnTo>
                    <a:pt x="4530" y="10327"/>
                  </a:lnTo>
                  <a:lnTo>
                    <a:pt x="4457" y="10473"/>
                  </a:lnTo>
                  <a:lnTo>
                    <a:pt x="4336" y="10619"/>
                  </a:lnTo>
                  <a:lnTo>
                    <a:pt x="4189" y="10790"/>
                  </a:lnTo>
                  <a:lnTo>
                    <a:pt x="4189" y="10790"/>
                  </a:lnTo>
                  <a:lnTo>
                    <a:pt x="4019" y="10936"/>
                  </a:lnTo>
                  <a:lnTo>
                    <a:pt x="3873" y="11057"/>
                  </a:lnTo>
                  <a:lnTo>
                    <a:pt x="3727" y="11131"/>
                  </a:lnTo>
                  <a:lnTo>
                    <a:pt x="3605" y="11155"/>
                  </a:lnTo>
                  <a:lnTo>
                    <a:pt x="3605" y="11155"/>
                  </a:lnTo>
                  <a:lnTo>
                    <a:pt x="3532" y="11155"/>
                  </a:lnTo>
                  <a:lnTo>
                    <a:pt x="3434" y="11106"/>
                  </a:lnTo>
                  <a:lnTo>
                    <a:pt x="3337" y="11057"/>
                  </a:lnTo>
                  <a:lnTo>
                    <a:pt x="3240" y="10984"/>
                  </a:lnTo>
                  <a:lnTo>
                    <a:pt x="3240" y="10984"/>
                  </a:lnTo>
                  <a:lnTo>
                    <a:pt x="3167" y="10887"/>
                  </a:lnTo>
                  <a:lnTo>
                    <a:pt x="3093" y="10790"/>
                  </a:lnTo>
                  <a:lnTo>
                    <a:pt x="3069" y="10692"/>
                  </a:lnTo>
                  <a:lnTo>
                    <a:pt x="3045" y="10595"/>
                  </a:lnTo>
                  <a:lnTo>
                    <a:pt x="3045" y="10595"/>
                  </a:lnTo>
                  <a:lnTo>
                    <a:pt x="3020" y="10424"/>
                  </a:lnTo>
                  <a:lnTo>
                    <a:pt x="2996" y="10351"/>
                  </a:lnTo>
                  <a:lnTo>
                    <a:pt x="2947" y="10302"/>
                  </a:lnTo>
                  <a:lnTo>
                    <a:pt x="2947" y="10302"/>
                  </a:lnTo>
                  <a:lnTo>
                    <a:pt x="2923" y="10254"/>
                  </a:lnTo>
                  <a:lnTo>
                    <a:pt x="2874" y="10181"/>
                  </a:lnTo>
                  <a:lnTo>
                    <a:pt x="2850" y="10035"/>
                  </a:lnTo>
                  <a:lnTo>
                    <a:pt x="2850" y="10035"/>
                  </a:lnTo>
                  <a:lnTo>
                    <a:pt x="2826" y="9864"/>
                  </a:lnTo>
                  <a:lnTo>
                    <a:pt x="2801" y="9791"/>
                  </a:lnTo>
                  <a:lnTo>
                    <a:pt x="2752" y="9742"/>
                  </a:lnTo>
                  <a:lnTo>
                    <a:pt x="2752" y="9742"/>
                  </a:lnTo>
                  <a:lnTo>
                    <a:pt x="2728" y="9669"/>
                  </a:lnTo>
                  <a:lnTo>
                    <a:pt x="2704" y="9572"/>
                  </a:lnTo>
                  <a:lnTo>
                    <a:pt x="2679" y="9426"/>
                  </a:lnTo>
                  <a:lnTo>
                    <a:pt x="2655" y="9255"/>
                  </a:lnTo>
                  <a:lnTo>
                    <a:pt x="2655" y="9255"/>
                  </a:lnTo>
                  <a:lnTo>
                    <a:pt x="2679" y="9109"/>
                  </a:lnTo>
                  <a:lnTo>
                    <a:pt x="2704" y="8963"/>
                  </a:lnTo>
                  <a:lnTo>
                    <a:pt x="2728" y="8866"/>
                  </a:lnTo>
                  <a:lnTo>
                    <a:pt x="2752" y="8792"/>
                  </a:lnTo>
                  <a:lnTo>
                    <a:pt x="2752" y="8792"/>
                  </a:lnTo>
                  <a:lnTo>
                    <a:pt x="2801" y="8744"/>
                  </a:lnTo>
                  <a:lnTo>
                    <a:pt x="2826" y="8671"/>
                  </a:lnTo>
                  <a:lnTo>
                    <a:pt x="2850" y="8500"/>
                  </a:lnTo>
                  <a:lnTo>
                    <a:pt x="2850" y="8500"/>
                  </a:lnTo>
                  <a:lnTo>
                    <a:pt x="2826" y="8403"/>
                  </a:lnTo>
                  <a:lnTo>
                    <a:pt x="2777" y="8281"/>
                  </a:lnTo>
                  <a:lnTo>
                    <a:pt x="2679" y="8159"/>
                  </a:lnTo>
                  <a:lnTo>
                    <a:pt x="2582" y="8037"/>
                  </a:lnTo>
                  <a:lnTo>
                    <a:pt x="2582" y="8037"/>
                  </a:lnTo>
                  <a:lnTo>
                    <a:pt x="2460" y="7891"/>
                  </a:lnTo>
                  <a:lnTo>
                    <a:pt x="2363" y="7721"/>
                  </a:lnTo>
                  <a:lnTo>
                    <a:pt x="2314" y="7526"/>
                  </a:lnTo>
                  <a:lnTo>
                    <a:pt x="2290" y="7356"/>
                  </a:lnTo>
                  <a:lnTo>
                    <a:pt x="2290" y="7356"/>
                  </a:lnTo>
                  <a:lnTo>
                    <a:pt x="2290" y="7209"/>
                  </a:lnTo>
                  <a:lnTo>
                    <a:pt x="2265" y="7063"/>
                  </a:lnTo>
                  <a:lnTo>
                    <a:pt x="2217" y="6966"/>
                  </a:lnTo>
                  <a:lnTo>
                    <a:pt x="2192" y="6893"/>
                  </a:lnTo>
                  <a:lnTo>
                    <a:pt x="2192" y="6893"/>
                  </a:lnTo>
                  <a:lnTo>
                    <a:pt x="2144" y="6844"/>
                  </a:lnTo>
                  <a:lnTo>
                    <a:pt x="2071" y="6820"/>
                  </a:lnTo>
                  <a:lnTo>
                    <a:pt x="1900" y="6795"/>
                  </a:lnTo>
                  <a:lnTo>
                    <a:pt x="1900" y="6795"/>
                  </a:lnTo>
                  <a:lnTo>
                    <a:pt x="1754" y="6820"/>
                  </a:lnTo>
                  <a:lnTo>
                    <a:pt x="1681" y="6844"/>
                  </a:lnTo>
                  <a:lnTo>
                    <a:pt x="1632" y="6893"/>
                  </a:lnTo>
                  <a:lnTo>
                    <a:pt x="1632" y="6893"/>
                  </a:lnTo>
                  <a:lnTo>
                    <a:pt x="1559" y="6941"/>
                  </a:lnTo>
                  <a:lnTo>
                    <a:pt x="1437" y="6966"/>
                  </a:lnTo>
                  <a:lnTo>
                    <a:pt x="1291" y="6990"/>
                  </a:lnTo>
                  <a:lnTo>
                    <a:pt x="1145" y="6990"/>
                  </a:lnTo>
                  <a:lnTo>
                    <a:pt x="1145" y="6990"/>
                  </a:lnTo>
                  <a:lnTo>
                    <a:pt x="975" y="6966"/>
                  </a:lnTo>
                  <a:lnTo>
                    <a:pt x="780" y="6868"/>
                  </a:lnTo>
                  <a:lnTo>
                    <a:pt x="561" y="6747"/>
                  </a:lnTo>
                  <a:lnTo>
                    <a:pt x="390" y="6601"/>
                  </a:lnTo>
                  <a:lnTo>
                    <a:pt x="390" y="6601"/>
                  </a:lnTo>
                  <a:lnTo>
                    <a:pt x="317" y="6527"/>
                  </a:lnTo>
                  <a:lnTo>
                    <a:pt x="244" y="6406"/>
                  </a:lnTo>
                  <a:lnTo>
                    <a:pt x="122" y="6113"/>
                  </a:lnTo>
                  <a:lnTo>
                    <a:pt x="49" y="5797"/>
                  </a:lnTo>
                  <a:lnTo>
                    <a:pt x="0" y="5480"/>
                  </a:lnTo>
                  <a:lnTo>
                    <a:pt x="0" y="5480"/>
                  </a:lnTo>
                  <a:lnTo>
                    <a:pt x="25" y="5310"/>
                  </a:lnTo>
                  <a:lnTo>
                    <a:pt x="49" y="5139"/>
                  </a:lnTo>
                  <a:lnTo>
                    <a:pt x="147" y="4798"/>
                  </a:lnTo>
                  <a:lnTo>
                    <a:pt x="220" y="4628"/>
                  </a:lnTo>
                  <a:lnTo>
                    <a:pt x="293" y="4482"/>
                  </a:lnTo>
                  <a:lnTo>
                    <a:pt x="390" y="4336"/>
                  </a:lnTo>
                  <a:lnTo>
                    <a:pt x="487" y="4238"/>
                  </a:lnTo>
                  <a:lnTo>
                    <a:pt x="487" y="4238"/>
                  </a:lnTo>
                  <a:lnTo>
                    <a:pt x="682" y="4043"/>
                  </a:lnTo>
                  <a:lnTo>
                    <a:pt x="877" y="3897"/>
                  </a:lnTo>
                  <a:lnTo>
                    <a:pt x="1048" y="3800"/>
                  </a:lnTo>
                  <a:lnTo>
                    <a:pt x="1145" y="3751"/>
                  </a:lnTo>
                  <a:lnTo>
                    <a:pt x="1145" y="3751"/>
                  </a:lnTo>
                  <a:lnTo>
                    <a:pt x="1316" y="3727"/>
                  </a:lnTo>
                  <a:lnTo>
                    <a:pt x="1389" y="3702"/>
                  </a:lnTo>
                  <a:lnTo>
                    <a:pt x="1437" y="3654"/>
                  </a:lnTo>
                  <a:lnTo>
                    <a:pt x="1437" y="3654"/>
                  </a:lnTo>
                  <a:lnTo>
                    <a:pt x="1510" y="3629"/>
                  </a:lnTo>
                  <a:lnTo>
                    <a:pt x="1608" y="3605"/>
                  </a:lnTo>
                  <a:lnTo>
                    <a:pt x="1754" y="3581"/>
                  </a:lnTo>
                  <a:lnTo>
                    <a:pt x="1900" y="3581"/>
                  </a:lnTo>
                  <a:lnTo>
                    <a:pt x="1900" y="3581"/>
                  </a:lnTo>
                  <a:lnTo>
                    <a:pt x="2071" y="3581"/>
                  </a:lnTo>
                  <a:lnTo>
                    <a:pt x="2241" y="3629"/>
                  </a:lnTo>
                  <a:lnTo>
                    <a:pt x="2363" y="3678"/>
                  </a:lnTo>
                  <a:lnTo>
                    <a:pt x="2485" y="3751"/>
                  </a:lnTo>
                  <a:lnTo>
                    <a:pt x="2485" y="3751"/>
                  </a:lnTo>
                  <a:lnTo>
                    <a:pt x="2558" y="3824"/>
                  </a:lnTo>
                  <a:lnTo>
                    <a:pt x="2655" y="3897"/>
                  </a:lnTo>
                  <a:lnTo>
                    <a:pt x="2777" y="3946"/>
                  </a:lnTo>
                  <a:lnTo>
                    <a:pt x="2850" y="3946"/>
                  </a:lnTo>
                  <a:lnTo>
                    <a:pt x="2850" y="3946"/>
                  </a:lnTo>
                  <a:lnTo>
                    <a:pt x="3020" y="3970"/>
                  </a:lnTo>
                  <a:lnTo>
                    <a:pt x="3093" y="4019"/>
                  </a:lnTo>
                  <a:lnTo>
                    <a:pt x="3142" y="4043"/>
                  </a:lnTo>
                  <a:lnTo>
                    <a:pt x="3142" y="4043"/>
                  </a:lnTo>
                  <a:lnTo>
                    <a:pt x="3191" y="4068"/>
                  </a:lnTo>
                  <a:lnTo>
                    <a:pt x="3240" y="4092"/>
                  </a:lnTo>
                  <a:lnTo>
                    <a:pt x="3288" y="4068"/>
                  </a:lnTo>
                  <a:lnTo>
                    <a:pt x="3337" y="4043"/>
                  </a:lnTo>
                  <a:lnTo>
                    <a:pt x="3337" y="4043"/>
                  </a:lnTo>
                  <a:lnTo>
                    <a:pt x="3386" y="4019"/>
                  </a:lnTo>
                  <a:lnTo>
                    <a:pt x="3459" y="3970"/>
                  </a:lnTo>
                  <a:lnTo>
                    <a:pt x="3605" y="3946"/>
                  </a:lnTo>
                  <a:lnTo>
                    <a:pt x="3605" y="3946"/>
                  </a:lnTo>
                  <a:lnTo>
                    <a:pt x="3775" y="3970"/>
                  </a:lnTo>
                  <a:lnTo>
                    <a:pt x="3848" y="4019"/>
                  </a:lnTo>
                  <a:lnTo>
                    <a:pt x="3897" y="4043"/>
                  </a:lnTo>
                  <a:lnTo>
                    <a:pt x="3897" y="4043"/>
                  </a:lnTo>
                  <a:lnTo>
                    <a:pt x="3970" y="4092"/>
                  </a:lnTo>
                  <a:lnTo>
                    <a:pt x="4068" y="4116"/>
                  </a:lnTo>
                  <a:lnTo>
                    <a:pt x="4214" y="4141"/>
                  </a:lnTo>
                  <a:lnTo>
                    <a:pt x="4384" y="4141"/>
                  </a:lnTo>
                  <a:lnTo>
                    <a:pt x="4384" y="4141"/>
                  </a:lnTo>
                  <a:lnTo>
                    <a:pt x="4530" y="4141"/>
                  </a:lnTo>
                  <a:lnTo>
                    <a:pt x="4677" y="4116"/>
                  </a:lnTo>
                  <a:lnTo>
                    <a:pt x="4774" y="4092"/>
                  </a:lnTo>
                  <a:lnTo>
                    <a:pt x="4847" y="4043"/>
                  </a:lnTo>
                  <a:lnTo>
                    <a:pt x="4847" y="4043"/>
                  </a:lnTo>
                  <a:lnTo>
                    <a:pt x="4896" y="3995"/>
                  </a:lnTo>
                  <a:lnTo>
                    <a:pt x="4920" y="3921"/>
                  </a:lnTo>
                  <a:lnTo>
                    <a:pt x="4944" y="3751"/>
                  </a:lnTo>
                  <a:lnTo>
                    <a:pt x="4944" y="3751"/>
                  </a:lnTo>
                  <a:lnTo>
                    <a:pt x="4944" y="3727"/>
                  </a:lnTo>
                  <a:lnTo>
                    <a:pt x="4920" y="3678"/>
                  </a:lnTo>
                  <a:lnTo>
                    <a:pt x="4823" y="3629"/>
                  </a:lnTo>
                  <a:lnTo>
                    <a:pt x="4701" y="3581"/>
                  </a:lnTo>
                  <a:lnTo>
                    <a:pt x="4555" y="3581"/>
                  </a:lnTo>
                  <a:lnTo>
                    <a:pt x="4555" y="3581"/>
                  </a:lnTo>
                  <a:lnTo>
                    <a:pt x="4409" y="3556"/>
                  </a:lnTo>
                  <a:lnTo>
                    <a:pt x="4238" y="3507"/>
                  </a:lnTo>
                  <a:lnTo>
                    <a:pt x="4092" y="3459"/>
                  </a:lnTo>
                  <a:lnTo>
                    <a:pt x="3995" y="3386"/>
                  </a:lnTo>
                  <a:lnTo>
                    <a:pt x="3995" y="3386"/>
                  </a:lnTo>
                  <a:lnTo>
                    <a:pt x="3897" y="3313"/>
                  </a:lnTo>
                  <a:lnTo>
                    <a:pt x="3800" y="3240"/>
                  </a:lnTo>
                  <a:lnTo>
                    <a:pt x="3702" y="3215"/>
                  </a:lnTo>
                  <a:lnTo>
                    <a:pt x="3605" y="3191"/>
                  </a:lnTo>
                  <a:lnTo>
                    <a:pt x="3605" y="3191"/>
                  </a:lnTo>
                  <a:lnTo>
                    <a:pt x="3532" y="3166"/>
                  </a:lnTo>
                  <a:lnTo>
                    <a:pt x="3434" y="3142"/>
                  </a:lnTo>
                  <a:lnTo>
                    <a:pt x="3337" y="3069"/>
                  </a:lnTo>
                  <a:lnTo>
                    <a:pt x="3240" y="2996"/>
                  </a:lnTo>
                  <a:lnTo>
                    <a:pt x="3240" y="2996"/>
                  </a:lnTo>
                  <a:lnTo>
                    <a:pt x="3167" y="2923"/>
                  </a:lnTo>
                  <a:lnTo>
                    <a:pt x="3069" y="2899"/>
                  </a:lnTo>
                  <a:lnTo>
                    <a:pt x="2996" y="2874"/>
                  </a:lnTo>
                  <a:lnTo>
                    <a:pt x="2947" y="2899"/>
                  </a:lnTo>
                  <a:lnTo>
                    <a:pt x="2947" y="2899"/>
                  </a:lnTo>
                  <a:lnTo>
                    <a:pt x="2899" y="2923"/>
                  </a:lnTo>
                  <a:lnTo>
                    <a:pt x="2826" y="2923"/>
                  </a:lnTo>
                  <a:lnTo>
                    <a:pt x="2752" y="2874"/>
                  </a:lnTo>
                  <a:lnTo>
                    <a:pt x="2655" y="2801"/>
                  </a:lnTo>
                  <a:lnTo>
                    <a:pt x="2655" y="2801"/>
                  </a:lnTo>
                  <a:lnTo>
                    <a:pt x="2582" y="2752"/>
                  </a:lnTo>
                  <a:lnTo>
                    <a:pt x="2509" y="2704"/>
                  </a:lnTo>
                  <a:lnTo>
                    <a:pt x="2436" y="2704"/>
                  </a:lnTo>
                  <a:lnTo>
                    <a:pt x="2387" y="2704"/>
                  </a:lnTo>
                  <a:lnTo>
                    <a:pt x="2387" y="2704"/>
                  </a:lnTo>
                  <a:lnTo>
                    <a:pt x="2338" y="2752"/>
                  </a:lnTo>
                  <a:lnTo>
                    <a:pt x="2265" y="2777"/>
                  </a:lnTo>
                  <a:lnTo>
                    <a:pt x="2095" y="2801"/>
                  </a:lnTo>
                  <a:lnTo>
                    <a:pt x="2095" y="2801"/>
                  </a:lnTo>
                  <a:lnTo>
                    <a:pt x="1997" y="2850"/>
                  </a:lnTo>
                  <a:lnTo>
                    <a:pt x="1851" y="2923"/>
                  </a:lnTo>
                  <a:lnTo>
                    <a:pt x="1681" y="3045"/>
                  </a:lnTo>
                  <a:lnTo>
                    <a:pt x="1535" y="3191"/>
                  </a:lnTo>
                  <a:lnTo>
                    <a:pt x="1535" y="3191"/>
                  </a:lnTo>
                  <a:lnTo>
                    <a:pt x="1364" y="3337"/>
                  </a:lnTo>
                  <a:lnTo>
                    <a:pt x="1194" y="3459"/>
                  </a:lnTo>
                  <a:lnTo>
                    <a:pt x="1072" y="3532"/>
                  </a:lnTo>
                  <a:lnTo>
                    <a:pt x="950" y="3581"/>
                  </a:lnTo>
                  <a:lnTo>
                    <a:pt x="950" y="3581"/>
                  </a:lnTo>
                  <a:lnTo>
                    <a:pt x="804" y="3532"/>
                  </a:lnTo>
                  <a:lnTo>
                    <a:pt x="731" y="3507"/>
                  </a:lnTo>
                  <a:lnTo>
                    <a:pt x="682" y="3483"/>
                  </a:lnTo>
                  <a:lnTo>
                    <a:pt x="682" y="3483"/>
                  </a:lnTo>
                  <a:lnTo>
                    <a:pt x="634" y="3434"/>
                  </a:lnTo>
                  <a:lnTo>
                    <a:pt x="609" y="3361"/>
                  </a:lnTo>
                  <a:lnTo>
                    <a:pt x="585" y="3191"/>
                  </a:lnTo>
                  <a:lnTo>
                    <a:pt x="585" y="3191"/>
                  </a:lnTo>
                  <a:lnTo>
                    <a:pt x="609" y="3020"/>
                  </a:lnTo>
                  <a:lnTo>
                    <a:pt x="634" y="2947"/>
                  </a:lnTo>
                  <a:lnTo>
                    <a:pt x="682" y="2899"/>
                  </a:lnTo>
                  <a:lnTo>
                    <a:pt x="682" y="2899"/>
                  </a:lnTo>
                  <a:lnTo>
                    <a:pt x="731" y="2874"/>
                  </a:lnTo>
                  <a:lnTo>
                    <a:pt x="853" y="2850"/>
                  </a:lnTo>
                  <a:lnTo>
                    <a:pt x="999" y="2826"/>
                  </a:lnTo>
                  <a:lnTo>
                    <a:pt x="1145" y="2801"/>
                  </a:lnTo>
                  <a:lnTo>
                    <a:pt x="1145" y="2801"/>
                  </a:lnTo>
                  <a:lnTo>
                    <a:pt x="1291" y="2801"/>
                  </a:lnTo>
                  <a:lnTo>
                    <a:pt x="1413" y="2752"/>
                  </a:lnTo>
                  <a:lnTo>
                    <a:pt x="1486" y="2704"/>
                  </a:lnTo>
                  <a:lnTo>
                    <a:pt x="1510" y="2655"/>
                  </a:lnTo>
                  <a:lnTo>
                    <a:pt x="1535" y="2631"/>
                  </a:lnTo>
                  <a:lnTo>
                    <a:pt x="1535" y="2631"/>
                  </a:lnTo>
                  <a:lnTo>
                    <a:pt x="1486" y="2460"/>
                  </a:lnTo>
                  <a:lnTo>
                    <a:pt x="1462" y="2387"/>
                  </a:lnTo>
                  <a:lnTo>
                    <a:pt x="1437" y="2338"/>
                  </a:lnTo>
                  <a:lnTo>
                    <a:pt x="1437" y="2338"/>
                  </a:lnTo>
                  <a:lnTo>
                    <a:pt x="1389" y="2290"/>
                  </a:lnTo>
                  <a:lnTo>
                    <a:pt x="1389" y="2241"/>
                  </a:lnTo>
                  <a:lnTo>
                    <a:pt x="1389" y="2192"/>
                  </a:lnTo>
                  <a:lnTo>
                    <a:pt x="1437" y="2144"/>
                  </a:lnTo>
                  <a:lnTo>
                    <a:pt x="1437" y="2144"/>
                  </a:lnTo>
                  <a:lnTo>
                    <a:pt x="1486" y="2119"/>
                  </a:lnTo>
                  <a:lnTo>
                    <a:pt x="1559" y="2070"/>
                  </a:lnTo>
                  <a:lnTo>
                    <a:pt x="1705" y="2046"/>
                  </a:lnTo>
                  <a:lnTo>
                    <a:pt x="1705" y="2046"/>
                  </a:lnTo>
                  <a:lnTo>
                    <a:pt x="1803" y="2046"/>
                  </a:lnTo>
                  <a:lnTo>
                    <a:pt x="1900" y="1997"/>
                  </a:lnTo>
                  <a:lnTo>
                    <a:pt x="1997" y="1924"/>
                  </a:lnTo>
                  <a:lnTo>
                    <a:pt x="2095" y="1851"/>
                  </a:lnTo>
                  <a:lnTo>
                    <a:pt x="2095" y="1851"/>
                  </a:lnTo>
                  <a:lnTo>
                    <a:pt x="2168" y="1778"/>
                  </a:lnTo>
                  <a:lnTo>
                    <a:pt x="2241" y="1681"/>
                  </a:lnTo>
                  <a:lnTo>
                    <a:pt x="2265" y="1559"/>
                  </a:lnTo>
                  <a:lnTo>
                    <a:pt x="2290" y="1486"/>
                  </a:lnTo>
                  <a:lnTo>
                    <a:pt x="2290" y="1486"/>
                  </a:lnTo>
                  <a:lnTo>
                    <a:pt x="2265" y="1315"/>
                  </a:lnTo>
                  <a:lnTo>
                    <a:pt x="2217" y="1242"/>
                  </a:lnTo>
                  <a:lnTo>
                    <a:pt x="2192" y="1194"/>
                  </a:lnTo>
                  <a:lnTo>
                    <a:pt x="2192" y="1194"/>
                  </a:lnTo>
                  <a:lnTo>
                    <a:pt x="2192" y="1169"/>
                  </a:lnTo>
                  <a:lnTo>
                    <a:pt x="2192" y="1121"/>
                  </a:lnTo>
                  <a:lnTo>
                    <a:pt x="2265" y="999"/>
                  </a:lnTo>
                  <a:lnTo>
                    <a:pt x="2387" y="828"/>
                  </a:lnTo>
                  <a:lnTo>
                    <a:pt x="2582" y="634"/>
                  </a:lnTo>
                  <a:lnTo>
                    <a:pt x="2582" y="634"/>
                  </a:lnTo>
                  <a:lnTo>
                    <a:pt x="2679" y="536"/>
                  </a:lnTo>
                  <a:lnTo>
                    <a:pt x="2826" y="439"/>
                  </a:lnTo>
                  <a:lnTo>
                    <a:pt x="2972" y="366"/>
                  </a:lnTo>
                  <a:lnTo>
                    <a:pt x="3142" y="293"/>
                  </a:lnTo>
                  <a:lnTo>
                    <a:pt x="3483" y="195"/>
                  </a:lnTo>
                  <a:lnTo>
                    <a:pt x="3654" y="171"/>
                  </a:lnTo>
                  <a:lnTo>
                    <a:pt x="3800" y="146"/>
                  </a:lnTo>
                  <a:lnTo>
                    <a:pt x="3800" y="146"/>
                  </a:lnTo>
                  <a:lnTo>
                    <a:pt x="4116" y="171"/>
                  </a:lnTo>
                  <a:lnTo>
                    <a:pt x="4360" y="171"/>
                  </a:lnTo>
                  <a:lnTo>
                    <a:pt x="4555" y="220"/>
                  </a:lnTo>
                  <a:lnTo>
                    <a:pt x="4652" y="244"/>
                  </a:lnTo>
                  <a:lnTo>
                    <a:pt x="4652" y="244"/>
                  </a:lnTo>
                  <a:lnTo>
                    <a:pt x="4701" y="268"/>
                  </a:lnTo>
                  <a:lnTo>
                    <a:pt x="4750" y="293"/>
                  </a:lnTo>
                  <a:lnTo>
                    <a:pt x="4798" y="268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5018" y="195"/>
                  </a:lnTo>
                  <a:lnTo>
                    <a:pt x="5407" y="122"/>
                  </a:lnTo>
                  <a:lnTo>
                    <a:pt x="5821" y="25"/>
                  </a:lnTo>
                  <a:lnTo>
                    <a:pt x="6138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509" name="Shape 668">
            <a:extLst>
              <a:ext uri="{FF2B5EF4-FFF2-40B4-BE49-F238E27FC236}">
                <a16:creationId xmlns:a16="http://schemas.microsoft.com/office/drawing/2014/main" id="{EA06AA6A-33AF-4494-B43A-13423D31FBB3}"/>
              </a:ext>
            </a:extLst>
          </p:cNvPr>
          <p:cNvGrpSpPr/>
          <p:nvPr/>
        </p:nvGrpSpPr>
        <p:grpSpPr>
          <a:xfrm>
            <a:off x="11261126" y="3762968"/>
            <a:ext cx="293132" cy="293150"/>
            <a:chOff x="6643075" y="3664250"/>
            <a:chExt cx="407950" cy="407975"/>
          </a:xfrm>
          <a:solidFill>
            <a:srgbClr val="00B050"/>
          </a:solidFill>
        </p:grpSpPr>
        <p:sp>
          <p:nvSpPr>
            <p:cNvPr id="510" name="Shape 669">
              <a:extLst>
                <a:ext uri="{FF2B5EF4-FFF2-40B4-BE49-F238E27FC236}">
                  <a16:creationId xmlns:a16="http://schemas.microsoft.com/office/drawing/2014/main" id="{BD66DF65-CB26-4134-B274-B5ED0CF81B56}"/>
                </a:ext>
              </a:extLst>
            </p:cNvPr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0" t="0" r="0" b="0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11" name="Shape 670">
              <a:extLst>
                <a:ext uri="{FF2B5EF4-FFF2-40B4-BE49-F238E27FC236}">
                  <a16:creationId xmlns:a16="http://schemas.microsoft.com/office/drawing/2014/main" id="{1A0D7ACF-A6F9-4D74-9133-6B0F148798CD}"/>
                </a:ext>
              </a:extLst>
            </p:cNvPr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0" t="0" r="0" b="0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512" name="Shape 671">
            <a:extLst>
              <a:ext uri="{FF2B5EF4-FFF2-40B4-BE49-F238E27FC236}">
                <a16:creationId xmlns:a16="http://schemas.microsoft.com/office/drawing/2014/main" id="{EBC622B5-5744-487E-ABB8-4CC4BE0D3998}"/>
              </a:ext>
            </a:extLst>
          </p:cNvPr>
          <p:cNvGrpSpPr/>
          <p:nvPr/>
        </p:nvGrpSpPr>
        <p:grpSpPr>
          <a:xfrm>
            <a:off x="6161959" y="4313622"/>
            <a:ext cx="317652" cy="317634"/>
            <a:chOff x="576250" y="4319400"/>
            <a:chExt cx="442075" cy="442050"/>
          </a:xfrm>
          <a:solidFill>
            <a:srgbClr val="00B050"/>
          </a:solidFill>
        </p:grpSpPr>
        <p:sp>
          <p:nvSpPr>
            <p:cNvPr id="513" name="Shape 672">
              <a:extLst>
                <a:ext uri="{FF2B5EF4-FFF2-40B4-BE49-F238E27FC236}">
                  <a16:creationId xmlns:a16="http://schemas.microsoft.com/office/drawing/2014/main" id="{65428FAC-8553-41A6-AF84-3471D07B4A11}"/>
                </a:ext>
              </a:extLst>
            </p:cNvPr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0" t="0" r="0" b="0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14" name="Shape 673">
              <a:extLst>
                <a:ext uri="{FF2B5EF4-FFF2-40B4-BE49-F238E27FC236}">
                  <a16:creationId xmlns:a16="http://schemas.microsoft.com/office/drawing/2014/main" id="{8D8604EF-FC9E-4A83-A8B0-172D02A785E2}"/>
                </a:ext>
              </a:extLst>
            </p:cNvPr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0" t="0" r="0" b="0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15" name="Shape 674">
              <a:extLst>
                <a:ext uri="{FF2B5EF4-FFF2-40B4-BE49-F238E27FC236}">
                  <a16:creationId xmlns:a16="http://schemas.microsoft.com/office/drawing/2014/main" id="{21B66A79-E662-46E1-8C6C-97E423DF8E79}"/>
                </a:ext>
              </a:extLst>
            </p:cNvPr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0" t="0" r="0" b="0"/>
              <a:pathLst>
                <a:path w="1876" h="1876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16" name="Shape 675">
              <a:extLst>
                <a:ext uri="{FF2B5EF4-FFF2-40B4-BE49-F238E27FC236}">
                  <a16:creationId xmlns:a16="http://schemas.microsoft.com/office/drawing/2014/main" id="{A846A1EC-DE1B-414D-BE53-106595EA34A0}"/>
                </a:ext>
              </a:extLst>
            </p:cNvPr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0" t="0" r="0" b="0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517" name="Shape 676">
            <a:extLst>
              <a:ext uri="{FF2B5EF4-FFF2-40B4-BE49-F238E27FC236}">
                <a16:creationId xmlns:a16="http://schemas.microsoft.com/office/drawing/2014/main" id="{E96CE4EA-AB6E-4C58-90C5-EF2C4846C97F}"/>
              </a:ext>
            </a:extLst>
          </p:cNvPr>
          <p:cNvSpPr/>
          <p:nvPr/>
        </p:nvSpPr>
        <p:spPr>
          <a:xfrm>
            <a:off x="6711623" y="4385920"/>
            <a:ext cx="343896" cy="194259"/>
          </a:xfrm>
          <a:custGeom>
            <a:avLst/>
            <a:gdLst/>
            <a:ahLst/>
            <a:cxnLst/>
            <a:rect l="0" t="0" r="0" b="0"/>
            <a:pathLst>
              <a:path w="19144" h="10814" fill="none" extrusionOk="0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solidFill>
            <a:srgbClr val="00B050"/>
          </a:solidFill>
          <a:ln w="12175" cap="rnd" cmpd="sng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518" name="Shape 677">
            <a:extLst>
              <a:ext uri="{FF2B5EF4-FFF2-40B4-BE49-F238E27FC236}">
                <a16:creationId xmlns:a16="http://schemas.microsoft.com/office/drawing/2014/main" id="{D4CA22C4-0C6B-4BBF-B162-451128DCB4A4}"/>
              </a:ext>
            </a:extLst>
          </p:cNvPr>
          <p:cNvSpPr/>
          <p:nvPr/>
        </p:nvSpPr>
        <p:spPr>
          <a:xfrm>
            <a:off x="9002346" y="4329100"/>
            <a:ext cx="291388" cy="291406"/>
          </a:xfrm>
          <a:custGeom>
            <a:avLst/>
            <a:gdLst/>
            <a:ahLst/>
            <a:cxnLst/>
            <a:rect l="0" t="0" r="0" b="0"/>
            <a:pathLst>
              <a:path w="16220" h="16222" fill="none" extrusionOk="0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solidFill>
            <a:srgbClr val="00B050"/>
          </a:solidFill>
          <a:ln w="12175" cap="rnd" cmpd="sng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519" name="Shape 678">
            <a:extLst>
              <a:ext uri="{FF2B5EF4-FFF2-40B4-BE49-F238E27FC236}">
                <a16:creationId xmlns:a16="http://schemas.microsoft.com/office/drawing/2014/main" id="{B975BFCA-0A78-4959-A86C-36A121D2A7E4}"/>
              </a:ext>
            </a:extLst>
          </p:cNvPr>
          <p:cNvSpPr/>
          <p:nvPr/>
        </p:nvSpPr>
        <p:spPr>
          <a:xfrm>
            <a:off x="8437340" y="4350597"/>
            <a:ext cx="291388" cy="254652"/>
          </a:xfrm>
          <a:custGeom>
            <a:avLst/>
            <a:gdLst/>
            <a:ahLst/>
            <a:cxnLst/>
            <a:rect l="0" t="0" r="0" b="0"/>
            <a:pathLst>
              <a:path w="16220" h="14175" fill="none" extrusionOk="0">
                <a:moveTo>
                  <a:pt x="16075" y="12665"/>
                </a:moveTo>
                <a:lnTo>
                  <a:pt x="8987" y="488"/>
                </a:lnTo>
                <a:lnTo>
                  <a:pt x="8987" y="488"/>
                </a:lnTo>
                <a:lnTo>
                  <a:pt x="8914" y="390"/>
                </a:lnTo>
                <a:lnTo>
                  <a:pt x="8817" y="293"/>
                </a:lnTo>
                <a:lnTo>
                  <a:pt x="8720" y="196"/>
                </a:lnTo>
                <a:lnTo>
                  <a:pt x="8622" y="123"/>
                </a:lnTo>
                <a:lnTo>
                  <a:pt x="8500" y="74"/>
                </a:lnTo>
                <a:lnTo>
                  <a:pt x="8379" y="25"/>
                </a:lnTo>
                <a:lnTo>
                  <a:pt x="8232" y="1"/>
                </a:lnTo>
                <a:lnTo>
                  <a:pt x="8111" y="1"/>
                </a:lnTo>
                <a:lnTo>
                  <a:pt x="8111" y="1"/>
                </a:lnTo>
                <a:lnTo>
                  <a:pt x="7965" y="1"/>
                </a:lnTo>
                <a:lnTo>
                  <a:pt x="7843" y="25"/>
                </a:lnTo>
                <a:lnTo>
                  <a:pt x="7721" y="74"/>
                </a:lnTo>
                <a:lnTo>
                  <a:pt x="7599" y="123"/>
                </a:lnTo>
                <a:lnTo>
                  <a:pt x="7502" y="196"/>
                </a:lnTo>
                <a:lnTo>
                  <a:pt x="7404" y="293"/>
                </a:lnTo>
                <a:lnTo>
                  <a:pt x="7307" y="390"/>
                </a:lnTo>
                <a:lnTo>
                  <a:pt x="7234" y="488"/>
                </a:lnTo>
                <a:lnTo>
                  <a:pt x="147" y="12665"/>
                </a:lnTo>
                <a:lnTo>
                  <a:pt x="147" y="12665"/>
                </a:lnTo>
                <a:lnTo>
                  <a:pt x="74" y="12787"/>
                </a:lnTo>
                <a:lnTo>
                  <a:pt x="25" y="12909"/>
                </a:lnTo>
                <a:lnTo>
                  <a:pt x="0" y="13031"/>
                </a:lnTo>
                <a:lnTo>
                  <a:pt x="0" y="13177"/>
                </a:lnTo>
                <a:lnTo>
                  <a:pt x="0" y="13177"/>
                </a:lnTo>
                <a:lnTo>
                  <a:pt x="0" y="13299"/>
                </a:lnTo>
                <a:lnTo>
                  <a:pt x="25" y="13420"/>
                </a:lnTo>
                <a:lnTo>
                  <a:pt x="74" y="13567"/>
                </a:lnTo>
                <a:lnTo>
                  <a:pt x="147" y="13688"/>
                </a:lnTo>
                <a:lnTo>
                  <a:pt x="147" y="13688"/>
                </a:lnTo>
                <a:lnTo>
                  <a:pt x="220" y="13786"/>
                </a:lnTo>
                <a:lnTo>
                  <a:pt x="293" y="13883"/>
                </a:lnTo>
                <a:lnTo>
                  <a:pt x="390" y="13981"/>
                </a:lnTo>
                <a:lnTo>
                  <a:pt x="512" y="14054"/>
                </a:lnTo>
                <a:lnTo>
                  <a:pt x="634" y="14102"/>
                </a:lnTo>
                <a:lnTo>
                  <a:pt x="755" y="14151"/>
                </a:lnTo>
                <a:lnTo>
                  <a:pt x="877" y="14175"/>
                </a:lnTo>
                <a:lnTo>
                  <a:pt x="1023" y="14175"/>
                </a:lnTo>
                <a:lnTo>
                  <a:pt x="15198" y="14175"/>
                </a:lnTo>
                <a:lnTo>
                  <a:pt x="15198" y="14175"/>
                </a:lnTo>
                <a:lnTo>
                  <a:pt x="15344" y="14175"/>
                </a:lnTo>
                <a:lnTo>
                  <a:pt x="15466" y="14151"/>
                </a:lnTo>
                <a:lnTo>
                  <a:pt x="15588" y="14102"/>
                </a:lnTo>
                <a:lnTo>
                  <a:pt x="15709" y="14054"/>
                </a:lnTo>
                <a:lnTo>
                  <a:pt x="15831" y="13981"/>
                </a:lnTo>
                <a:lnTo>
                  <a:pt x="15929" y="13883"/>
                </a:lnTo>
                <a:lnTo>
                  <a:pt x="16002" y="13786"/>
                </a:lnTo>
                <a:lnTo>
                  <a:pt x="16075" y="13688"/>
                </a:lnTo>
                <a:lnTo>
                  <a:pt x="16075" y="13688"/>
                </a:lnTo>
                <a:lnTo>
                  <a:pt x="16148" y="13567"/>
                </a:lnTo>
                <a:lnTo>
                  <a:pt x="16197" y="13420"/>
                </a:lnTo>
                <a:lnTo>
                  <a:pt x="16221" y="13299"/>
                </a:lnTo>
                <a:lnTo>
                  <a:pt x="16221" y="13177"/>
                </a:lnTo>
                <a:lnTo>
                  <a:pt x="16221" y="13177"/>
                </a:lnTo>
                <a:lnTo>
                  <a:pt x="16221" y="13031"/>
                </a:lnTo>
                <a:lnTo>
                  <a:pt x="16197" y="12909"/>
                </a:lnTo>
                <a:lnTo>
                  <a:pt x="16148" y="12787"/>
                </a:lnTo>
                <a:lnTo>
                  <a:pt x="16075" y="12665"/>
                </a:lnTo>
                <a:lnTo>
                  <a:pt x="16075" y="12665"/>
                </a:lnTo>
                <a:close/>
                <a:moveTo>
                  <a:pt x="8111" y="12349"/>
                </a:moveTo>
                <a:lnTo>
                  <a:pt x="8111" y="12349"/>
                </a:lnTo>
                <a:lnTo>
                  <a:pt x="7916" y="12324"/>
                </a:lnTo>
                <a:lnTo>
                  <a:pt x="7721" y="12276"/>
                </a:lnTo>
                <a:lnTo>
                  <a:pt x="7575" y="12178"/>
                </a:lnTo>
                <a:lnTo>
                  <a:pt x="7429" y="12057"/>
                </a:lnTo>
                <a:lnTo>
                  <a:pt x="7307" y="11910"/>
                </a:lnTo>
                <a:lnTo>
                  <a:pt x="7210" y="11764"/>
                </a:lnTo>
                <a:lnTo>
                  <a:pt x="7161" y="11569"/>
                </a:lnTo>
                <a:lnTo>
                  <a:pt x="7136" y="11375"/>
                </a:lnTo>
                <a:lnTo>
                  <a:pt x="7136" y="11375"/>
                </a:lnTo>
                <a:lnTo>
                  <a:pt x="7161" y="11180"/>
                </a:lnTo>
                <a:lnTo>
                  <a:pt x="7210" y="11009"/>
                </a:lnTo>
                <a:lnTo>
                  <a:pt x="7307" y="10839"/>
                </a:lnTo>
                <a:lnTo>
                  <a:pt x="7429" y="10693"/>
                </a:lnTo>
                <a:lnTo>
                  <a:pt x="7575" y="10571"/>
                </a:lnTo>
                <a:lnTo>
                  <a:pt x="7721" y="10473"/>
                </a:lnTo>
                <a:lnTo>
                  <a:pt x="7916" y="10425"/>
                </a:lnTo>
                <a:lnTo>
                  <a:pt x="8111" y="10400"/>
                </a:lnTo>
                <a:lnTo>
                  <a:pt x="8111" y="10400"/>
                </a:lnTo>
                <a:lnTo>
                  <a:pt x="8306" y="10425"/>
                </a:lnTo>
                <a:lnTo>
                  <a:pt x="8476" y="10473"/>
                </a:lnTo>
                <a:lnTo>
                  <a:pt x="8646" y="10571"/>
                </a:lnTo>
                <a:lnTo>
                  <a:pt x="8793" y="10693"/>
                </a:lnTo>
                <a:lnTo>
                  <a:pt x="8914" y="10839"/>
                </a:lnTo>
                <a:lnTo>
                  <a:pt x="9012" y="11009"/>
                </a:lnTo>
                <a:lnTo>
                  <a:pt x="9061" y="11180"/>
                </a:lnTo>
                <a:lnTo>
                  <a:pt x="9085" y="11375"/>
                </a:lnTo>
                <a:lnTo>
                  <a:pt x="9085" y="11375"/>
                </a:lnTo>
                <a:lnTo>
                  <a:pt x="9061" y="11569"/>
                </a:lnTo>
                <a:lnTo>
                  <a:pt x="9012" y="11764"/>
                </a:lnTo>
                <a:lnTo>
                  <a:pt x="8914" y="11910"/>
                </a:lnTo>
                <a:lnTo>
                  <a:pt x="8793" y="12057"/>
                </a:lnTo>
                <a:lnTo>
                  <a:pt x="8646" y="12178"/>
                </a:lnTo>
                <a:lnTo>
                  <a:pt x="8476" y="12276"/>
                </a:lnTo>
                <a:lnTo>
                  <a:pt x="8306" y="12324"/>
                </a:lnTo>
                <a:lnTo>
                  <a:pt x="8111" y="12349"/>
                </a:lnTo>
                <a:lnTo>
                  <a:pt x="8111" y="12349"/>
                </a:lnTo>
                <a:close/>
                <a:moveTo>
                  <a:pt x="9231" y="5091"/>
                </a:moveTo>
                <a:lnTo>
                  <a:pt x="8939" y="8915"/>
                </a:lnTo>
                <a:lnTo>
                  <a:pt x="8939" y="8915"/>
                </a:lnTo>
                <a:lnTo>
                  <a:pt x="8914" y="9061"/>
                </a:lnTo>
                <a:lnTo>
                  <a:pt x="8866" y="9207"/>
                </a:lnTo>
                <a:lnTo>
                  <a:pt x="8793" y="9304"/>
                </a:lnTo>
                <a:lnTo>
                  <a:pt x="8695" y="9426"/>
                </a:lnTo>
                <a:lnTo>
                  <a:pt x="8573" y="9499"/>
                </a:lnTo>
                <a:lnTo>
                  <a:pt x="8452" y="9572"/>
                </a:lnTo>
                <a:lnTo>
                  <a:pt x="8330" y="9621"/>
                </a:lnTo>
                <a:lnTo>
                  <a:pt x="8184" y="9621"/>
                </a:lnTo>
                <a:lnTo>
                  <a:pt x="8038" y="9621"/>
                </a:lnTo>
                <a:lnTo>
                  <a:pt x="8038" y="9621"/>
                </a:lnTo>
                <a:lnTo>
                  <a:pt x="7891" y="9621"/>
                </a:lnTo>
                <a:lnTo>
                  <a:pt x="7770" y="9572"/>
                </a:lnTo>
                <a:lnTo>
                  <a:pt x="7648" y="9499"/>
                </a:lnTo>
                <a:lnTo>
                  <a:pt x="7526" y="9426"/>
                </a:lnTo>
                <a:lnTo>
                  <a:pt x="7429" y="9304"/>
                </a:lnTo>
                <a:lnTo>
                  <a:pt x="7356" y="9207"/>
                </a:lnTo>
                <a:lnTo>
                  <a:pt x="7307" y="9061"/>
                </a:lnTo>
                <a:lnTo>
                  <a:pt x="7283" y="8915"/>
                </a:lnTo>
                <a:lnTo>
                  <a:pt x="6990" y="5091"/>
                </a:lnTo>
                <a:lnTo>
                  <a:pt x="6990" y="5091"/>
                </a:lnTo>
                <a:lnTo>
                  <a:pt x="7015" y="4945"/>
                </a:lnTo>
                <a:lnTo>
                  <a:pt x="7039" y="4823"/>
                </a:lnTo>
                <a:lnTo>
                  <a:pt x="7088" y="4701"/>
                </a:lnTo>
                <a:lnTo>
                  <a:pt x="7161" y="4604"/>
                </a:lnTo>
                <a:lnTo>
                  <a:pt x="7258" y="4506"/>
                </a:lnTo>
                <a:lnTo>
                  <a:pt x="7380" y="4433"/>
                </a:lnTo>
                <a:lnTo>
                  <a:pt x="7526" y="4409"/>
                </a:lnTo>
                <a:lnTo>
                  <a:pt x="7648" y="4385"/>
                </a:lnTo>
                <a:lnTo>
                  <a:pt x="8573" y="4385"/>
                </a:lnTo>
                <a:lnTo>
                  <a:pt x="8573" y="4385"/>
                </a:lnTo>
                <a:lnTo>
                  <a:pt x="8695" y="4409"/>
                </a:lnTo>
                <a:lnTo>
                  <a:pt x="8841" y="4433"/>
                </a:lnTo>
                <a:lnTo>
                  <a:pt x="8963" y="4506"/>
                </a:lnTo>
                <a:lnTo>
                  <a:pt x="9061" y="4604"/>
                </a:lnTo>
                <a:lnTo>
                  <a:pt x="9134" y="4701"/>
                </a:lnTo>
                <a:lnTo>
                  <a:pt x="9182" y="4823"/>
                </a:lnTo>
                <a:lnTo>
                  <a:pt x="9207" y="4945"/>
                </a:lnTo>
                <a:lnTo>
                  <a:pt x="9231" y="5091"/>
                </a:lnTo>
                <a:lnTo>
                  <a:pt x="9231" y="5091"/>
                </a:lnTo>
                <a:close/>
              </a:path>
            </a:pathLst>
          </a:custGeom>
          <a:solidFill>
            <a:srgbClr val="00B050"/>
          </a:solidFill>
          <a:ln w="12175" cap="rnd" cmpd="sng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sp>
        <p:nvSpPr>
          <p:cNvPr id="520" name="Shape 679">
            <a:extLst>
              <a:ext uri="{FF2B5EF4-FFF2-40B4-BE49-F238E27FC236}">
                <a16:creationId xmlns:a16="http://schemas.microsoft.com/office/drawing/2014/main" id="{D3903698-5541-4828-9A4B-60A82879FEEB}"/>
              </a:ext>
            </a:extLst>
          </p:cNvPr>
          <p:cNvSpPr/>
          <p:nvPr/>
        </p:nvSpPr>
        <p:spPr>
          <a:xfrm>
            <a:off x="9565817" y="4327565"/>
            <a:ext cx="294012" cy="294030"/>
          </a:xfrm>
          <a:custGeom>
            <a:avLst/>
            <a:gdLst/>
            <a:ahLst/>
            <a:cxnLst/>
            <a:rect l="0" t="0" r="0" b="0"/>
            <a:pathLst>
              <a:path w="16367" h="16368" fill="none" extrusionOk="0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solidFill>
            <a:srgbClr val="00B050"/>
          </a:solidFill>
          <a:ln w="12175" cap="rnd" cmpd="sng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ct val="0"/>
              </a:spcBef>
              <a:buNone/>
            </a:pPr>
            <a:endParaRPr/>
          </a:p>
        </p:txBody>
      </p:sp>
      <p:grpSp>
        <p:nvGrpSpPr>
          <p:cNvPr id="521" name="Shape 680">
            <a:extLst>
              <a:ext uri="{FF2B5EF4-FFF2-40B4-BE49-F238E27FC236}">
                <a16:creationId xmlns:a16="http://schemas.microsoft.com/office/drawing/2014/main" id="{637A9545-9504-439B-B5A2-5D37FD35E9E7}"/>
              </a:ext>
            </a:extLst>
          </p:cNvPr>
          <p:cNvGrpSpPr/>
          <p:nvPr/>
        </p:nvGrpSpPr>
        <p:grpSpPr>
          <a:xfrm>
            <a:off x="10105563" y="4332554"/>
            <a:ext cx="336890" cy="278275"/>
            <a:chOff x="5268225" y="4341925"/>
            <a:chExt cx="468850" cy="387275"/>
          </a:xfrm>
          <a:solidFill>
            <a:srgbClr val="00B050"/>
          </a:solidFill>
        </p:grpSpPr>
        <p:sp>
          <p:nvSpPr>
            <p:cNvPr id="522" name="Shape 681">
              <a:extLst>
                <a:ext uri="{FF2B5EF4-FFF2-40B4-BE49-F238E27FC236}">
                  <a16:creationId xmlns:a16="http://schemas.microsoft.com/office/drawing/2014/main" id="{4B466F50-8528-43A1-897F-2ACCBE2E6DA1}"/>
                </a:ext>
              </a:extLst>
            </p:cNvPr>
            <p:cNvSpPr/>
            <p:nvPr/>
          </p:nvSpPr>
          <p:spPr>
            <a:xfrm>
              <a:off x="5652425" y="4676800"/>
              <a:ext cx="65775" cy="52400"/>
            </a:xfrm>
            <a:custGeom>
              <a:avLst/>
              <a:gdLst/>
              <a:ahLst/>
              <a:cxnLst/>
              <a:rect l="0" t="0" r="0" b="0"/>
              <a:pathLst>
                <a:path w="2631" h="2096" fill="none" extrusionOk="0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122" y="1291"/>
                  </a:lnTo>
                  <a:lnTo>
                    <a:pt x="244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412" y="1511"/>
                  </a:lnTo>
                  <a:lnTo>
                    <a:pt x="2533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23" name="Shape 682">
              <a:extLst>
                <a:ext uri="{FF2B5EF4-FFF2-40B4-BE49-F238E27FC236}">
                  <a16:creationId xmlns:a16="http://schemas.microsoft.com/office/drawing/2014/main" id="{61FE5182-29D6-4BE4-9818-8E4D9D5C57C2}"/>
                </a:ext>
              </a:extLst>
            </p:cNvPr>
            <p:cNvSpPr/>
            <p:nvPr/>
          </p:nvSpPr>
          <p:spPr>
            <a:xfrm>
              <a:off x="5287100" y="4676800"/>
              <a:ext cx="65775" cy="52400"/>
            </a:xfrm>
            <a:custGeom>
              <a:avLst/>
              <a:gdLst/>
              <a:ahLst/>
              <a:cxnLst/>
              <a:rect l="0" t="0" r="0" b="0"/>
              <a:pathLst>
                <a:path w="2631" h="2096" fill="none" extrusionOk="0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98" y="1291"/>
                  </a:lnTo>
                  <a:lnTo>
                    <a:pt x="220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387" y="1511"/>
                  </a:lnTo>
                  <a:lnTo>
                    <a:pt x="2509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24" name="Shape 683">
              <a:extLst>
                <a:ext uri="{FF2B5EF4-FFF2-40B4-BE49-F238E27FC236}">
                  <a16:creationId xmlns:a16="http://schemas.microsoft.com/office/drawing/2014/main" id="{F6A0D8B2-18CB-42AD-997E-E7C15351F772}"/>
                </a:ext>
              </a:extLst>
            </p:cNvPr>
            <p:cNvSpPr/>
            <p:nvPr/>
          </p:nvSpPr>
          <p:spPr>
            <a:xfrm>
              <a:off x="5268225" y="4341925"/>
              <a:ext cx="468850" cy="333075"/>
            </a:xfrm>
            <a:custGeom>
              <a:avLst/>
              <a:gdLst/>
              <a:ahLst/>
              <a:cxnLst/>
              <a:rect l="0" t="0" r="0" b="0"/>
              <a:pathLst>
                <a:path w="18754" h="13323" fill="none" extrusionOk="0">
                  <a:moveTo>
                    <a:pt x="18754" y="5553"/>
                  </a:moveTo>
                  <a:lnTo>
                    <a:pt x="18754" y="5553"/>
                  </a:lnTo>
                  <a:lnTo>
                    <a:pt x="18730" y="5334"/>
                  </a:lnTo>
                  <a:lnTo>
                    <a:pt x="18681" y="5091"/>
                  </a:lnTo>
                  <a:lnTo>
                    <a:pt x="18583" y="4847"/>
                  </a:lnTo>
                  <a:lnTo>
                    <a:pt x="18462" y="4628"/>
                  </a:lnTo>
                  <a:lnTo>
                    <a:pt x="18291" y="4433"/>
                  </a:lnTo>
                  <a:lnTo>
                    <a:pt x="18121" y="4287"/>
                  </a:lnTo>
                  <a:lnTo>
                    <a:pt x="18023" y="4214"/>
                  </a:lnTo>
                  <a:lnTo>
                    <a:pt x="17926" y="4165"/>
                  </a:lnTo>
                  <a:lnTo>
                    <a:pt x="17828" y="4141"/>
                  </a:lnTo>
                  <a:lnTo>
                    <a:pt x="17731" y="4141"/>
                  </a:lnTo>
                  <a:lnTo>
                    <a:pt x="16489" y="4141"/>
                  </a:lnTo>
                  <a:lnTo>
                    <a:pt x="15588" y="1803"/>
                  </a:lnTo>
                  <a:lnTo>
                    <a:pt x="15588" y="1803"/>
                  </a:lnTo>
                  <a:lnTo>
                    <a:pt x="15490" y="1583"/>
                  </a:lnTo>
                  <a:lnTo>
                    <a:pt x="15344" y="1364"/>
                  </a:lnTo>
                  <a:lnTo>
                    <a:pt x="15174" y="1169"/>
                  </a:lnTo>
                  <a:lnTo>
                    <a:pt x="15003" y="975"/>
                  </a:lnTo>
                  <a:lnTo>
                    <a:pt x="14784" y="804"/>
                  </a:lnTo>
                  <a:lnTo>
                    <a:pt x="14565" y="658"/>
                  </a:lnTo>
                  <a:lnTo>
                    <a:pt x="14346" y="536"/>
                  </a:lnTo>
                  <a:lnTo>
                    <a:pt x="14102" y="439"/>
                  </a:lnTo>
                  <a:lnTo>
                    <a:pt x="14102" y="439"/>
                  </a:lnTo>
                  <a:lnTo>
                    <a:pt x="13810" y="390"/>
                  </a:lnTo>
                  <a:lnTo>
                    <a:pt x="13444" y="317"/>
                  </a:lnTo>
                  <a:lnTo>
                    <a:pt x="12933" y="220"/>
                  </a:lnTo>
                  <a:lnTo>
                    <a:pt x="12275" y="147"/>
                  </a:lnTo>
                  <a:lnTo>
                    <a:pt x="11472" y="73"/>
                  </a:lnTo>
                  <a:lnTo>
                    <a:pt x="10498" y="25"/>
                  </a:lnTo>
                  <a:lnTo>
                    <a:pt x="9377" y="0"/>
                  </a:lnTo>
                  <a:lnTo>
                    <a:pt x="9377" y="0"/>
                  </a:lnTo>
                  <a:lnTo>
                    <a:pt x="8257" y="25"/>
                  </a:lnTo>
                  <a:lnTo>
                    <a:pt x="7283" y="73"/>
                  </a:lnTo>
                  <a:lnTo>
                    <a:pt x="6479" y="147"/>
                  </a:lnTo>
                  <a:lnTo>
                    <a:pt x="5821" y="220"/>
                  </a:lnTo>
                  <a:lnTo>
                    <a:pt x="5310" y="317"/>
                  </a:lnTo>
                  <a:lnTo>
                    <a:pt x="4945" y="390"/>
                  </a:lnTo>
                  <a:lnTo>
                    <a:pt x="4652" y="439"/>
                  </a:lnTo>
                  <a:lnTo>
                    <a:pt x="4652" y="439"/>
                  </a:lnTo>
                  <a:lnTo>
                    <a:pt x="4409" y="536"/>
                  </a:lnTo>
                  <a:lnTo>
                    <a:pt x="4190" y="658"/>
                  </a:lnTo>
                  <a:lnTo>
                    <a:pt x="3970" y="804"/>
                  </a:lnTo>
                  <a:lnTo>
                    <a:pt x="3751" y="975"/>
                  </a:lnTo>
                  <a:lnTo>
                    <a:pt x="3581" y="1169"/>
                  </a:lnTo>
                  <a:lnTo>
                    <a:pt x="3410" y="1364"/>
                  </a:lnTo>
                  <a:lnTo>
                    <a:pt x="3264" y="1583"/>
                  </a:lnTo>
                  <a:lnTo>
                    <a:pt x="3167" y="1803"/>
                  </a:lnTo>
                  <a:lnTo>
                    <a:pt x="2266" y="4141"/>
                  </a:lnTo>
                  <a:lnTo>
                    <a:pt x="1023" y="4141"/>
                  </a:lnTo>
                  <a:lnTo>
                    <a:pt x="1023" y="4141"/>
                  </a:lnTo>
                  <a:lnTo>
                    <a:pt x="926" y="4141"/>
                  </a:lnTo>
                  <a:lnTo>
                    <a:pt x="829" y="4165"/>
                  </a:lnTo>
                  <a:lnTo>
                    <a:pt x="731" y="4214"/>
                  </a:lnTo>
                  <a:lnTo>
                    <a:pt x="634" y="4287"/>
                  </a:lnTo>
                  <a:lnTo>
                    <a:pt x="463" y="4433"/>
                  </a:lnTo>
                  <a:lnTo>
                    <a:pt x="293" y="4628"/>
                  </a:lnTo>
                  <a:lnTo>
                    <a:pt x="171" y="4847"/>
                  </a:lnTo>
                  <a:lnTo>
                    <a:pt x="74" y="5091"/>
                  </a:lnTo>
                  <a:lnTo>
                    <a:pt x="25" y="5334"/>
                  </a:lnTo>
                  <a:lnTo>
                    <a:pt x="1" y="5553"/>
                  </a:lnTo>
                  <a:lnTo>
                    <a:pt x="1" y="5553"/>
                  </a:lnTo>
                  <a:lnTo>
                    <a:pt x="25" y="5748"/>
                  </a:lnTo>
                  <a:lnTo>
                    <a:pt x="74" y="5894"/>
                  </a:lnTo>
                  <a:lnTo>
                    <a:pt x="171" y="6016"/>
                  </a:lnTo>
                  <a:lnTo>
                    <a:pt x="293" y="6089"/>
                  </a:lnTo>
                  <a:lnTo>
                    <a:pt x="463" y="6138"/>
                  </a:lnTo>
                  <a:lnTo>
                    <a:pt x="634" y="6187"/>
                  </a:lnTo>
                  <a:lnTo>
                    <a:pt x="1023" y="6187"/>
                  </a:lnTo>
                  <a:lnTo>
                    <a:pt x="1462" y="6187"/>
                  </a:lnTo>
                  <a:lnTo>
                    <a:pt x="1145" y="7015"/>
                  </a:lnTo>
                  <a:lnTo>
                    <a:pt x="1145" y="7015"/>
                  </a:lnTo>
                  <a:lnTo>
                    <a:pt x="999" y="7526"/>
                  </a:lnTo>
                  <a:lnTo>
                    <a:pt x="877" y="8086"/>
                  </a:lnTo>
                  <a:lnTo>
                    <a:pt x="780" y="8671"/>
                  </a:lnTo>
                  <a:lnTo>
                    <a:pt x="756" y="9207"/>
                  </a:lnTo>
                  <a:lnTo>
                    <a:pt x="756" y="13323"/>
                  </a:lnTo>
                  <a:lnTo>
                    <a:pt x="17999" y="13323"/>
                  </a:lnTo>
                  <a:lnTo>
                    <a:pt x="17999" y="9207"/>
                  </a:lnTo>
                  <a:lnTo>
                    <a:pt x="17999" y="9207"/>
                  </a:lnTo>
                  <a:lnTo>
                    <a:pt x="17975" y="8671"/>
                  </a:lnTo>
                  <a:lnTo>
                    <a:pt x="17877" y="8086"/>
                  </a:lnTo>
                  <a:lnTo>
                    <a:pt x="17755" y="7526"/>
                  </a:lnTo>
                  <a:lnTo>
                    <a:pt x="17609" y="7015"/>
                  </a:lnTo>
                  <a:lnTo>
                    <a:pt x="17293" y="6187"/>
                  </a:lnTo>
                  <a:lnTo>
                    <a:pt x="17731" y="6187"/>
                  </a:lnTo>
                  <a:lnTo>
                    <a:pt x="17731" y="6187"/>
                  </a:lnTo>
                  <a:lnTo>
                    <a:pt x="18121" y="6187"/>
                  </a:lnTo>
                  <a:lnTo>
                    <a:pt x="18291" y="6138"/>
                  </a:lnTo>
                  <a:lnTo>
                    <a:pt x="18462" y="6089"/>
                  </a:lnTo>
                  <a:lnTo>
                    <a:pt x="18583" y="6016"/>
                  </a:lnTo>
                  <a:lnTo>
                    <a:pt x="18681" y="5894"/>
                  </a:lnTo>
                  <a:lnTo>
                    <a:pt x="18730" y="5748"/>
                  </a:lnTo>
                  <a:lnTo>
                    <a:pt x="18754" y="5553"/>
                  </a:lnTo>
                  <a:lnTo>
                    <a:pt x="18754" y="555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25" name="Shape 684">
              <a:extLst>
                <a:ext uri="{FF2B5EF4-FFF2-40B4-BE49-F238E27FC236}">
                  <a16:creationId xmlns:a16="http://schemas.microsoft.com/office/drawing/2014/main" id="{58F41CF6-C10D-4A18-88A8-350B3E61A071}"/>
                </a:ext>
              </a:extLst>
            </p:cNvPr>
            <p:cNvSpPr/>
            <p:nvPr/>
          </p:nvSpPr>
          <p:spPr>
            <a:xfrm>
              <a:off x="5351025" y="4375400"/>
              <a:ext cx="303250" cy="149825"/>
            </a:xfrm>
            <a:custGeom>
              <a:avLst/>
              <a:gdLst/>
              <a:ahLst/>
              <a:cxnLst/>
              <a:rect l="0" t="0" r="0" b="0"/>
              <a:pathLst>
                <a:path w="12130" h="5993" fill="none" extrusionOk="0">
                  <a:moveTo>
                    <a:pt x="1" y="4628"/>
                  </a:moveTo>
                  <a:lnTo>
                    <a:pt x="1" y="4628"/>
                  </a:lnTo>
                  <a:lnTo>
                    <a:pt x="171" y="4019"/>
                  </a:lnTo>
                  <a:lnTo>
                    <a:pt x="585" y="2656"/>
                  </a:lnTo>
                  <a:lnTo>
                    <a:pt x="805" y="1925"/>
                  </a:lnTo>
                  <a:lnTo>
                    <a:pt x="1024" y="1292"/>
                  </a:lnTo>
                  <a:lnTo>
                    <a:pt x="1194" y="829"/>
                  </a:lnTo>
                  <a:lnTo>
                    <a:pt x="1267" y="707"/>
                  </a:lnTo>
                  <a:lnTo>
                    <a:pt x="1316" y="658"/>
                  </a:lnTo>
                  <a:lnTo>
                    <a:pt x="1316" y="658"/>
                  </a:lnTo>
                  <a:lnTo>
                    <a:pt x="1535" y="561"/>
                  </a:lnTo>
                  <a:lnTo>
                    <a:pt x="1852" y="464"/>
                  </a:lnTo>
                  <a:lnTo>
                    <a:pt x="2315" y="342"/>
                  </a:lnTo>
                  <a:lnTo>
                    <a:pt x="2948" y="220"/>
                  </a:lnTo>
                  <a:lnTo>
                    <a:pt x="3776" y="98"/>
                  </a:lnTo>
                  <a:lnTo>
                    <a:pt x="4799" y="25"/>
                  </a:lnTo>
                  <a:lnTo>
                    <a:pt x="5408" y="1"/>
                  </a:lnTo>
                  <a:lnTo>
                    <a:pt x="6065" y="1"/>
                  </a:lnTo>
                  <a:lnTo>
                    <a:pt x="6065" y="1"/>
                  </a:lnTo>
                  <a:lnTo>
                    <a:pt x="6723" y="1"/>
                  </a:lnTo>
                  <a:lnTo>
                    <a:pt x="7332" y="25"/>
                  </a:lnTo>
                  <a:lnTo>
                    <a:pt x="8355" y="98"/>
                  </a:lnTo>
                  <a:lnTo>
                    <a:pt x="9183" y="220"/>
                  </a:lnTo>
                  <a:lnTo>
                    <a:pt x="9816" y="342"/>
                  </a:lnTo>
                  <a:lnTo>
                    <a:pt x="10279" y="464"/>
                  </a:lnTo>
                  <a:lnTo>
                    <a:pt x="10595" y="561"/>
                  </a:lnTo>
                  <a:lnTo>
                    <a:pt x="10814" y="658"/>
                  </a:lnTo>
                  <a:lnTo>
                    <a:pt x="10814" y="658"/>
                  </a:lnTo>
                  <a:lnTo>
                    <a:pt x="10863" y="707"/>
                  </a:lnTo>
                  <a:lnTo>
                    <a:pt x="10936" y="829"/>
                  </a:lnTo>
                  <a:lnTo>
                    <a:pt x="11107" y="1292"/>
                  </a:lnTo>
                  <a:lnTo>
                    <a:pt x="11326" y="1925"/>
                  </a:lnTo>
                  <a:lnTo>
                    <a:pt x="11545" y="2656"/>
                  </a:lnTo>
                  <a:lnTo>
                    <a:pt x="11959" y="4019"/>
                  </a:lnTo>
                  <a:lnTo>
                    <a:pt x="12130" y="4628"/>
                  </a:lnTo>
                  <a:lnTo>
                    <a:pt x="12130" y="4628"/>
                  </a:lnTo>
                  <a:lnTo>
                    <a:pt x="12105" y="4677"/>
                  </a:lnTo>
                  <a:lnTo>
                    <a:pt x="12057" y="4750"/>
                  </a:lnTo>
                  <a:lnTo>
                    <a:pt x="11959" y="4823"/>
                  </a:lnTo>
                  <a:lnTo>
                    <a:pt x="11813" y="4921"/>
                  </a:lnTo>
                  <a:lnTo>
                    <a:pt x="11618" y="5042"/>
                  </a:lnTo>
                  <a:lnTo>
                    <a:pt x="11375" y="5164"/>
                  </a:lnTo>
                  <a:lnTo>
                    <a:pt x="11058" y="5262"/>
                  </a:lnTo>
                  <a:lnTo>
                    <a:pt x="10717" y="5383"/>
                  </a:lnTo>
                  <a:lnTo>
                    <a:pt x="10327" y="5505"/>
                  </a:lnTo>
                  <a:lnTo>
                    <a:pt x="9865" y="5627"/>
                  </a:lnTo>
                  <a:lnTo>
                    <a:pt x="9377" y="5724"/>
                  </a:lnTo>
                  <a:lnTo>
                    <a:pt x="8817" y="5822"/>
                  </a:lnTo>
                  <a:lnTo>
                    <a:pt x="8208" y="5895"/>
                  </a:lnTo>
                  <a:lnTo>
                    <a:pt x="7551" y="5944"/>
                  </a:lnTo>
                  <a:lnTo>
                    <a:pt x="6845" y="5992"/>
                  </a:lnTo>
                  <a:lnTo>
                    <a:pt x="6065" y="5992"/>
                  </a:lnTo>
                  <a:lnTo>
                    <a:pt x="6065" y="5992"/>
                  </a:lnTo>
                  <a:lnTo>
                    <a:pt x="5286" y="5992"/>
                  </a:lnTo>
                  <a:lnTo>
                    <a:pt x="4580" y="5944"/>
                  </a:lnTo>
                  <a:lnTo>
                    <a:pt x="3922" y="5895"/>
                  </a:lnTo>
                  <a:lnTo>
                    <a:pt x="3313" y="5822"/>
                  </a:lnTo>
                  <a:lnTo>
                    <a:pt x="2753" y="5724"/>
                  </a:lnTo>
                  <a:lnTo>
                    <a:pt x="2266" y="5627"/>
                  </a:lnTo>
                  <a:lnTo>
                    <a:pt x="1803" y="5505"/>
                  </a:lnTo>
                  <a:lnTo>
                    <a:pt x="1413" y="5383"/>
                  </a:lnTo>
                  <a:lnTo>
                    <a:pt x="1072" y="5262"/>
                  </a:lnTo>
                  <a:lnTo>
                    <a:pt x="756" y="5164"/>
                  </a:lnTo>
                  <a:lnTo>
                    <a:pt x="512" y="5042"/>
                  </a:lnTo>
                  <a:lnTo>
                    <a:pt x="317" y="4921"/>
                  </a:lnTo>
                  <a:lnTo>
                    <a:pt x="171" y="4823"/>
                  </a:lnTo>
                  <a:lnTo>
                    <a:pt x="74" y="4750"/>
                  </a:lnTo>
                  <a:lnTo>
                    <a:pt x="25" y="4677"/>
                  </a:lnTo>
                  <a:lnTo>
                    <a:pt x="1" y="4628"/>
                  </a:lnTo>
                  <a:lnTo>
                    <a:pt x="1" y="4628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26" name="Shape 685">
              <a:extLst>
                <a:ext uri="{FF2B5EF4-FFF2-40B4-BE49-F238E27FC236}">
                  <a16:creationId xmlns:a16="http://schemas.microsoft.com/office/drawing/2014/main" id="{0A0129B1-43A9-4499-BD22-F9C1E4B768DF}"/>
                </a:ext>
              </a:extLst>
            </p:cNvPr>
            <p:cNvSpPr/>
            <p:nvPr/>
          </p:nvSpPr>
          <p:spPr>
            <a:xfrm>
              <a:off x="5326675" y="4569025"/>
              <a:ext cx="81000" cy="65175"/>
            </a:xfrm>
            <a:custGeom>
              <a:avLst/>
              <a:gdLst/>
              <a:ahLst/>
              <a:cxnLst/>
              <a:rect l="0" t="0" r="0" b="0"/>
              <a:pathLst>
                <a:path w="3240" h="2607" fill="none" extrusionOk="0">
                  <a:moveTo>
                    <a:pt x="1632" y="2607"/>
                  </a:moveTo>
                  <a:lnTo>
                    <a:pt x="1632" y="2607"/>
                  </a:lnTo>
                  <a:lnTo>
                    <a:pt x="1291" y="2582"/>
                  </a:lnTo>
                  <a:lnTo>
                    <a:pt x="999" y="2509"/>
                  </a:lnTo>
                  <a:lnTo>
                    <a:pt x="731" y="2388"/>
                  </a:lnTo>
                  <a:lnTo>
                    <a:pt x="488" y="2217"/>
                  </a:lnTo>
                  <a:lnTo>
                    <a:pt x="293" y="2047"/>
                  </a:lnTo>
                  <a:lnTo>
                    <a:pt x="122" y="1803"/>
                  </a:lnTo>
                  <a:lnTo>
                    <a:pt x="74" y="1706"/>
                  </a:lnTo>
                  <a:lnTo>
                    <a:pt x="49" y="1559"/>
                  </a:lnTo>
                  <a:lnTo>
                    <a:pt x="25" y="1438"/>
                  </a:lnTo>
                  <a:lnTo>
                    <a:pt x="1" y="1316"/>
                  </a:lnTo>
                  <a:lnTo>
                    <a:pt x="1" y="1316"/>
                  </a:lnTo>
                  <a:lnTo>
                    <a:pt x="25" y="1170"/>
                  </a:lnTo>
                  <a:lnTo>
                    <a:pt x="49" y="1048"/>
                  </a:lnTo>
                  <a:lnTo>
                    <a:pt x="74" y="926"/>
                  </a:lnTo>
                  <a:lnTo>
                    <a:pt x="122" y="804"/>
                  </a:lnTo>
                  <a:lnTo>
                    <a:pt x="293" y="585"/>
                  </a:lnTo>
                  <a:lnTo>
                    <a:pt x="488" y="390"/>
                  </a:lnTo>
                  <a:lnTo>
                    <a:pt x="731" y="220"/>
                  </a:lnTo>
                  <a:lnTo>
                    <a:pt x="999" y="98"/>
                  </a:lnTo>
                  <a:lnTo>
                    <a:pt x="1291" y="25"/>
                  </a:lnTo>
                  <a:lnTo>
                    <a:pt x="1632" y="1"/>
                  </a:lnTo>
                  <a:lnTo>
                    <a:pt x="1632" y="1"/>
                  </a:lnTo>
                  <a:lnTo>
                    <a:pt x="1803" y="1"/>
                  </a:lnTo>
                  <a:lnTo>
                    <a:pt x="1949" y="49"/>
                  </a:lnTo>
                  <a:lnTo>
                    <a:pt x="2120" y="98"/>
                  </a:lnTo>
                  <a:lnTo>
                    <a:pt x="2266" y="171"/>
                  </a:lnTo>
                  <a:lnTo>
                    <a:pt x="2412" y="269"/>
                  </a:lnTo>
                  <a:lnTo>
                    <a:pt x="2534" y="390"/>
                  </a:lnTo>
                  <a:lnTo>
                    <a:pt x="2777" y="634"/>
                  </a:lnTo>
                  <a:lnTo>
                    <a:pt x="2972" y="926"/>
                  </a:lnTo>
                  <a:lnTo>
                    <a:pt x="3118" y="1219"/>
                  </a:lnTo>
                  <a:lnTo>
                    <a:pt x="3215" y="1535"/>
                  </a:lnTo>
                  <a:lnTo>
                    <a:pt x="3240" y="1681"/>
                  </a:lnTo>
                  <a:lnTo>
                    <a:pt x="3240" y="1803"/>
                  </a:lnTo>
                  <a:lnTo>
                    <a:pt x="3240" y="1803"/>
                  </a:lnTo>
                  <a:lnTo>
                    <a:pt x="3240" y="1949"/>
                  </a:lnTo>
                  <a:lnTo>
                    <a:pt x="3215" y="2047"/>
                  </a:lnTo>
                  <a:lnTo>
                    <a:pt x="3167" y="2144"/>
                  </a:lnTo>
                  <a:lnTo>
                    <a:pt x="3118" y="2241"/>
                  </a:lnTo>
                  <a:lnTo>
                    <a:pt x="3045" y="2314"/>
                  </a:lnTo>
                  <a:lnTo>
                    <a:pt x="2972" y="2388"/>
                  </a:lnTo>
                  <a:lnTo>
                    <a:pt x="2777" y="2485"/>
                  </a:lnTo>
                  <a:lnTo>
                    <a:pt x="2534" y="2558"/>
                  </a:lnTo>
                  <a:lnTo>
                    <a:pt x="2266" y="2582"/>
                  </a:lnTo>
                  <a:lnTo>
                    <a:pt x="1949" y="2607"/>
                  </a:lnTo>
                  <a:lnTo>
                    <a:pt x="1632" y="2607"/>
                  </a:lnTo>
                  <a:lnTo>
                    <a:pt x="1632" y="2607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27" name="Shape 686">
              <a:extLst>
                <a:ext uri="{FF2B5EF4-FFF2-40B4-BE49-F238E27FC236}">
                  <a16:creationId xmlns:a16="http://schemas.microsoft.com/office/drawing/2014/main" id="{5BB99381-A214-49BE-B382-FD4F46B5138B}"/>
                </a:ext>
              </a:extLst>
            </p:cNvPr>
            <p:cNvSpPr/>
            <p:nvPr/>
          </p:nvSpPr>
          <p:spPr>
            <a:xfrm>
              <a:off x="5447225" y="4615925"/>
              <a:ext cx="110850" cy="25"/>
            </a:xfrm>
            <a:custGeom>
              <a:avLst/>
              <a:gdLst/>
              <a:ahLst/>
              <a:cxnLst/>
              <a:rect l="0" t="0" r="0" b="0"/>
              <a:pathLst>
                <a:path w="4434" h="1" fill="none" extrusionOk="0">
                  <a:moveTo>
                    <a:pt x="1" y="0"/>
                  </a:moveTo>
                  <a:lnTo>
                    <a:pt x="4434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28" name="Shape 687">
              <a:extLst>
                <a:ext uri="{FF2B5EF4-FFF2-40B4-BE49-F238E27FC236}">
                  <a16:creationId xmlns:a16="http://schemas.microsoft.com/office/drawing/2014/main" id="{0B86759A-23BD-445B-BD6D-2A8C9DC566EA}"/>
                </a:ext>
              </a:extLst>
            </p:cNvPr>
            <p:cNvSpPr/>
            <p:nvPr/>
          </p:nvSpPr>
          <p:spPr>
            <a:xfrm>
              <a:off x="5439925" y="4589125"/>
              <a:ext cx="125450" cy="25"/>
            </a:xfrm>
            <a:custGeom>
              <a:avLst/>
              <a:gdLst/>
              <a:ahLst/>
              <a:cxnLst/>
              <a:rect l="0" t="0" r="0" b="0"/>
              <a:pathLst>
                <a:path w="5018" h="1" fill="none" extrusionOk="0">
                  <a:moveTo>
                    <a:pt x="1" y="0"/>
                  </a:moveTo>
                  <a:lnTo>
                    <a:pt x="5018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29" name="Shape 688">
              <a:extLst>
                <a:ext uri="{FF2B5EF4-FFF2-40B4-BE49-F238E27FC236}">
                  <a16:creationId xmlns:a16="http://schemas.microsoft.com/office/drawing/2014/main" id="{A07C4A4C-F4EC-45DF-8A32-A711E4C44872}"/>
                </a:ext>
              </a:extLst>
            </p:cNvPr>
            <p:cNvSpPr/>
            <p:nvPr/>
          </p:nvSpPr>
          <p:spPr>
            <a:xfrm>
              <a:off x="5597625" y="4569025"/>
              <a:ext cx="81000" cy="65175"/>
            </a:xfrm>
            <a:custGeom>
              <a:avLst/>
              <a:gdLst/>
              <a:ahLst/>
              <a:cxnLst/>
              <a:rect l="0" t="0" r="0" b="0"/>
              <a:pathLst>
                <a:path w="3240" h="2607" fill="none" extrusionOk="0">
                  <a:moveTo>
                    <a:pt x="1608" y="2607"/>
                  </a:moveTo>
                  <a:lnTo>
                    <a:pt x="1608" y="2607"/>
                  </a:lnTo>
                  <a:lnTo>
                    <a:pt x="1291" y="2607"/>
                  </a:lnTo>
                  <a:lnTo>
                    <a:pt x="975" y="2582"/>
                  </a:lnTo>
                  <a:lnTo>
                    <a:pt x="707" y="2558"/>
                  </a:lnTo>
                  <a:lnTo>
                    <a:pt x="463" y="2485"/>
                  </a:lnTo>
                  <a:lnTo>
                    <a:pt x="268" y="2388"/>
                  </a:lnTo>
                  <a:lnTo>
                    <a:pt x="195" y="2314"/>
                  </a:lnTo>
                  <a:lnTo>
                    <a:pt x="122" y="2241"/>
                  </a:lnTo>
                  <a:lnTo>
                    <a:pt x="74" y="2144"/>
                  </a:lnTo>
                  <a:lnTo>
                    <a:pt x="25" y="2047"/>
                  </a:lnTo>
                  <a:lnTo>
                    <a:pt x="1" y="1949"/>
                  </a:lnTo>
                  <a:lnTo>
                    <a:pt x="1" y="1803"/>
                  </a:lnTo>
                  <a:lnTo>
                    <a:pt x="1" y="1803"/>
                  </a:lnTo>
                  <a:lnTo>
                    <a:pt x="1" y="1681"/>
                  </a:lnTo>
                  <a:lnTo>
                    <a:pt x="25" y="1535"/>
                  </a:lnTo>
                  <a:lnTo>
                    <a:pt x="122" y="1219"/>
                  </a:lnTo>
                  <a:lnTo>
                    <a:pt x="268" y="926"/>
                  </a:lnTo>
                  <a:lnTo>
                    <a:pt x="463" y="634"/>
                  </a:lnTo>
                  <a:lnTo>
                    <a:pt x="707" y="390"/>
                  </a:lnTo>
                  <a:lnTo>
                    <a:pt x="829" y="269"/>
                  </a:lnTo>
                  <a:lnTo>
                    <a:pt x="975" y="171"/>
                  </a:lnTo>
                  <a:lnTo>
                    <a:pt x="1121" y="98"/>
                  </a:lnTo>
                  <a:lnTo>
                    <a:pt x="1291" y="49"/>
                  </a:lnTo>
                  <a:lnTo>
                    <a:pt x="1438" y="1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949" y="25"/>
                  </a:lnTo>
                  <a:lnTo>
                    <a:pt x="2241" y="98"/>
                  </a:lnTo>
                  <a:lnTo>
                    <a:pt x="2509" y="220"/>
                  </a:lnTo>
                  <a:lnTo>
                    <a:pt x="2753" y="390"/>
                  </a:lnTo>
                  <a:lnTo>
                    <a:pt x="2948" y="585"/>
                  </a:lnTo>
                  <a:lnTo>
                    <a:pt x="3118" y="804"/>
                  </a:lnTo>
                  <a:lnTo>
                    <a:pt x="3167" y="926"/>
                  </a:lnTo>
                  <a:lnTo>
                    <a:pt x="3191" y="1048"/>
                  </a:lnTo>
                  <a:lnTo>
                    <a:pt x="3215" y="1170"/>
                  </a:lnTo>
                  <a:lnTo>
                    <a:pt x="3240" y="1316"/>
                  </a:lnTo>
                  <a:lnTo>
                    <a:pt x="3240" y="1316"/>
                  </a:lnTo>
                  <a:lnTo>
                    <a:pt x="3215" y="1438"/>
                  </a:lnTo>
                  <a:lnTo>
                    <a:pt x="3191" y="1559"/>
                  </a:lnTo>
                  <a:lnTo>
                    <a:pt x="3167" y="1706"/>
                  </a:lnTo>
                  <a:lnTo>
                    <a:pt x="3118" y="1803"/>
                  </a:lnTo>
                  <a:lnTo>
                    <a:pt x="2948" y="2047"/>
                  </a:lnTo>
                  <a:lnTo>
                    <a:pt x="2753" y="2217"/>
                  </a:lnTo>
                  <a:lnTo>
                    <a:pt x="2509" y="2388"/>
                  </a:lnTo>
                  <a:lnTo>
                    <a:pt x="2241" y="2509"/>
                  </a:lnTo>
                  <a:lnTo>
                    <a:pt x="1949" y="2582"/>
                  </a:lnTo>
                  <a:lnTo>
                    <a:pt x="1608" y="2607"/>
                  </a:lnTo>
                  <a:lnTo>
                    <a:pt x="1608" y="2607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530" name="Shape 689">
            <a:extLst>
              <a:ext uri="{FF2B5EF4-FFF2-40B4-BE49-F238E27FC236}">
                <a16:creationId xmlns:a16="http://schemas.microsoft.com/office/drawing/2014/main" id="{D8FFF9E2-D61D-4067-B04C-EFF69E1EF3C9}"/>
              </a:ext>
            </a:extLst>
          </p:cNvPr>
          <p:cNvGrpSpPr/>
          <p:nvPr/>
        </p:nvGrpSpPr>
        <p:grpSpPr>
          <a:xfrm>
            <a:off x="10690510" y="4322322"/>
            <a:ext cx="302760" cy="302760"/>
            <a:chOff x="5964175" y="4329750"/>
            <a:chExt cx="421350" cy="421350"/>
          </a:xfrm>
          <a:solidFill>
            <a:srgbClr val="00B050"/>
          </a:solidFill>
        </p:grpSpPr>
        <p:sp>
          <p:nvSpPr>
            <p:cNvPr id="531" name="Shape 690">
              <a:extLst>
                <a:ext uri="{FF2B5EF4-FFF2-40B4-BE49-F238E27FC236}">
                  <a16:creationId xmlns:a16="http://schemas.microsoft.com/office/drawing/2014/main" id="{CF786055-28E9-4CCB-B3B1-2B4129B99E78}"/>
                </a:ext>
              </a:extLst>
            </p:cNvPr>
            <p:cNvSpPr/>
            <p:nvPr/>
          </p:nvSpPr>
          <p:spPr>
            <a:xfrm>
              <a:off x="5964175" y="4329750"/>
              <a:ext cx="421350" cy="421350"/>
            </a:xfrm>
            <a:custGeom>
              <a:avLst/>
              <a:gdLst/>
              <a:ahLst/>
              <a:cxnLst/>
              <a:rect l="0" t="0" r="0" b="0"/>
              <a:pathLst>
                <a:path w="16854" h="16854" fill="none" extrusionOk="0">
                  <a:moveTo>
                    <a:pt x="15636" y="14004"/>
                  </a:moveTo>
                  <a:lnTo>
                    <a:pt x="13517" y="6260"/>
                  </a:lnTo>
                  <a:lnTo>
                    <a:pt x="16196" y="3605"/>
                  </a:lnTo>
                  <a:lnTo>
                    <a:pt x="16196" y="3605"/>
                  </a:lnTo>
                  <a:lnTo>
                    <a:pt x="16318" y="3434"/>
                  </a:lnTo>
                  <a:lnTo>
                    <a:pt x="16440" y="3239"/>
                  </a:lnTo>
                  <a:lnTo>
                    <a:pt x="16537" y="3020"/>
                  </a:lnTo>
                  <a:lnTo>
                    <a:pt x="16610" y="2777"/>
                  </a:lnTo>
                  <a:lnTo>
                    <a:pt x="16732" y="2338"/>
                  </a:lnTo>
                  <a:lnTo>
                    <a:pt x="16805" y="2046"/>
                  </a:lnTo>
                  <a:lnTo>
                    <a:pt x="16805" y="2046"/>
                  </a:lnTo>
                  <a:lnTo>
                    <a:pt x="16830" y="1729"/>
                  </a:lnTo>
                  <a:lnTo>
                    <a:pt x="16854" y="1437"/>
                  </a:lnTo>
                  <a:lnTo>
                    <a:pt x="16854" y="1194"/>
                  </a:lnTo>
                  <a:lnTo>
                    <a:pt x="16854" y="950"/>
                  </a:lnTo>
                  <a:lnTo>
                    <a:pt x="16805" y="755"/>
                  </a:lnTo>
                  <a:lnTo>
                    <a:pt x="16732" y="585"/>
                  </a:lnTo>
                  <a:lnTo>
                    <a:pt x="16659" y="414"/>
                  </a:lnTo>
                  <a:lnTo>
                    <a:pt x="16562" y="293"/>
                  </a:lnTo>
                  <a:lnTo>
                    <a:pt x="16562" y="293"/>
                  </a:lnTo>
                  <a:lnTo>
                    <a:pt x="16440" y="195"/>
                  </a:lnTo>
                  <a:lnTo>
                    <a:pt x="16269" y="122"/>
                  </a:lnTo>
                  <a:lnTo>
                    <a:pt x="16099" y="49"/>
                  </a:lnTo>
                  <a:lnTo>
                    <a:pt x="15904" y="0"/>
                  </a:lnTo>
                  <a:lnTo>
                    <a:pt x="15660" y="0"/>
                  </a:lnTo>
                  <a:lnTo>
                    <a:pt x="15417" y="0"/>
                  </a:lnTo>
                  <a:lnTo>
                    <a:pt x="15125" y="25"/>
                  </a:lnTo>
                  <a:lnTo>
                    <a:pt x="14808" y="49"/>
                  </a:lnTo>
                  <a:lnTo>
                    <a:pt x="14808" y="49"/>
                  </a:lnTo>
                  <a:lnTo>
                    <a:pt x="14516" y="122"/>
                  </a:lnTo>
                  <a:lnTo>
                    <a:pt x="14077" y="244"/>
                  </a:lnTo>
                  <a:lnTo>
                    <a:pt x="13834" y="317"/>
                  </a:lnTo>
                  <a:lnTo>
                    <a:pt x="13615" y="414"/>
                  </a:lnTo>
                  <a:lnTo>
                    <a:pt x="13420" y="536"/>
                  </a:lnTo>
                  <a:lnTo>
                    <a:pt x="13249" y="658"/>
                  </a:lnTo>
                  <a:lnTo>
                    <a:pt x="10595" y="3337"/>
                  </a:lnTo>
                  <a:lnTo>
                    <a:pt x="2850" y="1218"/>
                  </a:lnTo>
                  <a:lnTo>
                    <a:pt x="2850" y="1218"/>
                  </a:lnTo>
                  <a:lnTo>
                    <a:pt x="2704" y="1194"/>
                  </a:lnTo>
                  <a:lnTo>
                    <a:pt x="2582" y="1218"/>
                  </a:lnTo>
                  <a:lnTo>
                    <a:pt x="2460" y="1267"/>
                  </a:lnTo>
                  <a:lnTo>
                    <a:pt x="2338" y="1340"/>
                  </a:lnTo>
                  <a:lnTo>
                    <a:pt x="1608" y="2095"/>
                  </a:lnTo>
                  <a:lnTo>
                    <a:pt x="1608" y="2095"/>
                  </a:lnTo>
                  <a:lnTo>
                    <a:pt x="1535" y="2192"/>
                  </a:lnTo>
                  <a:lnTo>
                    <a:pt x="1486" y="2290"/>
                  </a:lnTo>
                  <a:lnTo>
                    <a:pt x="1462" y="2411"/>
                  </a:lnTo>
                  <a:lnTo>
                    <a:pt x="1462" y="2509"/>
                  </a:lnTo>
                  <a:lnTo>
                    <a:pt x="1462" y="2509"/>
                  </a:lnTo>
                  <a:lnTo>
                    <a:pt x="1486" y="2606"/>
                  </a:lnTo>
                  <a:lnTo>
                    <a:pt x="1510" y="2679"/>
                  </a:lnTo>
                  <a:lnTo>
                    <a:pt x="1608" y="2825"/>
                  </a:lnTo>
                  <a:lnTo>
                    <a:pt x="1608" y="2825"/>
                  </a:lnTo>
                  <a:lnTo>
                    <a:pt x="1705" y="2899"/>
                  </a:lnTo>
                  <a:lnTo>
                    <a:pt x="7404" y="6600"/>
                  </a:lnTo>
                  <a:lnTo>
                    <a:pt x="4165" y="10863"/>
                  </a:lnTo>
                  <a:lnTo>
                    <a:pt x="926" y="10302"/>
                  </a:lnTo>
                  <a:lnTo>
                    <a:pt x="926" y="10302"/>
                  </a:lnTo>
                  <a:lnTo>
                    <a:pt x="828" y="10302"/>
                  </a:lnTo>
                  <a:lnTo>
                    <a:pt x="707" y="10327"/>
                  </a:lnTo>
                  <a:lnTo>
                    <a:pt x="609" y="10375"/>
                  </a:lnTo>
                  <a:lnTo>
                    <a:pt x="512" y="10449"/>
                  </a:lnTo>
                  <a:lnTo>
                    <a:pt x="146" y="10814"/>
                  </a:lnTo>
                  <a:lnTo>
                    <a:pt x="146" y="10814"/>
                  </a:lnTo>
                  <a:lnTo>
                    <a:pt x="73" y="10911"/>
                  </a:lnTo>
                  <a:lnTo>
                    <a:pt x="25" y="11033"/>
                  </a:lnTo>
                  <a:lnTo>
                    <a:pt x="0" y="11155"/>
                  </a:lnTo>
                  <a:lnTo>
                    <a:pt x="0" y="11277"/>
                  </a:lnTo>
                  <a:lnTo>
                    <a:pt x="0" y="11277"/>
                  </a:lnTo>
                  <a:lnTo>
                    <a:pt x="49" y="11423"/>
                  </a:lnTo>
                  <a:lnTo>
                    <a:pt x="146" y="11569"/>
                  </a:lnTo>
                  <a:lnTo>
                    <a:pt x="146" y="11569"/>
                  </a:lnTo>
                  <a:lnTo>
                    <a:pt x="244" y="11642"/>
                  </a:lnTo>
                  <a:lnTo>
                    <a:pt x="3434" y="13420"/>
                  </a:lnTo>
                  <a:lnTo>
                    <a:pt x="5212" y="16610"/>
                  </a:lnTo>
                  <a:lnTo>
                    <a:pt x="5212" y="16610"/>
                  </a:lnTo>
                  <a:lnTo>
                    <a:pt x="5285" y="16708"/>
                  </a:lnTo>
                  <a:lnTo>
                    <a:pt x="5285" y="16708"/>
                  </a:lnTo>
                  <a:lnTo>
                    <a:pt x="5431" y="16805"/>
                  </a:lnTo>
                  <a:lnTo>
                    <a:pt x="5578" y="16854"/>
                  </a:lnTo>
                  <a:lnTo>
                    <a:pt x="5578" y="16854"/>
                  </a:lnTo>
                  <a:lnTo>
                    <a:pt x="5699" y="16854"/>
                  </a:lnTo>
                  <a:lnTo>
                    <a:pt x="5821" y="16830"/>
                  </a:lnTo>
                  <a:lnTo>
                    <a:pt x="5943" y="16781"/>
                  </a:lnTo>
                  <a:lnTo>
                    <a:pt x="6040" y="16708"/>
                  </a:lnTo>
                  <a:lnTo>
                    <a:pt x="6406" y="16342"/>
                  </a:lnTo>
                  <a:lnTo>
                    <a:pt x="6406" y="16342"/>
                  </a:lnTo>
                  <a:lnTo>
                    <a:pt x="6479" y="16245"/>
                  </a:lnTo>
                  <a:lnTo>
                    <a:pt x="6527" y="16148"/>
                  </a:lnTo>
                  <a:lnTo>
                    <a:pt x="6552" y="16026"/>
                  </a:lnTo>
                  <a:lnTo>
                    <a:pt x="6552" y="15928"/>
                  </a:lnTo>
                  <a:lnTo>
                    <a:pt x="5992" y="12689"/>
                  </a:lnTo>
                  <a:lnTo>
                    <a:pt x="10254" y="9450"/>
                  </a:lnTo>
                  <a:lnTo>
                    <a:pt x="13956" y="15149"/>
                  </a:lnTo>
                  <a:lnTo>
                    <a:pt x="13956" y="15149"/>
                  </a:lnTo>
                  <a:lnTo>
                    <a:pt x="14029" y="15246"/>
                  </a:lnTo>
                  <a:lnTo>
                    <a:pt x="14029" y="15246"/>
                  </a:lnTo>
                  <a:lnTo>
                    <a:pt x="14175" y="15344"/>
                  </a:lnTo>
                  <a:lnTo>
                    <a:pt x="14248" y="15368"/>
                  </a:lnTo>
                  <a:lnTo>
                    <a:pt x="14345" y="15393"/>
                  </a:lnTo>
                  <a:lnTo>
                    <a:pt x="14345" y="15393"/>
                  </a:lnTo>
                  <a:lnTo>
                    <a:pt x="14443" y="15393"/>
                  </a:lnTo>
                  <a:lnTo>
                    <a:pt x="14565" y="15368"/>
                  </a:lnTo>
                  <a:lnTo>
                    <a:pt x="14662" y="15320"/>
                  </a:lnTo>
                  <a:lnTo>
                    <a:pt x="14759" y="15246"/>
                  </a:lnTo>
                  <a:lnTo>
                    <a:pt x="15514" y="14516"/>
                  </a:lnTo>
                  <a:lnTo>
                    <a:pt x="15514" y="14516"/>
                  </a:lnTo>
                  <a:lnTo>
                    <a:pt x="15587" y="14394"/>
                  </a:lnTo>
                  <a:lnTo>
                    <a:pt x="15636" y="14272"/>
                  </a:lnTo>
                  <a:lnTo>
                    <a:pt x="15660" y="14151"/>
                  </a:lnTo>
                  <a:lnTo>
                    <a:pt x="15636" y="14004"/>
                  </a:lnTo>
                  <a:lnTo>
                    <a:pt x="15636" y="14004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32" name="Shape 691">
              <a:extLst>
                <a:ext uri="{FF2B5EF4-FFF2-40B4-BE49-F238E27FC236}">
                  <a16:creationId xmlns:a16="http://schemas.microsoft.com/office/drawing/2014/main" id="{3AC3B560-406F-4A4A-84A1-34B67928CCC2}"/>
                </a:ext>
              </a:extLst>
            </p:cNvPr>
            <p:cNvSpPr/>
            <p:nvPr/>
          </p:nvSpPr>
          <p:spPr>
            <a:xfrm>
              <a:off x="6322800" y="4360800"/>
              <a:ext cx="31675" cy="30475"/>
            </a:xfrm>
            <a:custGeom>
              <a:avLst/>
              <a:gdLst/>
              <a:ahLst/>
              <a:cxnLst/>
              <a:rect l="0" t="0" r="0" b="0"/>
              <a:pathLst>
                <a:path w="1267" h="1219" fill="none" extrusionOk="0">
                  <a:moveTo>
                    <a:pt x="1267" y="1218"/>
                  </a:moveTo>
                  <a:lnTo>
                    <a:pt x="1267" y="1218"/>
                  </a:lnTo>
                  <a:lnTo>
                    <a:pt x="1242" y="999"/>
                  </a:lnTo>
                  <a:lnTo>
                    <a:pt x="1169" y="755"/>
                  </a:lnTo>
                  <a:lnTo>
                    <a:pt x="1048" y="561"/>
                  </a:lnTo>
                  <a:lnTo>
                    <a:pt x="901" y="366"/>
                  </a:lnTo>
                  <a:lnTo>
                    <a:pt x="901" y="366"/>
                  </a:lnTo>
                  <a:lnTo>
                    <a:pt x="707" y="220"/>
                  </a:lnTo>
                  <a:lnTo>
                    <a:pt x="487" y="98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533" name="Shape 692">
            <a:extLst>
              <a:ext uri="{FF2B5EF4-FFF2-40B4-BE49-F238E27FC236}">
                <a16:creationId xmlns:a16="http://schemas.microsoft.com/office/drawing/2014/main" id="{E3A533A7-C58C-4D65-ADF9-C556B0ECE930}"/>
              </a:ext>
            </a:extLst>
          </p:cNvPr>
          <p:cNvGrpSpPr/>
          <p:nvPr/>
        </p:nvGrpSpPr>
        <p:grpSpPr>
          <a:xfrm>
            <a:off x="6726418" y="4887305"/>
            <a:ext cx="318532" cy="308023"/>
            <a:chOff x="1247825" y="5001950"/>
            <a:chExt cx="443300" cy="428675"/>
          </a:xfrm>
          <a:solidFill>
            <a:srgbClr val="00B050"/>
          </a:solidFill>
        </p:grpSpPr>
        <p:sp>
          <p:nvSpPr>
            <p:cNvPr id="534" name="Shape 693">
              <a:extLst>
                <a:ext uri="{FF2B5EF4-FFF2-40B4-BE49-F238E27FC236}">
                  <a16:creationId xmlns:a16="http://schemas.microsoft.com/office/drawing/2014/main" id="{7C1DE56F-CF1F-466B-88B8-891BD5062398}"/>
                </a:ext>
              </a:extLst>
            </p:cNvPr>
            <p:cNvSpPr/>
            <p:nvPr/>
          </p:nvSpPr>
          <p:spPr>
            <a:xfrm>
              <a:off x="1247825" y="5168175"/>
              <a:ext cx="373875" cy="221650"/>
            </a:xfrm>
            <a:custGeom>
              <a:avLst/>
              <a:gdLst/>
              <a:ahLst/>
              <a:cxnLst/>
              <a:rect l="0" t="0" r="0" b="0"/>
              <a:pathLst>
                <a:path w="14955" h="8866" fill="none" extrusionOk="0">
                  <a:moveTo>
                    <a:pt x="12178" y="8865"/>
                  </a:moveTo>
                  <a:lnTo>
                    <a:pt x="12178" y="8865"/>
                  </a:lnTo>
                  <a:lnTo>
                    <a:pt x="12325" y="8841"/>
                  </a:lnTo>
                  <a:lnTo>
                    <a:pt x="12471" y="8792"/>
                  </a:lnTo>
                  <a:lnTo>
                    <a:pt x="12592" y="8695"/>
                  </a:lnTo>
                  <a:lnTo>
                    <a:pt x="12666" y="8573"/>
                  </a:lnTo>
                  <a:lnTo>
                    <a:pt x="12666" y="8573"/>
                  </a:lnTo>
                  <a:lnTo>
                    <a:pt x="12958" y="8037"/>
                  </a:lnTo>
                  <a:lnTo>
                    <a:pt x="13323" y="7331"/>
                  </a:lnTo>
                  <a:lnTo>
                    <a:pt x="13688" y="6454"/>
                  </a:lnTo>
                  <a:lnTo>
                    <a:pt x="13883" y="5991"/>
                  </a:lnTo>
                  <a:lnTo>
                    <a:pt x="14078" y="5480"/>
                  </a:lnTo>
                  <a:lnTo>
                    <a:pt x="14249" y="4944"/>
                  </a:lnTo>
                  <a:lnTo>
                    <a:pt x="14419" y="4360"/>
                  </a:lnTo>
                  <a:lnTo>
                    <a:pt x="14565" y="3775"/>
                  </a:lnTo>
                  <a:lnTo>
                    <a:pt x="14711" y="3166"/>
                  </a:lnTo>
                  <a:lnTo>
                    <a:pt x="14809" y="2533"/>
                  </a:lnTo>
                  <a:lnTo>
                    <a:pt x="14882" y="1875"/>
                  </a:lnTo>
                  <a:lnTo>
                    <a:pt x="14931" y="1218"/>
                  </a:lnTo>
                  <a:lnTo>
                    <a:pt x="14955" y="536"/>
                  </a:lnTo>
                  <a:lnTo>
                    <a:pt x="14955" y="536"/>
                  </a:lnTo>
                  <a:lnTo>
                    <a:pt x="14955" y="438"/>
                  </a:lnTo>
                  <a:lnTo>
                    <a:pt x="14906" y="341"/>
                  </a:lnTo>
                  <a:lnTo>
                    <a:pt x="14857" y="244"/>
                  </a:lnTo>
                  <a:lnTo>
                    <a:pt x="14809" y="146"/>
                  </a:lnTo>
                  <a:lnTo>
                    <a:pt x="14711" y="97"/>
                  </a:lnTo>
                  <a:lnTo>
                    <a:pt x="14614" y="24"/>
                  </a:lnTo>
                  <a:lnTo>
                    <a:pt x="14516" y="0"/>
                  </a:lnTo>
                  <a:lnTo>
                    <a:pt x="14395" y="0"/>
                  </a:lnTo>
                  <a:lnTo>
                    <a:pt x="3338" y="0"/>
                  </a:lnTo>
                  <a:lnTo>
                    <a:pt x="3338" y="0"/>
                  </a:lnTo>
                  <a:lnTo>
                    <a:pt x="3216" y="0"/>
                  </a:lnTo>
                  <a:lnTo>
                    <a:pt x="3118" y="24"/>
                  </a:lnTo>
                  <a:lnTo>
                    <a:pt x="3021" y="97"/>
                  </a:lnTo>
                  <a:lnTo>
                    <a:pt x="2924" y="146"/>
                  </a:lnTo>
                  <a:lnTo>
                    <a:pt x="2875" y="244"/>
                  </a:lnTo>
                  <a:lnTo>
                    <a:pt x="2826" y="341"/>
                  </a:lnTo>
                  <a:lnTo>
                    <a:pt x="2777" y="438"/>
                  </a:lnTo>
                  <a:lnTo>
                    <a:pt x="2777" y="536"/>
                  </a:lnTo>
                  <a:lnTo>
                    <a:pt x="2777" y="536"/>
                  </a:lnTo>
                  <a:lnTo>
                    <a:pt x="2777" y="706"/>
                  </a:lnTo>
                  <a:lnTo>
                    <a:pt x="2777" y="706"/>
                  </a:lnTo>
                  <a:lnTo>
                    <a:pt x="2558" y="633"/>
                  </a:lnTo>
                  <a:lnTo>
                    <a:pt x="2363" y="585"/>
                  </a:lnTo>
                  <a:lnTo>
                    <a:pt x="2144" y="560"/>
                  </a:lnTo>
                  <a:lnTo>
                    <a:pt x="1949" y="536"/>
                  </a:lnTo>
                  <a:lnTo>
                    <a:pt x="1949" y="536"/>
                  </a:lnTo>
                  <a:lnTo>
                    <a:pt x="1755" y="560"/>
                  </a:lnTo>
                  <a:lnTo>
                    <a:pt x="1560" y="585"/>
                  </a:lnTo>
                  <a:lnTo>
                    <a:pt x="1365" y="633"/>
                  </a:lnTo>
                  <a:lnTo>
                    <a:pt x="1194" y="706"/>
                  </a:lnTo>
                  <a:lnTo>
                    <a:pt x="1024" y="779"/>
                  </a:lnTo>
                  <a:lnTo>
                    <a:pt x="853" y="877"/>
                  </a:lnTo>
                  <a:lnTo>
                    <a:pt x="707" y="999"/>
                  </a:lnTo>
                  <a:lnTo>
                    <a:pt x="561" y="1120"/>
                  </a:lnTo>
                  <a:lnTo>
                    <a:pt x="439" y="1242"/>
                  </a:lnTo>
                  <a:lnTo>
                    <a:pt x="342" y="1413"/>
                  </a:lnTo>
                  <a:lnTo>
                    <a:pt x="244" y="1559"/>
                  </a:lnTo>
                  <a:lnTo>
                    <a:pt x="147" y="1729"/>
                  </a:lnTo>
                  <a:lnTo>
                    <a:pt x="98" y="1900"/>
                  </a:lnTo>
                  <a:lnTo>
                    <a:pt x="50" y="2095"/>
                  </a:lnTo>
                  <a:lnTo>
                    <a:pt x="1" y="2289"/>
                  </a:lnTo>
                  <a:lnTo>
                    <a:pt x="1" y="2484"/>
                  </a:lnTo>
                  <a:lnTo>
                    <a:pt x="1" y="2484"/>
                  </a:lnTo>
                  <a:lnTo>
                    <a:pt x="25" y="2850"/>
                  </a:lnTo>
                  <a:lnTo>
                    <a:pt x="98" y="3191"/>
                  </a:lnTo>
                  <a:lnTo>
                    <a:pt x="220" y="3556"/>
                  </a:lnTo>
                  <a:lnTo>
                    <a:pt x="366" y="3872"/>
                  </a:lnTo>
                  <a:lnTo>
                    <a:pt x="561" y="4213"/>
                  </a:lnTo>
                  <a:lnTo>
                    <a:pt x="780" y="4530"/>
                  </a:lnTo>
                  <a:lnTo>
                    <a:pt x="1024" y="4822"/>
                  </a:lnTo>
                  <a:lnTo>
                    <a:pt x="1292" y="5090"/>
                  </a:lnTo>
                  <a:lnTo>
                    <a:pt x="1584" y="5334"/>
                  </a:lnTo>
                  <a:lnTo>
                    <a:pt x="1901" y="5577"/>
                  </a:lnTo>
                  <a:lnTo>
                    <a:pt x="2242" y="5772"/>
                  </a:lnTo>
                  <a:lnTo>
                    <a:pt x="2583" y="5943"/>
                  </a:lnTo>
                  <a:lnTo>
                    <a:pt x="2924" y="6089"/>
                  </a:lnTo>
                  <a:lnTo>
                    <a:pt x="3265" y="6186"/>
                  </a:lnTo>
                  <a:lnTo>
                    <a:pt x="3605" y="6259"/>
                  </a:lnTo>
                  <a:lnTo>
                    <a:pt x="3946" y="6284"/>
                  </a:lnTo>
                  <a:lnTo>
                    <a:pt x="3946" y="6284"/>
                  </a:lnTo>
                  <a:lnTo>
                    <a:pt x="4068" y="6625"/>
                  </a:lnTo>
                  <a:lnTo>
                    <a:pt x="4214" y="6941"/>
                  </a:lnTo>
                  <a:lnTo>
                    <a:pt x="4507" y="7574"/>
                  </a:lnTo>
                  <a:lnTo>
                    <a:pt x="4799" y="8110"/>
                  </a:lnTo>
                  <a:lnTo>
                    <a:pt x="5067" y="8573"/>
                  </a:lnTo>
                  <a:lnTo>
                    <a:pt x="5067" y="8573"/>
                  </a:lnTo>
                  <a:lnTo>
                    <a:pt x="5140" y="8695"/>
                  </a:lnTo>
                  <a:lnTo>
                    <a:pt x="5262" y="8792"/>
                  </a:lnTo>
                  <a:lnTo>
                    <a:pt x="5408" y="8841"/>
                  </a:lnTo>
                  <a:lnTo>
                    <a:pt x="5554" y="8865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35" name="Shape 694">
              <a:extLst>
                <a:ext uri="{FF2B5EF4-FFF2-40B4-BE49-F238E27FC236}">
                  <a16:creationId xmlns:a16="http://schemas.microsoft.com/office/drawing/2014/main" id="{BBB241F5-E8A7-4E26-8127-15FB1998D85B}"/>
                </a:ext>
              </a:extLst>
            </p:cNvPr>
            <p:cNvSpPr/>
            <p:nvPr/>
          </p:nvSpPr>
          <p:spPr>
            <a:xfrm>
              <a:off x="1275850" y="5209575"/>
              <a:ext cx="60900" cy="87075"/>
            </a:xfrm>
            <a:custGeom>
              <a:avLst/>
              <a:gdLst/>
              <a:ahLst/>
              <a:cxnLst/>
              <a:rect l="0" t="0" r="0" b="0"/>
              <a:pathLst>
                <a:path w="2436" h="3483" fill="none" extrusionOk="0">
                  <a:moveTo>
                    <a:pt x="0" y="828"/>
                  </a:moveTo>
                  <a:lnTo>
                    <a:pt x="0" y="828"/>
                  </a:lnTo>
                  <a:lnTo>
                    <a:pt x="0" y="658"/>
                  </a:lnTo>
                  <a:lnTo>
                    <a:pt x="49" y="512"/>
                  </a:lnTo>
                  <a:lnTo>
                    <a:pt x="122" y="366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487" y="73"/>
                  </a:lnTo>
                  <a:lnTo>
                    <a:pt x="658" y="25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50" y="0"/>
                  </a:lnTo>
                  <a:lnTo>
                    <a:pt x="1072" y="25"/>
                  </a:lnTo>
                  <a:lnTo>
                    <a:pt x="1340" y="122"/>
                  </a:lnTo>
                  <a:lnTo>
                    <a:pt x="1559" y="268"/>
                  </a:lnTo>
                  <a:lnTo>
                    <a:pt x="1754" y="414"/>
                  </a:lnTo>
                  <a:lnTo>
                    <a:pt x="1754" y="414"/>
                  </a:lnTo>
                  <a:lnTo>
                    <a:pt x="1803" y="780"/>
                  </a:lnTo>
                  <a:lnTo>
                    <a:pt x="1876" y="1169"/>
                  </a:lnTo>
                  <a:lnTo>
                    <a:pt x="2046" y="1997"/>
                  </a:lnTo>
                  <a:lnTo>
                    <a:pt x="2265" y="2801"/>
                  </a:lnTo>
                  <a:lnTo>
                    <a:pt x="2436" y="3483"/>
                  </a:lnTo>
                  <a:lnTo>
                    <a:pt x="2436" y="3483"/>
                  </a:lnTo>
                  <a:lnTo>
                    <a:pt x="2241" y="3434"/>
                  </a:lnTo>
                  <a:lnTo>
                    <a:pt x="2022" y="3361"/>
                  </a:lnTo>
                  <a:lnTo>
                    <a:pt x="1827" y="3264"/>
                  </a:lnTo>
                  <a:lnTo>
                    <a:pt x="1608" y="3142"/>
                  </a:lnTo>
                  <a:lnTo>
                    <a:pt x="1413" y="3020"/>
                  </a:lnTo>
                  <a:lnTo>
                    <a:pt x="1194" y="2874"/>
                  </a:lnTo>
                  <a:lnTo>
                    <a:pt x="999" y="2704"/>
                  </a:lnTo>
                  <a:lnTo>
                    <a:pt x="804" y="2533"/>
                  </a:lnTo>
                  <a:lnTo>
                    <a:pt x="634" y="2338"/>
                  </a:lnTo>
                  <a:lnTo>
                    <a:pt x="487" y="2143"/>
                  </a:lnTo>
                  <a:lnTo>
                    <a:pt x="341" y="1924"/>
                  </a:lnTo>
                  <a:lnTo>
                    <a:pt x="219" y="1729"/>
                  </a:lnTo>
                  <a:lnTo>
                    <a:pt x="122" y="1510"/>
                  </a:lnTo>
                  <a:lnTo>
                    <a:pt x="49" y="1267"/>
                  </a:lnTo>
                  <a:lnTo>
                    <a:pt x="0" y="1047"/>
                  </a:lnTo>
                  <a:lnTo>
                    <a:pt x="0" y="828"/>
                  </a:lnTo>
                  <a:lnTo>
                    <a:pt x="0" y="828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36" name="Shape 695">
              <a:extLst>
                <a:ext uri="{FF2B5EF4-FFF2-40B4-BE49-F238E27FC236}">
                  <a16:creationId xmlns:a16="http://schemas.microsoft.com/office/drawing/2014/main" id="{5AE7E9B5-E6A1-4E3A-85EB-63831B5A9BC9}"/>
                </a:ext>
              </a:extLst>
            </p:cNvPr>
            <p:cNvSpPr/>
            <p:nvPr/>
          </p:nvSpPr>
          <p:spPr>
            <a:xfrm>
              <a:off x="1247825" y="5391625"/>
              <a:ext cx="443300" cy="39000"/>
            </a:xfrm>
            <a:custGeom>
              <a:avLst/>
              <a:gdLst/>
              <a:ahLst/>
              <a:cxnLst/>
              <a:rect l="0" t="0" r="0" b="0"/>
              <a:pathLst>
                <a:path w="17732" h="1560" fill="none" extrusionOk="0">
                  <a:moveTo>
                    <a:pt x="16611" y="1559"/>
                  </a:moveTo>
                  <a:lnTo>
                    <a:pt x="1121" y="1559"/>
                  </a:lnTo>
                  <a:lnTo>
                    <a:pt x="1121" y="1559"/>
                  </a:lnTo>
                  <a:lnTo>
                    <a:pt x="1000" y="1535"/>
                  </a:lnTo>
                  <a:lnTo>
                    <a:pt x="878" y="1510"/>
                  </a:lnTo>
                  <a:lnTo>
                    <a:pt x="780" y="1462"/>
                  </a:lnTo>
                  <a:lnTo>
                    <a:pt x="683" y="1389"/>
                  </a:lnTo>
                  <a:lnTo>
                    <a:pt x="488" y="1218"/>
                  </a:lnTo>
                  <a:lnTo>
                    <a:pt x="318" y="999"/>
                  </a:lnTo>
                  <a:lnTo>
                    <a:pt x="196" y="755"/>
                  </a:lnTo>
                  <a:lnTo>
                    <a:pt x="98" y="487"/>
                  </a:lnTo>
                  <a:lnTo>
                    <a:pt x="25" y="244"/>
                  </a:lnTo>
                  <a:lnTo>
                    <a:pt x="1" y="0"/>
                  </a:lnTo>
                  <a:lnTo>
                    <a:pt x="17731" y="0"/>
                  </a:lnTo>
                  <a:lnTo>
                    <a:pt x="17731" y="0"/>
                  </a:lnTo>
                  <a:lnTo>
                    <a:pt x="17707" y="244"/>
                  </a:lnTo>
                  <a:lnTo>
                    <a:pt x="17634" y="487"/>
                  </a:lnTo>
                  <a:lnTo>
                    <a:pt x="17537" y="755"/>
                  </a:lnTo>
                  <a:lnTo>
                    <a:pt x="17415" y="999"/>
                  </a:lnTo>
                  <a:lnTo>
                    <a:pt x="17244" y="1218"/>
                  </a:lnTo>
                  <a:lnTo>
                    <a:pt x="17049" y="1389"/>
                  </a:lnTo>
                  <a:lnTo>
                    <a:pt x="16952" y="1462"/>
                  </a:lnTo>
                  <a:lnTo>
                    <a:pt x="16855" y="1510"/>
                  </a:lnTo>
                  <a:lnTo>
                    <a:pt x="16733" y="1535"/>
                  </a:lnTo>
                  <a:lnTo>
                    <a:pt x="16611" y="1559"/>
                  </a:lnTo>
                  <a:lnTo>
                    <a:pt x="16611" y="1559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37" name="Shape 696">
              <a:extLst>
                <a:ext uri="{FF2B5EF4-FFF2-40B4-BE49-F238E27FC236}">
                  <a16:creationId xmlns:a16="http://schemas.microsoft.com/office/drawing/2014/main" id="{4D9FE228-9245-49A5-A305-55E17B5BAE64}"/>
                </a:ext>
              </a:extLst>
            </p:cNvPr>
            <p:cNvSpPr/>
            <p:nvPr/>
          </p:nvSpPr>
          <p:spPr>
            <a:xfrm>
              <a:off x="1454850" y="5001950"/>
              <a:ext cx="17075" cy="114475"/>
            </a:xfrm>
            <a:custGeom>
              <a:avLst/>
              <a:gdLst/>
              <a:ahLst/>
              <a:cxnLst/>
              <a:rect l="0" t="0" r="0" b="0"/>
              <a:pathLst>
                <a:path w="683" h="4579" fill="none" extrusionOk="0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10" y="317"/>
                  </a:lnTo>
                  <a:lnTo>
                    <a:pt x="512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74" y="1072"/>
                  </a:lnTo>
                  <a:lnTo>
                    <a:pt x="49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49" y="1851"/>
                  </a:lnTo>
                  <a:lnTo>
                    <a:pt x="74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12" y="2606"/>
                  </a:lnTo>
                  <a:lnTo>
                    <a:pt x="610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10" y="3385"/>
                  </a:lnTo>
                  <a:lnTo>
                    <a:pt x="512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74" y="4116"/>
                  </a:lnTo>
                  <a:lnTo>
                    <a:pt x="49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38" name="Shape 697">
              <a:extLst>
                <a:ext uri="{FF2B5EF4-FFF2-40B4-BE49-F238E27FC236}">
                  <a16:creationId xmlns:a16="http://schemas.microsoft.com/office/drawing/2014/main" id="{387582F2-A066-49D0-B132-5E48F851A224}"/>
                </a:ext>
              </a:extLst>
            </p:cNvPr>
            <p:cNvSpPr/>
            <p:nvPr/>
          </p:nvSpPr>
          <p:spPr>
            <a:xfrm>
              <a:off x="1411025" y="5001950"/>
              <a:ext cx="17075" cy="114475"/>
            </a:xfrm>
            <a:custGeom>
              <a:avLst/>
              <a:gdLst/>
              <a:ahLst/>
              <a:cxnLst/>
              <a:rect l="0" t="0" r="0" b="0"/>
              <a:pathLst>
                <a:path w="683" h="4579" fill="none" extrusionOk="0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97" y="1072"/>
                  </a:lnTo>
                  <a:lnTo>
                    <a:pt x="49" y="1194"/>
                  </a:lnTo>
                  <a:lnTo>
                    <a:pt x="24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24" y="1705"/>
                  </a:lnTo>
                  <a:lnTo>
                    <a:pt x="49" y="1851"/>
                  </a:lnTo>
                  <a:lnTo>
                    <a:pt x="97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97" y="4116"/>
                  </a:lnTo>
                  <a:lnTo>
                    <a:pt x="49" y="4262"/>
                  </a:lnTo>
                  <a:lnTo>
                    <a:pt x="24" y="4408"/>
                  </a:lnTo>
                  <a:lnTo>
                    <a:pt x="0" y="4579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39" name="Shape 698">
              <a:extLst>
                <a:ext uri="{FF2B5EF4-FFF2-40B4-BE49-F238E27FC236}">
                  <a16:creationId xmlns:a16="http://schemas.microsoft.com/office/drawing/2014/main" id="{2C9D8383-B291-4115-A1DF-80954021C72B}"/>
                </a:ext>
              </a:extLst>
            </p:cNvPr>
            <p:cNvSpPr/>
            <p:nvPr/>
          </p:nvSpPr>
          <p:spPr>
            <a:xfrm>
              <a:off x="1498700" y="5001950"/>
              <a:ext cx="16450" cy="114475"/>
            </a:xfrm>
            <a:custGeom>
              <a:avLst/>
              <a:gdLst/>
              <a:ahLst/>
              <a:cxnLst/>
              <a:rect l="0" t="0" r="0" b="0"/>
              <a:pathLst>
                <a:path w="658" h="4579" fill="none" extrusionOk="0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8" y="731"/>
                  </a:lnTo>
                  <a:lnTo>
                    <a:pt x="122" y="950"/>
                  </a:lnTo>
                  <a:lnTo>
                    <a:pt x="73" y="1072"/>
                  </a:lnTo>
                  <a:lnTo>
                    <a:pt x="25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25" y="1851"/>
                  </a:lnTo>
                  <a:lnTo>
                    <a:pt x="73" y="1997"/>
                  </a:lnTo>
                  <a:lnTo>
                    <a:pt x="122" y="2095"/>
                  </a:lnTo>
                  <a:lnTo>
                    <a:pt x="268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8" y="3800"/>
                  </a:lnTo>
                  <a:lnTo>
                    <a:pt x="122" y="3994"/>
                  </a:lnTo>
                  <a:lnTo>
                    <a:pt x="73" y="4116"/>
                  </a:lnTo>
                  <a:lnTo>
                    <a:pt x="25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540" name="Shape 699">
            <a:extLst>
              <a:ext uri="{FF2B5EF4-FFF2-40B4-BE49-F238E27FC236}">
                <a16:creationId xmlns:a16="http://schemas.microsoft.com/office/drawing/2014/main" id="{6829E446-8B59-424B-B0BE-3BDC5D07C6BF}"/>
              </a:ext>
            </a:extLst>
          </p:cNvPr>
          <p:cNvGrpSpPr/>
          <p:nvPr/>
        </p:nvGrpSpPr>
        <p:grpSpPr>
          <a:xfrm>
            <a:off x="7324664" y="4869381"/>
            <a:ext cx="261659" cy="333405"/>
            <a:chOff x="1959600" y="4980625"/>
            <a:chExt cx="364150" cy="464000"/>
          </a:xfrm>
          <a:solidFill>
            <a:srgbClr val="00B050"/>
          </a:solidFill>
        </p:grpSpPr>
        <p:sp>
          <p:nvSpPr>
            <p:cNvPr id="541" name="Shape 700">
              <a:extLst>
                <a:ext uri="{FF2B5EF4-FFF2-40B4-BE49-F238E27FC236}">
                  <a16:creationId xmlns:a16="http://schemas.microsoft.com/office/drawing/2014/main" id="{AC9FC0FE-3427-4F10-A648-F54315DEECEB}"/>
                </a:ext>
              </a:extLst>
            </p:cNvPr>
            <p:cNvSpPr/>
            <p:nvPr/>
          </p:nvSpPr>
          <p:spPr>
            <a:xfrm>
              <a:off x="1959600" y="4980625"/>
              <a:ext cx="364150" cy="239325"/>
            </a:xfrm>
            <a:custGeom>
              <a:avLst/>
              <a:gdLst/>
              <a:ahLst/>
              <a:cxnLst/>
              <a:rect l="0" t="0" r="0" b="0"/>
              <a:pathLst>
                <a:path w="14566" h="9573" fill="none" extrusionOk="0">
                  <a:moveTo>
                    <a:pt x="8769" y="9572"/>
                  </a:moveTo>
                  <a:lnTo>
                    <a:pt x="14565" y="9572"/>
                  </a:lnTo>
                  <a:lnTo>
                    <a:pt x="14565" y="6114"/>
                  </a:lnTo>
                  <a:lnTo>
                    <a:pt x="14565" y="6114"/>
                  </a:lnTo>
                  <a:lnTo>
                    <a:pt x="14541" y="6016"/>
                  </a:lnTo>
                  <a:lnTo>
                    <a:pt x="14516" y="5919"/>
                  </a:lnTo>
                  <a:lnTo>
                    <a:pt x="14468" y="5822"/>
                  </a:lnTo>
                  <a:lnTo>
                    <a:pt x="14419" y="5773"/>
                  </a:lnTo>
                  <a:lnTo>
                    <a:pt x="14346" y="5700"/>
                  </a:lnTo>
                  <a:lnTo>
                    <a:pt x="14249" y="5651"/>
                  </a:lnTo>
                  <a:lnTo>
                    <a:pt x="14175" y="5627"/>
                  </a:lnTo>
                  <a:lnTo>
                    <a:pt x="14078" y="5627"/>
                  </a:lnTo>
                  <a:lnTo>
                    <a:pt x="10814" y="5627"/>
                  </a:lnTo>
                  <a:lnTo>
                    <a:pt x="10814" y="5627"/>
                  </a:lnTo>
                  <a:lnTo>
                    <a:pt x="11228" y="5456"/>
                  </a:lnTo>
                  <a:lnTo>
                    <a:pt x="11643" y="5237"/>
                  </a:lnTo>
                  <a:lnTo>
                    <a:pt x="12008" y="4993"/>
                  </a:lnTo>
                  <a:lnTo>
                    <a:pt x="12178" y="4872"/>
                  </a:lnTo>
                  <a:lnTo>
                    <a:pt x="12349" y="4726"/>
                  </a:lnTo>
                  <a:lnTo>
                    <a:pt x="12349" y="4726"/>
                  </a:lnTo>
                  <a:lnTo>
                    <a:pt x="12617" y="4433"/>
                  </a:lnTo>
                  <a:lnTo>
                    <a:pt x="12836" y="4141"/>
                  </a:lnTo>
                  <a:lnTo>
                    <a:pt x="13031" y="3849"/>
                  </a:lnTo>
                  <a:lnTo>
                    <a:pt x="13177" y="3557"/>
                  </a:lnTo>
                  <a:lnTo>
                    <a:pt x="13274" y="3289"/>
                  </a:lnTo>
                  <a:lnTo>
                    <a:pt x="13372" y="3021"/>
                  </a:lnTo>
                  <a:lnTo>
                    <a:pt x="13396" y="2753"/>
                  </a:lnTo>
                  <a:lnTo>
                    <a:pt x="13420" y="2485"/>
                  </a:lnTo>
                  <a:lnTo>
                    <a:pt x="13396" y="2241"/>
                  </a:lnTo>
                  <a:lnTo>
                    <a:pt x="13347" y="1998"/>
                  </a:lnTo>
                  <a:lnTo>
                    <a:pt x="13274" y="1754"/>
                  </a:lnTo>
                  <a:lnTo>
                    <a:pt x="13201" y="1535"/>
                  </a:lnTo>
                  <a:lnTo>
                    <a:pt x="13079" y="1340"/>
                  </a:lnTo>
                  <a:lnTo>
                    <a:pt x="12958" y="1121"/>
                  </a:lnTo>
                  <a:lnTo>
                    <a:pt x="12812" y="951"/>
                  </a:lnTo>
                  <a:lnTo>
                    <a:pt x="12641" y="780"/>
                  </a:lnTo>
                  <a:lnTo>
                    <a:pt x="12641" y="780"/>
                  </a:lnTo>
                  <a:lnTo>
                    <a:pt x="12471" y="610"/>
                  </a:lnTo>
                  <a:lnTo>
                    <a:pt x="12300" y="463"/>
                  </a:lnTo>
                  <a:lnTo>
                    <a:pt x="12105" y="342"/>
                  </a:lnTo>
                  <a:lnTo>
                    <a:pt x="11886" y="220"/>
                  </a:lnTo>
                  <a:lnTo>
                    <a:pt x="11667" y="147"/>
                  </a:lnTo>
                  <a:lnTo>
                    <a:pt x="11423" y="74"/>
                  </a:lnTo>
                  <a:lnTo>
                    <a:pt x="11180" y="25"/>
                  </a:lnTo>
                  <a:lnTo>
                    <a:pt x="10936" y="1"/>
                  </a:lnTo>
                  <a:lnTo>
                    <a:pt x="10668" y="25"/>
                  </a:lnTo>
                  <a:lnTo>
                    <a:pt x="10400" y="49"/>
                  </a:lnTo>
                  <a:lnTo>
                    <a:pt x="10133" y="147"/>
                  </a:lnTo>
                  <a:lnTo>
                    <a:pt x="9865" y="244"/>
                  </a:lnTo>
                  <a:lnTo>
                    <a:pt x="9572" y="390"/>
                  </a:lnTo>
                  <a:lnTo>
                    <a:pt x="9280" y="585"/>
                  </a:lnTo>
                  <a:lnTo>
                    <a:pt x="8988" y="804"/>
                  </a:lnTo>
                  <a:lnTo>
                    <a:pt x="8696" y="1072"/>
                  </a:lnTo>
                  <a:lnTo>
                    <a:pt x="8696" y="1072"/>
                  </a:lnTo>
                  <a:lnTo>
                    <a:pt x="8452" y="1365"/>
                  </a:lnTo>
                  <a:lnTo>
                    <a:pt x="8257" y="1657"/>
                  </a:lnTo>
                  <a:lnTo>
                    <a:pt x="8062" y="1973"/>
                  </a:lnTo>
                  <a:lnTo>
                    <a:pt x="7892" y="2314"/>
                  </a:lnTo>
                  <a:lnTo>
                    <a:pt x="7770" y="2680"/>
                  </a:lnTo>
                  <a:lnTo>
                    <a:pt x="7648" y="3045"/>
                  </a:lnTo>
                  <a:lnTo>
                    <a:pt x="7551" y="3386"/>
                  </a:lnTo>
                  <a:lnTo>
                    <a:pt x="7478" y="3727"/>
                  </a:lnTo>
                  <a:lnTo>
                    <a:pt x="7380" y="4385"/>
                  </a:lnTo>
                  <a:lnTo>
                    <a:pt x="7307" y="489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59" y="4896"/>
                  </a:lnTo>
                  <a:lnTo>
                    <a:pt x="7186" y="4385"/>
                  </a:lnTo>
                  <a:lnTo>
                    <a:pt x="7088" y="3727"/>
                  </a:lnTo>
                  <a:lnTo>
                    <a:pt x="7015" y="3386"/>
                  </a:lnTo>
                  <a:lnTo>
                    <a:pt x="6918" y="3045"/>
                  </a:lnTo>
                  <a:lnTo>
                    <a:pt x="6796" y="2680"/>
                  </a:lnTo>
                  <a:lnTo>
                    <a:pt x="6674" y="2314"/>
                  </a:lnTo>
                  <a:lnTo>
                    <a:pt x="6504" y="1973"/>
                  </a:lnTo>
                  <a:lnTo>
                    <a:pt x="6309" y="1657"/>
                  </a:lnTo>
                  <a:lnTo>
                    <a:pt x="6114" y="1365"/>
                  </a:lnTo>
                  <a:lnTo>
                    <a:pt x="5870" y="1072"/>
                  </a:lnTo>
                  <a:lnTo>
                    <a:pt x="5870" y="1072"/>
                  </a:lnTo>
                  <a:lnTo>
                    <a:pt x="5578" y="804"/>
                  </a:lnTo>
                  <a:lnTo>
                    <a:pt x="5286" y="585"/>
                  </a:lnTo>
                  <a:lnTo>
                    <a:pt x="4994" y="390"/>
                  </a:lnTo>
                  <a:lnTo>
                    <a:pt x="4701" y="244"/>
                  </a:lnTo>
                  <a:lnTo>
                    <a:pt x="4433" y="147"/>
                  </a:lnTo>
                  <a:lnTo>
                    <a:pt x="4166" y="49"/>
                  </a:lnTo>
                  <a:lnTo>
                    <a:pt x="3898" y="25"/>
                  </a:lnTo>
                  <a:lnTo>
                    <a:pt x="3630" y="1"/>
                  </a:lnTo>
                  <a:lnTo>
                    <a:pt x="3386" y="25"/>
                  </a:lnTo>
                  <a:lnTo>
                    <a:pt x="3143" y="74"/>
                  </a:lnTo>
                  <a:lnTo>
                    <a:pt x="2899" y="147"/>
                  </a:lnTo>
                  <a:lnTo>
                    <a:pt x="2680" y="220"/>
                  </a:lnTo>
                  <a:lnTo>
                    <a:pt x="2461" y="342"/>
                  </a:lnTo>
                  <a:lnTo>
                    <a:pt x="2266" y="463"/>
                  </a:lnTo>
                  <a:lnTo>
                    <a:pt x="2095" y="610"/>
                  </a:lnTo>
                  <a:lnTo>
                    <a:pt x="1925" y="780"/>
                  </a:lnTo>
                  <a:lnTo>
                    <a:pt x="1925" y="780"/>
                  </a:lnTo>
                  <a:lnTo>
                    <a:pt x="1754" y="951"/>
                  </a:lnTo>
                  <a:lnTo>
                    <a:pt x="1608" y="1121"/>
                  </a:lnTo>
                  <a:lnTo>
                    <a:pt x="1487" y="1340"/>
                  </a:lnTo>
                  <a:lnTo>
                    <a:pt x="1365" y="1535"/>
                  </a:lnTo>
                  <a:lnTo>
                    <a:pt x="1292" y="1754"/>
                  </a:lnTo>
                  <a:lnTo>
                    <a:pt x="1219" y="1998"/>
                  </a:lnTo>
                  <a:lnTo>
                    <a:pt x="1170" y="2241"/>
                  </a:lnTo>
                  <a:lnTo>
                    <a:pt x="1146" y="2485"/>
                  </a:lnTo>
                  <a:lnTo>
                    <a:pt x="1170" y="2753"/>
                  </a:lnTo>
                  <a:lnTo>
                    <a:pt x="1194" y="3021"/>
                  </a:lnTo>
                  <a:lnTo>
                    <a:pt x="1292" y="3289"/>
                  </a:lnTo>
                  <a:lnTo>
                    <a:pt x="1389" y="3557"/>
                  </a:lnTo>
                  <a:lnTo>
                    <a:pt x="1535" y="3849"/>
                  </a:lnTo>
                  <a:lnTo>
                    <a:pt x="1730" y="4141"/>
                  </a:lnTo>
                  <a:lnTo>
                    <a:pt x="1949" y="4433"/>
                  </a:lnTo>
                  <a:lnTo>
                    <a:pt x="2217" y="4726"/>
                  </a:lnTo>
                  <a:lnTo>
                    <a:pt x="2217" y="4726"/>
                  </a:lnTo>
                  <a:lnTo>
                    <a:pt x="2388" y="4872"/>
                  </a:lnTo>
                  <a:lnTo>
                    <a:pt x="2558" y="4993"/>
                  </a:lnTo>
                  <a:lnTo>
                    <a:pt x="2923" y="5237"/>
                  </a:lnTo>
                  <a:lnTo>
                    <a:pt x="3337" y="5456"/>
                  </a:lnTo>
                  <a:lnTo>
                    <a:pt x="3752" y="5627"/>
                  </a:lnTo>
                  <a:lnTo>
                    <a:pt x="488" y="5627"/>
                  </a:lnTo>
                  <a:lnTo>
                    <a:pt x="488" y="5627"/>
                  </a:lnTo>
                  <a:lnTo>
                    <a:pt x="391" y="5627"/>
                  </a:lnTo>
                  <a:lnTo>
                    <a:pt x="317" y="5651"/>
                  </a:lnTo>
                  <a:lnTo>
                    <a:pt x="220" y="5700"/>
                  </a:lnTo>
                  <a:lnTo>
                    <a:pt x="147" y="5773"/>
                  </a:lnTo>
                  <a:lnTo>
                    <a:pt x="98" y="5822"/>
                  </a:lnTo>
                  <a:lnTo>
                    <a:pt x="50" y="5919"/>
                  </a:lnTo>
                  <a:lnTo>
                    <a:pt x="25" y="6016"/>
                  </a:lnTo>
                  <a:lnTo>
                    <a:pt x="1" y="6114"/>
                  </a:lnTo>
                  <a:lnTo>
                    <a:pt x="1" y="9572"/>
                  </a:lnTo>
                  <a:lnTo>
                    <a:pt x="5797" y="9572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42" name="Shape 701">
              <a:extLst>
                <a:ext uri="{FF2B5EF4-FFF2-40B4-BE49-F238E27FC236}">
                  <a16:creationId xmlns:a16="http://schemas.microsoft.com/office/drawing/2014/main" id="{02094F42-89A6-4BBC-8B0A-275EDA4D5B70}"/>
                </a:ext>
              </a:extLst>
            </p:cNvPr>
            <p:cNvSpPr/>
            <p:nvPr/>
          </p:nvSpPr>
          <p:spPr>
            <a:xfrm>
              <a:off x="2053375" y="5121275"/>
              <a:ext cx="176600" cy="25"/>
            </a:xfrm>
            <a:custGeom>
              <a:avLst/>
              <a:gdLst/>
              <a:ahLst/>
              <a:cxnLst/>
              <a:rect l="0" t="0" r="0" b="0"/>
              <a:pathLst>
                <a:path w="7064" h="1" fill="none" extrusionOk="0">
                  <a:moveTo>
                    <a:pt x="1" y="1"/>
                  </a:moveTo>
                  <a:lnTo>
                    <a:pt x="7063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43" name="Shape 702">
              <a:extLst>
                <a:ext uri="{FF2B5EF4-FFF2-40B4-BE49-F238E27FC236}">
                  <a16:creationId xmlns:a16="http://schemas.microsoft.com/office/drawing/2014/main" id="{2EF4C308-E37F-41F3-9636-DA5756B5415B}"/>
                </a:ext>
              </a:extLst>
            </p:cNvPr>
            <p:cNvSpPr/>
            <p:nvPr/>
          </p:nvSpPr>
          <p:spPr>
            <a:xfrm>
              <a:off x="2104525" y="5121275"/>
              <a:ext cx="74300" cy="323350"/>
            </a:xfrm>
            <a:custGeom>
              <a:avLst/>
              <a:gdLst/>
              <a:ahLst/>
              <a:cxnLst/>
              <a:rect l="0" t="0" r="0" b="0"/>
              <a:pathLst>
                <a:path w="2972" h="12934" fill="none" extrusionOk="0">
                  <a:moveTo>
                    <a:pt x="0" y="1"/>
                  </a:moveTo>
                  <a:lnTo>
                    <a:pt x="0" y="12933"/>
                  </a:lnTo>
                  <a:lnTo>
                    <a:pt x="2972" y="12933"/>
                  </a:lnTo>
                  <a:lnTo>
                    <a:pt x="2972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44" name="Shape 703">
              <a:extLst>
                <a:ext uri="{FF2B5EF4-FFF2-40B4-BE49-F238E27FC236}">
                  <a16:creationId xmlns:a16="http://schemas.microsoft.com/office/drawing/2014/main" id="{23B16942-AA4D-4E3B-9745-9343B3C9B290}"/>
                </a:ext>
              </a:extLst>
            </p:cNvPr>
            <p:cNvSpPr/>
            <p:nvPr/>
          </p:nvSpPr>
          <p:spPr>
            <a:xfrm>
              <a:off x="2166625" y="5023850"/>
              <a:ext cx="85275" cy="85275"/>
            </a:xfrm>
            <a:custGeom>
              <a:avLst/>
              <a:gdLst/>
              <a:ahLst/>
              <a:cxnLst/>
              <a:rect l="0" t="0" r="0" b="0"/>
              <a:pathLst>
                <a:path w="3411" h="3411" fill="none" extrusionOk="0">
                  <a:moveTo>
                    <a:pt x="902" y="659"/>
                  </a:moveTo>
                  <a:lnTo>
                    <a:pt x="902" y="659"/>
                  </a:lnTo>
                  <a:lnTo>
                    <a:pt x="1194" y="391"/>
                  </a:lnTo>
                  <a:lnTo>
                    <a:pt x="1486" y="196"/>
                  </a:lnTo>
                  <a:lnTo>
                    <a:pt x="1754" y="74"/>
                  </a:lnTo>
                  <a:lnTo>
                    <a:pt x="1900" y="50"/>
                  </a:lnTo>
                  <a:lnTo>
                    <a:pt x="2022" y="25"/>
                  </a:lnTo>
                  <a:lnTo>
                    <a:pt x="2144" y="1"/>
                  </a:lnTo>
                  <a:lnTo>
                    <a:pt x="2290" y="25"/>
                  </a:lnTo>
                  <a:lnTo>
                    <a:pt x="2412" y="50"/>
                  </a:lnTo>
                  <a:lnTo>
                    <a:pt x="2533" y="74"/>
                  </a:lnTo>
                  <a:lnTo>
                    <a:pt x="2655" y="123"/>
                  </a:lnTo>
                  <a:lnTo>
                    <a:pt x="2777" y="196"/>
                  </a:lnTo>
                  <a:lnTo>
                    <a:pt x="3021" y="391"/>
                  </a:lnTo>
                  <a:lnTo>
                    <a:pt x="3021" y="391"/>
                  </a:lnTo>
                  <a:lnTo>
                    <a:pt x="3215" y="634"/>
                  </a:lnTo>
                  <a:lnTo>
                    <a:pt x="3288" y="756"/>
                  </a:lnTo>
                  <a:lnTo>
                    <a:pt x="3337" y="878"/>
                  </a:lnTo>
                  <a:lnTo>
                    <a:pt x="3362" y="999"/>
                  </a:lnTo>
                  <a:lnTo>
                    <a:pt x="3386" y="1121"/>
                  </a:lnTo>
                  <a:lnTo>
                    <a:pt x="3410" y="1267"/>
                  </a:lnTo>
                  <a:lnTo>
                    <a:pt x="3386" y="1389"/>
                  </a:lnTo>
                  <a:lnTo>
                    <a:pt x="3362" y="1535"/>
                  </a:lnTo>
                  <a:lnTo>
                    <a:pt x="3337" y="1657"/>
                  </a:lnTo>
                  <a:lnTo>
                    <a:pt x="3215" y="1925"/>
                  </a:lnTo>
                  <a:lnTo>
                    <a:pt x="3021" y="2217"/>
                  </a:lnTo>
                  <a:lnTo>
                    <a:pt x="2753" y="2509"/>
                  </a:lnTo>
                  <a:lnTo>
                    <a:pt x="2753" y="2509"/>
                  </a:lnTo>
                  <a:lnTo>
                    <a:pt x="2631" y="2607"/>
                  </a:lnTo>
                  <a:lnTo>
                    <a:pt x="2509" y="2704"/>
                  </a:lnTo>
                  <a:lnTo>
                    <a:pt x="2192" y="2899"/>
                  </a:lnTo>
                  <a:lnTo>
                    <a:pt x="1827" y="3045"/>
                  </a:lnTo>
                  <a:lnTo>
                    <a:pt x="1462" y="3167"/>
                  </a:lnTo>
                  <a:lnTo>
                    <a:pt x="1072" y="3264"/>
                  </a:lnTo>
                  <a:lnTo>
                    <a:pt x="682" y="3338"/>
                  </a:lnTo>
                  <a:lnTo>
                    <a:pt x="317" y="3386"/>
                  </a:lnTo>
                  <a:lnTo>
                    <a:pt x="1" y="3411"/>
                  </a:lnTo>
                  <a:lnTo>
                    <a:pt x="1" y="3411"/>
                  </a:lnTo>
                  <a:lnTo>
                    <a:pt x="25" y="3094"/>
                  </a:lnTo>
                  <a:lnTo>
                    <a:pt x="98" y="2729"/>
                  </a:lnTo>
                  <a:lnTo>
                    <a:pt x="147" y="2339"/>
                  </a:lnTo>
                  <a:lnTo>
                    <a:pt x="244" y="1949"/>
                  </a:lnTo>
                  <a:lnTo>
                    <a:pt x="366" y="1584"/>
                  </a:lnTo>
                  <a:lnTo>
                    <a:pt x="512" y="1219"/>
                  </a:lnTo>
                  <a:lnTo>
                    <a:pt x="707" y="902"/>
                  </a:lnTo>
                  <a:lnTo>
                    <a:pt x="804" y="780"/>
                  </a:lnTo>
                  <a:lnTo>
                    <a:pt x="902" y="659"/>
                  </a:lnTo>
                  <a:lnTo>
                    <a:pt x="902" y="659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45" name="Shape 704">
              <a:extLst>
                <a:ext uri="{FF2B5EF4-FFF2-40B4-BE49-F238E27FC236}">
                  <a16:creationId xmlns:a16="http://schemas.microsoft.com/office/drawing/2014/main" id="{0A0A57CE-5101-4CAA-A956-399AA19A22ED}"/>
                </a:ext>
              </a:extLst>
            </p:cNvPr>
            <p:cNvSpPr/>
            <p:nvPr/>
          </p:nvSpPr>
          <p:spPr>
            <a:xfrm>
              <a:off x="2031450" y="5023850"/>
              <a:ext cx="85275" cy="85275"/>
            </a:xfrm>
            <a:custGeom>
              <a:avLst/>
              <a:gdLst/>
              <a:ahLst/>
              <a:cxnLst/>
              <a:rect l="0" t="0" r="0" b="0"/>
              <a:pathLst>
                <a:path w="3411" h="3411" fill="none" extrusionOk="0">
                  <a:moveTo>
                    <a:pt x="390" y="391"/>
                  </a:moveTo>
                  <a:lnTo>
                    <a:pt x="390" y="391"/>
                  </a:lnTo>
                  <a:lnTo>
                    <a:pt x="634" y="196"/>
                  </a:lnTo>
                  <a:lnTo>
                    <a:pt x="756" y="123"/>
                  </a:lnTo>
                  <a:lnTo>
                    <a:pt x="878" y="74"/>
                  </a:lnTo>
                  <a:lnTo>
                    <a:pt x="999" y="50"/>
                  </a:lnTo>
                  <a:lnTo>
                    <a:pt x="1121" y="25"/>
                  </a:lnTo>
                  <a:lnTo>
                    <a:pt x="1267" y="1"/>
                  </a:lnTo>
                  <a:lnTo>
                    <a:pt x="1389" y="25"/>
                  </a:lnTo>
                  <a:lnTo>
                    <a:pt x="1511" y="50"/>
                  </a:lnTo>
                  <a:lnTo>
                    <a:pt x="1657" y="74"/>
                  </a:lnTo>
                  <a:lnTo>
                    <a:pt x="1925" y="196"/>
                  </a:lnTo>
                  <a:lnTo>
                    <a:pt x="2217" y="391"/>
                  </a:lnTo>
                  <a:lnTo>
                    <a:pt x="2509" y="659"/>
                  </a:lnTo>
                  <a:lnTo>
                    <a:pt x="2509" y="659"/>
                  </a:lnTo>
                  <a:lnTo>
                    <a:pt x="2607" y="780"/>
                  </a:lnTo>
                  <a:lnTo>
                    <a:pt x="2704" y="902"/>
                  </a:lnTo>
                  <a:lnTo>
                    <a:pt x="2899" y="1219"/>
                  </a:lnTo>
                  <a:lnTo>
                    <a:pt x="3045" y="1584"/>
                  </a:lnTo>
                  <a:lnTo>
                    <a:pt x="3167" y="1949"/>
                  </a:lnTo>
                  <a:lnTo>
                    <a:pt x="3264" y="2339"/>
                  </a:lnTo>
                  <a:lnTo>
                    <a:pt x="3313" y="2729"/>
                  </a:lnTo>
                  <a:lnTo>
                    <a:pt x="3386" y="3094"/>
                  </a:lnTo>
                  <a:lnTo>
                    <a:pt x="3410" y="3411"/>
                  </a:lnTo>
                  <a:lnTo>
                    <a:pt x="3410" y="3411"/>
                  </a:lnTo>
                  <a:lnTo>
                    <a:pt x="3094" y="3386"/>
                  </a:lnTo>
                  <a:lnTo>
                    <a:pt x="2729" y="3338"/>
                  </a:lnTo>
                  <a:lnTo>
                    <a:pt x="2339" y="3264"/>
                  </a:lnTo>
                  <a:lnTo>
                    <a:pt x="1949" y="3167"/>
                  </a:lnTo>
                  <a:lnTo>
                    <a:pt x="1584" y="3045"/>
                  </a:lnTo>
                  <a:lnTo>
                    <a:pt x="1218" y="2899"/>
                  </a:lnTo>
                  <a:lnTo>
                    <a:pt x="902" y="2704"/>
                  </a:lnTo>
                  <a:lnTo>
                    <a:pt x="780" y="2607"/>
                  </a:lnTo>
                  <a:lnTo>
                    <a:pt x="658" y="2509"/>
                  </a:lnTo>
                  <a:lnTo>
                    <a:pt x="658" y="2509"/>
                  </a:lnTo>
                  <a:lnTo>
                    <a:pt x="390" y="2217"/>
                  </a:lnTo>
                  <a:lnTo>
                    <a:pt x="196" y="1925"/>
                  </a:lnTo>
                  <a:lnTo>
                    <a:pt x="74" y="1657"/>
                  </a:lnTo>
                  <a:lnTo>
                    <a:pt x="49" y="1535"/>
                  </a:lnTo>
                  <a:lnTo>
                    <a:pt x="25" y="1389"/>
                  </a:lnTo>
                  <a:lnTo>
                    <a:pt x="1" y="1267"/>
                  </a:lnTo>
                  <a:lnTo>
                    <a:pt x="25" y="1121"/>
                  </a:lnTo>
                  <a:lnTo>
                    <a:pt x="49" y="999"/>
                  </a:lnTo>
                  <a:lnTo>
                    <a:pt x="74" y="878"/>
                  </a:lnTo>
                  <a:lnTo>
                    <a:pt x="123" y="756"/>
                  </a:lnTo>
                  <a:lnTo>
                    <a:pt x="196" y="634"/>
                  </a:lnTo>
                  <a:lnTo>
                    <a:pt x="390" y="391"/>
                  </a:lnTo>
                  <a:lnTo>
                    <a:pt x="390" y="39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46" name="Shape 705">
              <a:extLst>
                <a:ext uri="{FF2B5EF4-FFF2-40B4-BE49-F238E27FC236}">
                  <a16:creationId xmlns:a16="http://schemas.microsoft.com/office/drawing/2014/main" id="{D2265CA7-0BBD-4657-9D2F-DE58D828A4B5}"/>
                </a:ext>
              </a:extLst>
            </p:cNvPr>
            <p:cNvSpPr/>
            <p:nvPr/>
          </p:nvSpPr>
          <p:spPr>
            <a:xfrm>
              <a:off x="1979100" y="5219925"/>
              <a:ext cx="125450" cy="224700"/>
            </a:xfrm>
            <a:custGeom>
              <a:avLst/>
              <a:gdLst/>
              <a:ahLst/>
              <a:cxnLst/>
              <a:rect l="0" t="0" r="0" b="0"/>
              <a:pathLst>
                <a:path w="5018" h="8988" fill="none" extrusionOk="0">
                  <a:moveTo>
                    <a:pt x="0" y="0"/>
                  </a:moveTo>
                  <a:lnTo>
                    <a:pt x="0" y="8500"/>
                  </a:lnTo>
                  <a:lnTo>
                    <a:pt x="0" y="8500"/>
                  </a:lnTo>
                  <a:lnTo>
                    <a:pt x="25" y="8598"/>
                  </a:lnTo>
                  <a:lnTo>
                    <a:pt x="49" y="8695"/>
                  </a:lnTo>
                  <a:lnTo>
                    <a:pt x="98" y="8768"/>
                  </a:lnTo>
                  <a:lnTo>
                    <a:pt x="146" y="8841"/>
                  </a:lnTo>
                  <a:lnTo>
                    <a:pt x="219" y="8890"/>
                  </a:lnTo>
                  <a:lnTo>
                    <a:pt x="317" y="8938"/>
                  </a:lnTo>
                  <a:lnTo>
                    <a:pt x="390" y="8963"/>
                  </a:lnTo>
                  <a:lnTo>
                    <a:pt x="487" y="8987"/>
                  </a:lnTo>
                  <a:lnTo>
                    <a:pt x="5017" y="8987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47" name="Shape 706">
              <a:extLst>
                <a:ext uri="{FF2B5EF4-FFF2-40B4-BE49-F238E27FC236}">
                  <a16:creationId xmlns:a16="http://schemas.microsoft.com/office/drawing/2014/main" id="{9221BE3A-1C86-4C10-A1D4-F2AE0127F34B}"/>
                </a:ext>
              </a:extLst>
            </p:cNvPr>
            <p:cNvSpPr/>
            <p:nvPr/>
          </p:nvSpPr>
          <p:spPr>
            <a:xfrm>
              <a:off x="2178800" y="5219925"/>
              <a:ext cx="125450" cy="224700"/>
            </a:xfrm>
            <a:custGeom>
              <a:avLst/>
              <a:gdLst/>
              <a:ahLst/>
              <a:cxnLst/>
              <a:rect l="0" t="0" r="0" b="0"/>
              <a:pathLst>
                <a:path w="5018" h="8988" fill="none" extrusionOk="0">
                  <a:moveTo>
                    <a:pt x="1" y="8987"/>
                  </a:moveTo>
                  <a:lnTo>
                    <a:pt x="4531" y="8987"/>
                  </a:lnTo>
                  <a:lnTo>
                    <a:pt x="4531" y="8987"/>
                  </a:lnTo>
                  <a:lnTo>
                    <a:pt x="4628" y="8963"/>
                  </a:lnTo>
                  <a:lnTo>
                    <a:pt x="4701" y="8938"/>
                  </a:lnTo>
                  <a:lnTo>
                    <a:pt x="4799" y="8890"/>
                  </a:lnTo>
                  <a:lnTo>
                    <a:pt x="4872" y="8841"/>
                  </a:lnTo>
                  <a:lnTo>
                    <a:pt x="4920" y="8768"/>
                  </a:lnTo>
                  <a:lnTo>
                    <a:pt x="4969" y="8695"/>
                  </a:lnTo>
                  <a:lnTo>
                    <a:pt x="4993" y="8598"/>
                  </a:lnTo>
                  <a:lnTo>
                    <a:pt x="5018" y="8500"/>
                  </a:lnTo>
                  <a:lnTo>
                    <a:pt x="5018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548" name="Shape 707">
            <a:extLst>
              <a:ext uri="{FF2B5EF4-FFF2-40B4-BE49-F238E27FC236}">
                <a16:creationId xmlns:a16="http://schemas.microsoft.com/office/drawing/2014/main" id="{E2229FF7-B600-4657-A46F-5A61514E465E}"/>
              </a:ext>
            </a:extLst>
          </p:cNvPr>
          <p:cNvGrpSpPr/>
          <p:nvPr/>
        </p:nvGrpSpPr>
        <p:grpSpPr>
          <a:xfrm>
            <a:off x="7867144" y="4884238"/>
            <a:ext cx="300137" cy="308454"/>
            <a:chOff x="2605025" y="4998300"/>
            <a:chExt cx="417700" cy="429275"/>
          </a:xfrm>
          <a:solidFill>
            <a:srgbClr val="00B050"/>
          </a:solidFill>
        </p:grpSpPr>
        <p:sp>
          <p:nvSpPr>
            <p:cNvPr id="549" name="Shape 708">
              <a:extLst>
                <a:ext uri="{FF2B5EF4-FFF2-40B4-BE49-F238E27FC236}">
                  <a16:creationId xmlns:a16="http://schemas.microsoft.com/office/drawing/2014/main" id="{0EC771DA-1858-474C-88EA-4C8DCFF94B4E}"/>
                </a:ext>
              </a:extLst>
            </p:cNvPr>
            <p:cNvSpPr/>
            <p:nvPr/>
          </p:nvSpPr>
          <p:spPr>
            <a:xfrm>
              <a:off x="2819350" y="5216875"/>
              <a:ext cx="202150" cy="210700"/>
            </a:xfrm>
            <a:custGeom>
              <a:avLst/>
              <a:gdLst/>
              <a:ahLst/>
              <a:cxnLst/>
              <a:rect l="0" t="0" r="0" b="0"/>
              <a:pathLst>
                <a:path w="8086" h="8428" fill="none" extrusionOk="0">
                  <a:moveTo>
                    <a:pt x="0" y="1851"/>
                  </a:moveTo>
                  <a:lnTo>
                    <a:pt x="5797" y="8135"/>
                  </a:lnTo>
                  <a:lnTo>
                    <a:pt x="5797" y="8135"/>
                  </a:lnTo>
                  <a:lnTo>
                    <a:pt x="5943" y="8257"/>
                  </a:lnTo>
                  <a:lnTo>
                    <a:pt x="6113" y="8354"/>
                  </a:lnTo>
                  <a:lnTo>
                    <a:pt x="6284" y="8403"/>
                  </a:lnTo>
                  <a:lnTo>
                    <a:pt x="6478" y="8427"/>
                  </a:lnTo>
                  <a:lnTo>
                    <a:pt x="6649" y="8403"/>
                  </a:lnTo>
                  <a:lnTo>
                    <a:pt x="6819" y="8354"/>
                  </a:lnTo>
                  <a:lnTo>
                    <a:pt x="6990" y="8257"/>
                  </a:lnTo>
                  <a:lnTo>
                    <a:pt x="7136" y="8135"/>
                  </a:lnTo>
                  <a:lnTo>
                    <a:pt x="7818" y="7453"/>
                  </a:lnTo>
                  <a:lnTo>
                    <a:pt x="7818" y="7453"/>
                  </a:lnTo>
                  <a:lnTo>
                    <a:pt x="7940" y="7307"/>
                  </a:lnTo>
                  <a:lnTo>
                    <a:pt x="8037" y="7136"/>
                  </a:lnTo>
                  <a:lnTo>
                    <a:pt x="8086" y="6966"/>
                  </a:lnTo>
                  <a:lnTo>
                    <a:pt x="8086" y="6795"/>
                  </a:lnTo>
                  <a:lnTo>
                    <a:pt x="8086" y="6601"/>
                  </a:lnTo>
                  <a:lnTo>
                    <a:pt x="8037" y="6430"/>
                  </a:lnTo>
                  <a:lnTo>
                    <a:pt x="7940" y="6260"/>
                  </a:lnTo>
                  <a:lnTo>
                    <a:pt x="7818" y="6114"/>
                  </a:lnTo>
                  <a:lnTo>
                    <a:pt x="1705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50" name="Shape 709">
              <a:extLst>
                <a:ext uri="{FF2B5EF4-FFF2-40B4-BE49-F238E27FC236}">
                  <a16:creationId xmlns:a16="http://schemas.microsoft.com/office/drawing/2014/main" id="{2CA569CC-E82B-474C-A19E-C7AB721AC746}"/>
                </a:ext>
              </a:extLst>
            </p:cNvPr>
            <p:cNvSpPr/>
            <p:nvPr/>
          </p:nvSpPr>
          <p:spPr>
            <a:xfrm>
              <a:off x="2606225" y="4998300"/>
              <a:ext cx="203400" cy="207650"/>
            </a:xfrm>
            <a:custGeom>
              <a:avLst/>
              <a:gdLst/>
              <a:ahLst/>
              <a:cxnLst/>
              <a:rect l="0" t="0" r="0" b="0"/>
              <a:pathLst>
                <a:path w="8136" h="8306" fill="none" extrusionOk="0">
                  <a:moveTo>
                    <a:pt x="8135" y="6649"/>
                  </a:moveTo>
                  <a:lnTo>
                    <a:pt x="4433" y="2947"/>
                  </a:lnTo>
                  <a:lnTo>
                    <a:pt x="1730" y="244"/>
                  </a:lnTo>
                  <a:lnTo>
                    <a:pt x="1730" y="244"/>
                  </a:lnTo>
                  <a:lnTo>
                    <a:pt x="1584" y="122"/>
                  </a:lnTo>
                  <a:lnTo>
                    <a:pt x="1413" y="49"/>
                  </a:lnTo>
                  <a:lnTo>
                    <a:pt x="1243" y="0"/>
                  </a:lnTo>
                  <a:lnTo>
                    <a:pt x="1048" y="0"/>
                  </a:lnTo>
                  <a:lnTo>
                    <a:pt x="878" y="0"/>
                  </a:lnTo>
                  <a:lnTo>
                    <a:pt x="683" y="49"/>
                  </a:lnTo>
                  <a:lnTo>
                    <a:pt x="512" y="122"/>
                  </a:lnTo>
                  <a:lnTo>
                    <a:pt x="390" y="244"/>
                  </a:lnTo>
                  <a:lnTo>
                    <a:pt x="390" y="244"/>
                  </a:lnTo>
                  <a:lnTo>
                    <a:pt x="269" y="365"/>
                  </a:lnTo>
                  <a:lnTo>
                    <a:pt x="171" y="511"/>
                  </a:lnTo>
                  <a:lnTo>
                    <a:pt x="98" y="682"/>
                  </a:lnTo>
                  <a:lnTo>
                    <a:pt x="50" y="852"/>
                  </a:lnTo>
                  <a:lnTo>
                    <a:pt x="1" y="1023"/>
                  </a:lnTo>
                  <a:lnTo>
                    <a:pt x="1" y="1218"/>
                  </a:lnTo>
                  <a:lnTo>
                    <a:pt x="1" y="1413"/>
                  </a:lnTo>
                  <a:lnTo>
                    <a:pt x="1" y="1607"/>
                  </a:lnTo>
                  <a:lnTo>
                    <a:pt x="74" y="2021"/>
                  </a:lnTo>
                  <a:lnTo>
                    <a:pt x="220" y="2484"/>
                  </a:lnTo>
                  <a:lnTo>
                    <a:pt x="390" y="2923"/>
                  </a:lnTo>
                  <a:lnTo>
                    <a:pt x="610" y="3385"/>
                  </a:lnTo>
                  <a:lnTo>
                    <a:pt x="853" y="3872"/>
                  </a:lnTo>
                  <a:lnTo>
                    <a:pt x="1121" y="4311"/>
                  </a:lnTo>
                  <a:lnTo>
                    <a:pt x="1413" y="4774"/>
                  </a:lnTo>
                  <a:lnTo>
                    <a:pt x="1706" y="5188"/>
                  </a:lnTo>
                  <a:lnTo>
                    <a:pt x="1998" y="5577"/>
                  </a:lnTo>
                  <a:lnTo>
                    <a:pt x="2290" y="5943"/>
                  </a:lnTo>
                  <a:lnTo>
                    <a:pt x="2582" y="6284"/>
                  </a:lnTo>
                  <a:lnTo>
                    <a:pt x="2850" y="6551"/>
                  </a:lnTo>
                  <a:lnTo>
                    <a:pt x="2850" y="6551"/>
                  </a:lnTo>
                  <a:lnTo>
                    <a:pt x="3070" y="6771"/>
                  </a:lnTo>
                  <a:lnTo>
                    <a:pt x="3313" y="6966"/>
                  </a:lnTo>
                  <a:lnTo>
                    <a:pt x="3557" y="7136"/>
                  </a:lnTo>
                  <a:lnTo>
                    <a:pt x="3800" y="7307"/>
                  </a:lnTo>
                  <a:lnTo>
                    <a:pt x="4312" y="7599"/>
                  </a:lnTo>
                  <a:lnTo>
                    <a:pt x="4823" y="7818"/>
                  </a:lnTo>
                  <a:lnTo>
                    <a:pt x="5310" y="8013"/>
                  </a:lnTo>
                  <a:lnTo>
                    <a:pt x="5724" y="8159"/>
                  </a:lnTo>
                  <a:lnTo>
                    <a:pt x="6333" y="8305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51" name="Shape 710">
              <a:extLst>
                <a:ext uri="{FF2B5EF4-FFF2-40B4-BE49-F238E27FC236}">
                  <a16:creationId xmlns:a16="http://schemas.microsoft.com/office/drawing/2014/main" id="{117ABD06-BEFC-4FCE-8320-B14418C49817}"/>
                </a:ext>
              </a:extLst>
            </p:cNvPr>
            <p:cNvSpPr/>
            <p:nvPr/>
          </p:nvSpPr>
          <p:spPr>
            <a:xfrm>
              <a:off x="2605025" y="5003775"/>
              <a:ext cx="417700" cy="417700"/>
            </a:xfrm>
            <a:custGeom>
              <a:avLst/>
              <a:gdLst/>
              <a:ahLst/>
              <a:cxnLst/>
              <a:rect l="0" t="0" r="0" b="0"/>
              <a:pathLst>
                <a:path w="16708" h="16708" fill="none" extrusionOk="0">
                  <a:moveTo>
                    <a:pt x="13931" y="6820"/>
                  </a:moveTo>
                  <a:lnTo>
                    <a:pt x="13931" y="6820"/>
                  </a:lnTo>
                  <a:lnTo>
                    <a:pt x="14126" y="6625"/>
                  </a:lnTo>
                  <a:lnTo>
                    <a:pt x="14345" y="6357"/>
                  </a:lnTo>
                  <a:lnTo>
                    <a:pt x="14784" y="5797"/>
                  </a:lnTo>
                  <a:lnTo>
                    <a:pt x="15246" y="5139"/>
                  </a:lnTo>
                  <a:lnTo>
                    <a:pt x="15685" y="4482"/>
                  </a:lnTo>
                  <a:lnTo>
                    <a:pt x="16367" y="3386"/>
                  </a:lnTo>
                  <a:lnTo>
                    <a:pt x="16659" y="2923"/>
                  </a:lnTo>
                  <a:lnTo>
                    <a:pt x="16659" y="2923"/>
                  </a:lnTo>
                  <a:lnTo>
                    <a:pt x="16708" y="2825"/>
                  </a:lnTo>
                  <a:lnTo>
                    <a:pt x="16708" y="2728"/>
                  </a:lnTo>
                  <a:lnTo>
                    <a:pt x="16708" y="2655"/>
                  </a:lnTo>
                  <a:lnTo>
                    <a:pt x="16659" y="2582"/>
                  </a:lnTo>
                  <a:lnTo>
                    <a:pt x="16659" y="2582"/>
                  </a:lnTo>
                  <a:lnTo>
                    <a:pt x="16586" y="2533"/>
                  </a:lnTo>
                  <a:lnTo>
                    <a:pt x="16488" y="2533"/>
                  </a:lnTo>
                  <a:lnTo>
                    <a:pt x="16415" y="2533"/>
                  </a:lnTo>
                  <a:lnTo>
                    <a:pt x="16318" y="2582"/>
                  </a:lnTo>
                  <a:lnTo>
                    <a:pt x="13615" y="4944"/>
                  </a:lnTo>
                  <a:lnTo>
                    <a:pt x="13615" y="4944"/>
                  </a:lnTo>
                  <a:lnTo>
                    <a:pt x="13541" y="4993"/>
                  </a:lnTo>
                  <a:lnTo>
                    <a:pt x="13420" y="4993"/>
                  </a:lnTo>
                  <a:lnTo>
                    <a:pt x="13322" y="4969"/>
                  </a:lnTo>
                  <a:lnTo>
                    <a:pt x="13200" y="4871"/>
                  </a:lnTo>
                  <a:lnTo>
                    <a:pt x="13200" y="4871"/>
                  </a:lnTo>
                  <a:lnTo>
                    <a:pt x="13103" y="4749"/>
                  </a:lnTo>
                  <a:lnTo>
                    <a:pt x="13054" y="4628"/>
                  </a:lnTo>
                  <a:lnTo>
                    <a:pt x="13054" y="4530"/>
                  </a:lnTo>
                  <a:lnTo>
                    <a:pt x="13103" y="4433"/>
                  </a:lnTo>
                  <a:lnTo>
                    <a:pt x="13103" y="4433"/>
                  </a:lnTo>
                  <a:lnTo>
                    <a:pt x="15563" y="1486"/>
                  </a:lnTo>
                  <a:lnTo>
                    <a:pt x="15563" y="1486"/>
                  </a:lnTo>
                  <a:lnTo>
                    <a:pt x="15612" y="1388"/>
                  </a:lnTo>
                  <a:lnTo>
                    <a:pt x="15612" y="1315"/>
                  </a:lnTo>
                  <a:lnTo>
                    <a:pt x="15612" y="1218"/>
                  </a:lnTo>
                  <a:lnTo>
                    <a:pt x="15563" y="1145"/>
                  </a:lnTo>
                  <a:lnTo>
                    <a:pt x="15563" y="1145"/>
                  </a:lnTo>
                  <a:lnTo>
                    <a:pt x="15490" y="1096"/>
                  </a:lnTo>
                  <a:lnTo>
                    <a:pt x="15392" y="1096"/>
                  </a:lnTo>
                  <a:lnTo>
                    <a:pt x="15319" y="1096"/>
                  </a:lnTo>
                  <a:lnTo>
                    <a:pt x="15222" y="1145"/>
                  </a:lnTo>
                  <a:lnTo>
                    <a:pt x="15222" y="1145"/>
                  </a:lnTo>
                  <a:lnTo>
                    <a:pt x="12275" y="3605"/>
                  </a:lnTo>
                  <a:lnTo>
                    <a:pt x="12275" y="3605"/>
                  </a:lnTo>
                  <a:lnTo>
                    <a:pt x="12178" y="3653"/>
                  </a:lnTo>
                  <a:lnTo>
                    <a:pt x="12080" y="3653"/>
                  </a:lnTo>
                  <a:lnTo>
                    <a:pt x="11958" y="3605"/>
                  </a:lnTo>
                  <a:lnTo>
                    <a:pt x="11861" y="3507"/>
                  </a:lnTo>
                  <a:lnTo>
                    <a:pt x="11861" y="3507"/>
                  </a:lnTo>
                  <a:lnTo>
                    <a:pt x="11764" y="3386"/>
                  </a:lnTo>
                  <a:lnTo>
                    <a:pt x="11715" y="3288"/>
                  </a:lnTo>
                  <a:lnTo>
                    <a:pt x="11715" y="3166"/>
                  </a:lnTo>
                  <a:lnTo>
                    <a:pt x="11764" y="3093"/>
                  </a:lnTo>
                  <a:lnTo>
                    <a:pt x="14126" y="390"/>
                  </a:lnTo>
                  <a:lnTo>
                    <a:pt x="14126" y="390"/>
                  </a:lnTo>
                  <a:lnTo>
                    <a:pt x="14175" y="292"/>
                  </a:lnTo>
                  <a:lnTo>
                    <a:pt x="14175" y="219"/>
                  </a:lnTo>
                  <a:lnTo>
                    <a:pt x="14175" y="122"/>
                  </a:lnTo>
                  <a:lnTo>
                    <a:pt x="14126" y="49"/>
                  </a:lnTo>
                  <a:lnTo>
                    <a:pt x="14126" y="49"/>
                  </a:lnTo>
                  <a:lnTo>
                    <a:pt x="14053" y="0"/>
                  </a:lnTo>
                  <a:lnTo>
                    <a:pt x="13980" y="0"/>
                  </a:lnTo>
                  <a:lnTo>
                    <a:pt x="13882" y="0"/>
                  </a:lnTo>
                  <a:lnTo>
                    <a:pt x="13785" y="49"/>
                  </a:lnTo>
                  <a:lnTo>
                    <a:pt x="13785" y="49"/>
                  </a:lnTo>
                  <a:lnTo>
                    <a:pt x="13322" y="341"/>
                  </a:lnTo>
                  <a:lnTo>
                    <a:pt x="12226" y="1023"/>
                  </a:lnTo>
                  <a:lnTo>
                    <a:pt x="11569" y="1462"/>
                  </a:lnTo>
                  <a:lnTo>
                    <a:pt x="10911" y="1924"/>
                  </a:lnTo>
                  <a:lnTo>
                    <a:pt x="10351" y="2363"/>
                  </a:lnTo>
                  <a:lnTo>
                    <a:pt x="10083" y="2582"/>
                  </a:lnTo>
                  <a:lnTo>
                    <a:pt x="9888" y="2777"/>
                  </a:lnTo>
                  <a:lnTo>
                    <a:pt x="9888" y="2777"/>
                  </a:lnTo>
                  <a:lnTo>
                    <a:pt x="9766" y="2898"/>
                  </a:lnTo>
                  <a:lnTo>
                    <a:pt x="9669" y="3045"/>
                  </a:lnTo>
                  <a:lnTo>
                    <a:pt x="9572" y="3215"/>
                  </a:lnTo>
                  <a:lnTo>
                    <a:pt x="9499" y="3410"/>
                  </a:lnTo>
                  <a:lnTo>
                    <a:pt x="9377" y="3824"/>
                  </a:lnTo>
                  <a:lnTo>
                    <a:pt x="9304" y="4262"/>
                  </a:lnTo>
                  <a:lnTo>
                    <a:pt x="9255" y="4701"/>
                  </a:lnTo>
                  <a:lnTo>
                    <a:pt x="9279" y="5163"/>
                  </a:lnTo>
                  <a:lnTo>
                    <a:pt x="9328" y="5577"/>
                  </a:lnTo>
                  <a:lnTo>
                    <a:pt x="9352" y="5772"/>
                  </a:lnTo>
                  <a:lnTo>
                    <a:pt x="9425" y="5943"/>
                  </a:lnTo>
                  <a:lnTo>
                    <a:pt x="268" y="14418"/>
                  </a:lnTo>
                  <a:lnTo>
                    <a:pt x="268" y="14418"/>
                  </a:lnTo>
                  <a:lnTo>
                    <a:pt x="146" y="14564"/>
                  </a:lnTo>
                  <a:lnTo>
                    <a:pt x="73" y="14735"/>
                  </a:lnTo>
                  <a:lnTo>
                    <a:pt x="0" y="14905"/>
                  </a:lnTo>
                  <a:lnTo>
                    <a:pt x="0" y="15076"/>
                  </a:lnTo>
                  <a:lnTo>
                    <a:pt x="0" y="15271"/>
                  </a:lnTo>
                  <a:lnTo>
                    <a:pt x="73" y="15441"/>
                  </a:lnTo>
                  <a:lnTo>
                    <a:pt x="146" y="15612"/>
                  </a:lnTo>
                  <a:lnTo>
                    <a:pt x="268" y="15758"/>
                  </a:lnTo>
                  <a:lnTo>
                    <a:pt x="950" y="16440"/>
                  </a:lnTo>
                  <a:lnTo>
                    <a:pt x="950" y="16440"/>
                  </a:lnTo>
                  <a:lnTo>
                    <a:pt x="1096" y="16562"/>
                  </a:lnTo>
                  <a:lnTo>
                    <a:pt x="1267" y="16635"/>
                  </a:lnTo>
                  <a:lnTo>
                    <a:pt x="1437" y="16708"/>
                  </a:lnTo>
                  <a:lnTo>
                    <a:pt x="1632" y="16708"/>
                  </a:lnTo>
                  <a:lnTo>
                    <a:pt x="1802" y="16708"/>
                  </a:lnTo>
                  <a:lnTo>
                    <a:pt x="1973" y="16635"/>
                  </a:lnTo>
                  <a:lnTo>
                    <a:pt x="2143" y="16562"/>
                  </a:lnTo>
                  <a:lnTo>
                    <a:pt x="2289" y="16440"/>
                  </a:lnTo>
                  <a:lnTo>
                    <a:pt x="10765" y="7282"/>
                  </a:lnTo>
                  <a:lnTo>
                    <a:pt x="10765" y="7282"/>
                  </a:lnTo>
                  <a:lnTo>
                    <a:pt x="11130" y="7380"/>
                  </a:lnTo>
                  <a:lnTo>
                    <a:pt x="11544" y="7428"/>
                  </a:lnTo>
                  <a:lnTo>
                    <a:pt x="12007" y="7453"/>
                  </a:lnTo>
                  <a:lnTo>
                    <a:pt x="12445" y="7404"/>
                  </a:lnTo>
                  <a:lnTo>
                    <a:pt x="12884" y="7331"/>
                  </a:lnTo>
                  <a:lnTo>
                    <a:pt x="13298" y="7209"/>
                  </a:lnTo>
                  <a:lnTo>
                    <a:pt x="13493" y="7136"/>
                  </a:lnTo>
                  <a:lnTo>
                    <a:pt x="13663" y="7039"/>
                  </a:lnTo>
                  <a:lnTo>
                    <a:pt x="13809" y="6941"/>
                  </a:lnTo>
                  <a:lnTo>
                    <a:pt x="13931" y="6820"/>
                  </a:lnTo>
                  <a:lnTo>
                    <a:pt x="13931" y="6820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552" name="Shape 711">
            <a:extLst>
              <a:ext uri="{FF2B5EF4-FFF2-40B4-BE49-F238E27FC236}">
                <a16:creationId xmlns:a16="http://schemas.microsoft.com/office/drawing/2014/main" id="{EEE8FAB5-4B82-4F65-9AB3-06136437388B}"/>
              </a:ext>
            </a:extLst>
          </p:cNvPr>
          <p:cNvGrpSpPr/>
          <p:nvPr/>
        </p:nvGrpSpPr>
        <p:grpSpPr>
          <a:xfrm>
            <a:off x="8397836" y="4887305"/>
            <a:ext cx="358770" cy="298825"/>
            <a:chOff x="3236425" y="5001950"/>
            <a:chExt cx="499300" cy="415875"/>
          </a:xfrm>
          <a:solidFill>
            <a:srgbClr val="00B050"/>
          </a:solidFill>
        </p:grpSpPr>
        <p:sp>
          <p:nvSpPr>
            <p:cNvPr id="553" name="Shape 712">
              <a:extLst>
                <a:ext uri="{FF2B5EF4-FFF2-40B4-BE49-F238E27FC236}">
                  <a16:creationId xmlns:a16="http://schemas.microsoft.com/office/drawing/2014/main" id="{28FCD62A-AFC0-40DF-88E5-75D8AFB661E3}"/>
                </a:ext>
              </a:extLst>
            </p:cNvPr>
            <p:cNvSpPr/>
            <p:nvPr/>
          </p:nvSpPr>
          <p:spPr>
            <a:xfrm>
              <a:off x="3236425" y="5309425"/>
              <a:ext cx="499300" cy="108400"/>
            </a:xfrm>
            <a:custGeom>
              <a:avLst/>
              <a:gdLst/>
              <a:ahLst/>
              <a:cxnLst/>
              <a:rect l="0" t="0" r="0" b="0"/>
              <a:pathLst>
                <a:path w="19972" h="4336" fill="none" extrusionOk="0">
                  <a:moveTo>
                    <a:pt x="19533" y="0"/>
                  </a:moveTo>
                  <a:lnTo>
                    <a:pt x="439" y="0"/>
                  </a:lnTo>
                  <a:lnTo>
                    <a:pt x="439" y="0"/>
                  </a:lnTo>
                  <a:lnTo>
                    <a:pt x="365" y="0"/>
                  </a:lnTo>
                  <a:lnTo>
                    <a:pt x="268" y="25"/>
                  </a:lnTo>
                  <a:lnTo>
                    <a:pt x="195" y="73"/>
                  </a:lnTo>
                  <a:lnTo>
                    <a:pt x="122" y="122"/>
                  </a:lnTo>
                  <a:lnTo>
                    <a:pt x="73" y="195"/>
                  </a:lnTo>
                  <a:lnTo>
                    <a:pt x="49" y="268"/>
                  </a:lnTo>
                  <a:lnTo>
                    <a:pt x="25" y="341"/>
                  </a:lnTo>
                  <a:lnTo>
                    <a:pt x="0" y="439"/>
                  </a:lnTo>
                  <a:lnTo>
                    <a:pt x="0" y="439"/>
                  </a:lnTo>
                  <a:lnTo>
                    <a:pt x="25" y="512"/>
                  </a:lnTo>
                  <a:lnTo>
                    <a:pt x="49" y="585"/>
                  </a:lnTo>
                  <a:lnTo>
                    <a:pt x="73" y="658"/>
                  </a:lnTo>
                  <a:lnTo>
                    <a:pt x="122" y="731"/>
                  </a:lnTo>
                  <a:lnTo>
                    <a:pt x="195" y="780"/>
                  </a:lnTo>
                  <a:lnTo>
                    <a:pt x="268" y="828"/>
                  </a:lnTo>
                  <a:lnTo>
                    <a:pt x="365" y="853"/>
                  </a:lnTo>
                  <a:lnTo>
                    <a:pt x="439" y="853"/>
                  </a:lnTo>
                  <a:lnTo>
                    <a:pt x="439" y="853"/>
                  </a:lnTo>
                  <a:lnTo>
                    <a:pt x="487" y="877"/>
                  </a:lnTo>
                  <a:lnTo>
                    <a:pt x="560" y="902"/>
                  </a:lnTo>
                  <a:lnTo>
                    <a:pt x="706" y="1048"/>
                  </a:lnTo>
                  <a:lnTo>
                    <a:pt x="853" y="1242"/>
                  </a:lnTo>
                  <a:lnTo>
                    <a:pt x="1023" y="1486"/>
                  </a:lnTo>
                  <a:lnTo>
                    <a:pt x="1340" y="2022"/>
                  </a:lnTo>
                  <a:lnTo>
                    <a:pt x="1632" y="2509"/>
                  </a:lnTo>
                  <a:lnTo>
                    <a:pt x="1632" y="2509"/>
                  </a:lnTo>
                  <a:lnTo>
                    <a:pt x="1900" y="2996"/>
                  </a:lnTo>
                  <a:lnTo>
                    <a:pt x="2168" y="3459"/>
                  </a:lnTo>
                  <a:lnTo>
                    <a:pt x="2460" y="3873"/>
                  </a:lnTo>
                  <a:lnTo>
                    <a:pt x="2582" y="4043"/>
                  </a:lnTo>
                  <a:lnTo>
                    <a:pt x="2728" y="4214"/>
                  </a:lnTo>
                  <a:lnTo>
                    <a:pt x="2728" y="4214"/>
                  </a:lnTo>
                  <a:lnTo>
                    <a:pt x="2801" y="4263"/>
                  </a:lnTo>
                  <a:lnTo>
                    <a:pt x="2874" y="4287"/>
                  </a:lnTo>
                  <a:lnTo>
                    <a:pt x="2971" y="4311"/>
                  </a:lnTo>
                  <a:lnTo>
                    <a:pt x="3045" y="4336"/>
                  </a:lnTo>
                  <a:lnTo>
                    <a:pt x="16927" y="4336"/>
                  </a:lnTo>
                  <a:lnTo>
                    <a:pt x="16927" y="4336"/>
                  </a:lnTo>
                  <a:lnTo>
                    <a:pt x="17000" y="4311"/>
                  </a:lnTo>
                  <a:lnTo>
                    <a:pt x="17097" y="4287"/>
                  </a:lnTo>
                  <a:lnTo>
                    <a:pt x="17170" y="4263"/>
                  </a:lnTo>
                  <a:lnTo>
                    <a:pt x="17243" y="4214"/>
                  </a:lnTo>
                  <a:lnTo>
                    <a:pt x="17243" y="4214"/>
                  </a:lnTo>
                  <a:lnTo>
                    <a:pt x="17390" y="4043"/>
                  </a:lnTo>
                  <a:lnTo>
                    <a:pt x="17511" y="3873"/>
                  </a:lnTo>
                  <a:lnTo>
                    <a:pt x="17804" y="3459"/>
                  </a:lnTo>
                  <a:lnTo>
                    <a:pt x="18072" y="2996"/>
                  </a:lnTo>
                  <a:lnTo>
                    <a:pt x="18339" y="2509"/>
                  </a:lnTo>
                  <a:lnTo>
                    <a:pt x="18339" y="2509"/>
                  </a:lnTo>
                  <a:lnTo>
                    <a:pt x="18632" y="2022"/>
                  </a:lnTo>
                  <a:lnTo>
                    <a:pt x="18948" y="1486"/>
                  </a:lnTo>
                  <a:lnTo>
                    <a:pt x="19119" y="1242"/>
                  </a:lnTo>
                  <a:lnTo>
                    <a:pt x="19265" y="1048"/>
                  </a:lnTo>
                  <a:lnTo>
                    <a:pt x="19411" y="902"/>
                  </a:lnTo>
                  <a:lnTo>
                    <a:pt x="19484" y="877"/>
                  </a:lnTo>
                  <a:lnTo>
                    <a:pt x="19533" y="853"/>
                  </a:lnTo>
                  <a:lnTo>
                    <a:pt x="19533" y="853"/>
                  </a:lnTo>
                  <a:lnTo>
                    <a:pt x="19606" y="853"/>
                  </a:lnTo>
                  <a:lnTo>
                    <a:pt x="19703" y="828"/>
                  </a:lnTo>
                  <a:lnTo>
                    <a:pt x="19776" y="780"/>
                  </a:lnTo>
                  <a:lnTo>
                    <a:pt x="19849" y="731"/>
                  </a:lnTo>
                  <a:lnTo>
                    <a:pt x="19898" y="658"/>
                  </a:lnTo>
                  <a:lnTo>
                    <a:pt x="19922" y="585"/>
                  </a:lnTo>
                  <a:lnTo>
                    <a:pt x="19947" y="512"/>
                  </a:lnTo>
                  <a:lnTo>
                    <a:pt x="19971" y="439"/>
                  </a:lnTo>
                  <a:lnTo>
                    <a:pt x="19971" y="439"/>
                  </a:lnTo>
                  <a:lnTo>
                    <a:pt x="19947" y="341"/>
                  </a:lnTo>
                  <a:lnTo>
                    <a:pt x="19922" y="268"/>
                  </a:lnTo>
                  <a:lnTo>
                    <a:pt x="19898" y="195"/>
                  </a:lnTo>
                  <a:lnTo>
                    <a:pt x="19825" y="122"/>
                  </a:lnTo>
                  <a:lnTo>
                    <a:pt x="19776" y="73"/>
                  </a:lnTo>
                  <a:lnTo>
                    <a:pt x="19703" y="25"/>
                  </a:lnTo>
                  <a:lnTo>
                    <a:pt x="19606" y="0"/>
                  </a:lnTo>
                  <a:lnTo>
                    <a:pt x="19533" y="0"/>
                  </a:lnTo>
                  <a:lnTo>
                    <a:pt x="19533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54" name="Shape 713">
              <a:extLst>
                <a:ext uri="{FF2B5EF4-FFF2-40B4-BE49-F238E27FC236}">
                  <a16:creationId xmlns:a16="http://schemas.microsoft.com/office/drawing/2014/main" id="{BC3A811A-AF79-4826-A64D-11D3C1C8D322}"/>
                </a:ext>
              </a:extLst>
            </p:cNvPr>
            <p:cNvSpPr/>
            <p:nvPr/>
          </p:nvSpPr>
          <p:spPr>
            <a:xfrm>
              <a:off x="3294875" y="5330725"/>
              <a:ext cx="382400" cy="25"/>
            </a:xfrm>
            <a:custGeom>
              <a:avLst/>
              <a:gdLst/>
              <a:ahLst/>
              <a:cxnLst/>
              <a:rect l="0" t="0" r="0" b="0"/>
              <a:pathLst>
                <a:path w="15296" h="1" fill="none" extrusionOk="0">
                  <a:moveTo>
                    <a:pt x="0" y="1"/>
                  </a:moveTo>
                  <a:lnTo>
                    <a:pt x="15295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55" name="Shape 714">
              <a:extLst>
                <a:ext uri="{FF2B5EF4-FFF2-40B4-BE49-F238E27FC236}">
                  <a16:creationId xmlns:a16="http://schemas.microsoft.com/office/drawing/2014/main" id="{6ADD4C47-AF9B-4170-B79B-6F73F7568908}"/>
                </a:ext>
              </a:extLst>
            </p:cNvPr>
            <p:cNvSpPr/>
            <p:nvPr/>
          </p:nvSpPr>
          <p:spPr>
            <a:xfrm>
              <a:off x="3280250" y="5162675"/>
              <a:ext cx="411625" cy="140075"/>
            </a:xfrm>
            <a:custGeom>
              <a:avLst/>
              <a:gdLst/>
              <a:ahLst/>
              <a:cxnLst/>
              <a:rect l="0" t="0" r="0" b="0"/>
              <a:pathLst>
                <a:path w="16465" h="5603" fill="none" extrusionOk="0">
                  <a:moveTo>
                    <a:pt x="16465" y="5602"/>
                  </a:moveTo>
                  <a:lnTo>
                    <a:pt x="16465" y="5602"/>
                  </a:lnTo>
                  <a:lnTo>
                    <a:pt x="16392" y="5408"/>
                  </a:lnTo>
                  <a:lnTo>
                    <a:pt x="16294" y="5237"/>
                  </a:lnTo>
                  <a:lnTo>
                    <a:pt x="16075" y="4921"/>
                  </a:lnTo>
                  <a:lnTo>
                    <a:pt x="15807" y="4628"/>
                  </a:lnTo>
                  <a:lnTo>
                    <a:pt x="15490" y="4385"/>
                  </a:lnTo>
                  <a:lnTo>
                    <a:pt x="15320" y="4287"/>
                  </a:lnTo>
                  <a:lnTo>
                    <a:pt x="15149" y="4190"/>
                  </a:lnTo>
                  <a:lnTo>
                    <a:pt x="14979" y="4092"/>
                  </a:lnTo>
                  <a:lnTo>
                    <a:pt x="14784" y="4044"/>
                  </a:lnTo>
                  <a:lnTo>
                    <a:pt x="14589" y="3971"/>
                  </a:lnTo>
                  <a:lnTo>
                    <a:pt x="14394" y="3946"/>
                  </a:lnTo>
                  <a:lnTo>
                    <a:pt x="14175" y="3922"/>
                  </a:lnTo>
                  <a:lnTo>
                    <a:pt x="13980" y="3898"/>
                  </a:lnTo>
                  <a:lnTo>
                    <a:pt x="13980" y="3898"/>
                  </a:lnTo>
                  <a:lnTo>
                    <a:pt x="13737" y="3922"/>
                  </a:lnTo>
                  <a:lnTo>
                    <a:pt x="13518" y="3946"/>
                  </a:lnTo>
                  <a:lnTo>
                    <a:pt x="13518" y="3946"/>
                  </a:lnTo>
                  <a:lnTo>
                    <a:pt x="13420" y="3532"/>
                  </a:lnTo>
                  <a:lnTo>
                    <a:pt x="13299" y="3143"/>
                  </a:lnTo>
                  <a:lnTo>
                    <a:pt x="13128" y="2753"/>
                  </a:lnTo>
                  <a:lnTo>
                    <a:pt x="12933" y="2388"/>
                  </a:lnTo>
                  <a:lnTo>
                    <a:pt x="12714" y="2047"/>
                  </a:lnTo>
                  <a:lnTo>
                    <a:pt x="12470" y="1706"/>
                  </a:lnTo>
                  <a:lnTo>
                    <a:pt x="12178" y="1413"/>
                  </a:lnTo>
                  <a:lnTo>
                    <a:pt x="11886" y="1121"/>
                  </a:lnTo>
                  <a:lnTo>
                    <a:pt x="11545" y="878"/>
                  </a:lnTo>
                  <a:lnTo>
                    <a:pt x="11204" y="658"/>
                  </a:lnTo>
                  <a:lnTo>
                    <a:pt x="10839" y="464"/>
                  </a:lnTo>
                  <a:lnTo>
                    <a:pt x="10449" y="293"/>
                  </a:lnTo>
                  <a:lnTo>
                    <a:pt x="10059" y="171"/>
                  </a:lnTo>
                  <a:lnTo>
                    <a:pt x="9645" y="74"/>
                  </a:lnTo>
                  <a:lnTo>
                    <a:pt x="9207" y="25"/>
                  </a:lnTo>
                  <a:lnTo>
                    <a:pt x="8768" y="1"/>
                  </a:lnTo>
                  <a:lnTo>
                    <a:pt x="8768" y="1"/>
                  </a:lnTo>
                  <a:lnTo>
                    <a:pt x="8452" y="1"/>
                  </a:lnTo>
                  <a:lnTo>
                    <a:pt x="8135" y="50"/>
                  </a:lnTo>
                  <a:lnTo>
                    <a:pt x="7819" y="98"/>
                  </a:lnTo>
                  <a:lnTo>
                    <a:pt x="7502" y="171"/>
                  </a:lnTo>
                  <a:lnTo>
                    <a:pt x="7210" y="269"/>
                  </a:lnTo>
                  <a:lnTo>
                    <a:pt x="6918" y="366"/>
                  </a:lnTo>
                  <a:lnTo>
                    <a:pt x="6625" y="512"/>
                  </a:lnTo>
                  <a:lnTo>
                    <a:pt x="6357" y="658"/>
                  </a:lnTo>
                  <a:lnTo>
                    <a:pt x="6089" y="805"/>
                  </a:lnTo>
                  <a:lnTo>
                    <a:pt x="5846" y="999"/>
                  </a:lnTo>
                  <a:lnTo>
                    <a:pt x="5602" y="1170"/>
                  </a:lnTo>
                  <a:lnTo>
                    <a:pt x="5383" y="1389"/>
                  </a:lnTo>
                  <a:lnTo>
                    <a:pt x="5188" y="1608"/>
                  </a:lnTo>
                  <a:lnTo>
                    <a:pt x="4993" y="1852"/>
                  </a:lnTo>
                  <a:lnTo>
                    <a:pt x="4799" y="2095"/>
                  </a:lnTo>
                  <a:lnTo>
                    <a:pt x="4628" y="2363"/>
                  </a:lnTo>
                  <a:lnTo>
                    <a:pt x="4628" y="2363"/>
                  </a:lnTo>
                  <a:lnTo>
                    <a:pt x="4360" y="2266"/>
                  </a:lnTo>
                  <a:lnTo>
                    <a:pt x="4092" y="2217"/>
                  </a:lnTo>
                  <a:lnTo>
                    <a:pt x="3824" y="2193"/>
                  </a:lnTo>
                  <a:lnTo>
                    <a:pt x="3532" y="2168"/>
                  </a:lnTo>
                  <a:lnTo>
                    <a:pt x="3532" y="2168"/>
                  </a:lnTo>
                  <a:lnTo>
                    <a:pt x="3191" y="2193"/>
                  </a:lnTo>
                  <a:lnTo>
                    <a:pt x="2850" y="2242"/>
                  </a:lnTo>
                  <a:lnTo>
                    <a:pt x="2509" y="2339"/>
                  </a:lnTo>
                  <a:lnTo>
                    <a:pt x="2193" y="2436"/>
                  </a:lnTo>
                  <a:lnTo>
                    <a:pt x="1876" y="2582"/>
                  </a:lnTo>
                  <a:lnTo>
                    <a:pt x="1584" y="2753"/>
                  </a:lnTo>
                  <a:lnTo>
                    <a:pt x="1316" y="2948"/>
                  </a:lnTo>
                  <a:lnTo>
                    <a:pt x="1072" y="3167"/>
                  </a:lnTo>
                  <a:lnTo>
                    <a:pt x="853" y="3411"/>
                  </a:lnTo>
                  <a:lnTo>
                    <a:pt x="634" y="3678"/>
                  </a:lnTo>
                  <a:lnTo>
                    <a:pt x="463" y="3971"/>
                  </a:lnTo>
                  <a:lnTo>
                    <a:pt x="317" y="4263"/>
                  </a:lnTo>
                  <a:lnTo>
                    <a:pt x="196" y="4580"/>
                  </a:lnTo>
                  <a:lnTo>
                    <a:pt x="98" y="4896"/>
                  </a:lnTo>
                  <a:lnTo>
                    <a:pt x="25" y="5237"/>
                  </a:lnTo>
                  <a:lnTo>
                    <a:pt x="1" y="5602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56" name="Shape 715">
              <a:extLst>
                <a:ext uri="{FF2B5EF4-FFF2-40B4-BE49-F238E27FC236}">
                  <a16:creationId xmlns:a16="http://schemas.microsoft.com/office/drawing/2014/main" id="{72C02774-6281-45BF-A59C-34BD12C5440A}"/>
                </a:ext>
              </a:extLst>
            </p:cNvPr>
            <p:cNvSpPr/>
            <p:nvPr/>
          </p:nvSpPr>
          <p:spPr>
            <a:xfrm>
              <a:off x="3471450" y="5001950"/>
              <a:ext cx="17075" cy="114475"/>
            </a:xfrm>
            <a:custGeom>
              <a:avLst/>
              <a:gdLst/>
              <a:ahLst/>
              <a:cxnLst/>
              <a:rect l="0" t="0" r="0" b="0"/>
              <a:pathLst>
                <a:path w="683" h="4579" fill="none" extrusionOk="0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12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73" y="1072"/>
                  </a:lnTo>
                  <a:lnTo>
                    <a:pt x="49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49" y="1851"/>
                  </a:lnTo>
                  <a:lnTo>
                    <a:pt x="73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12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12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73" y="4116"/>
                  </a:lnTo>
                  <a:lnTo>
                    <a:pt x="49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57" name="Shape 716">
              <a:extLst>
                <a:ext uri="{FF2B5EF4-FFF2-40B4-BE49-F238E27FC236}">
                  <a16:creationId xmlns:a16="http://schemas.microsoft.com/office/drawing/2014/main" id="{B1CACA22-F2E3-4742-AF35-45A1D8FBE4AE}"/>
                </a:ext>
              </a:extLst>
            </p:cNvPr>
            <p:cNvSpPr/>
            <p:nvPr/>
          </p:nvSpPr>
          <p:spPr>
            <a:xfrm>
              <a:off x="3427600" y="5001950"/>
              <a:ext cx="17075" cy="114475"/>
            </a:xfrm>
            <a:custGeom>
              <a:avLst/>
              <a:gdLst/>
              <a:ahLst/>
              <a:cxnLst/>
              <a:rect l="0" t="0" r="0" b="0"/>
              <a:pathLst>
                <a:path w="683" h="4579" fill="none" extrusionOk="0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98" y="1072"/>
                  </a:lnTo>
                  <a:lnTo>
                    <a:pt x="49" y="1194"/>
                  </a:lnTo>
                  <a:lnTo>
                    <a:pt x="25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25" y="1705"/>
                  </a:lnTo>
                  <a:lnTo>
                    <a:pt x="49" y="1851"/>
                  </a:lnTo>
                  <a:lnTo>
                    <a:pt x="98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98" y="4116"/>
                  </a:lnTo>
                  <a:lnTo>
                    <a:pt x="49" y="4262"/>
                  </a:lnTo>
                  <a:lnTo>
                    <a:pt x="25" y="4408"/>
                  </a:lnTo>
                  <a:lnTo>
                    <a:pt x="1" y="4579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58" name="Shape 717">
              <a:extLst>
                <a:ext uri="{FF2B5EF4-FFF2-40B4-BE49-F238E27FC236}">
                  <a16:creationId xmlns:a16="http://schemas.microsoft.com/office/drawing/2014/main" id="{F03A645D-92E7-4F4D-9632-2EC71779C71A}"/>
                </a:ext>
              </a:extLst>
            </p:cNvPr>
            <p:cNvSpPr/>
            <p:nvPr/>
          </p:nvSpPr>
          <p:spPr>
            <a:xfrm>
              <a:off x="3515275" y="5001950"/>
              <a:ext cx="16475" cy="114475"/>
            </a:xfrm>
            <a:custGeom>
              <a:avLst/>
              <a:gdLst/>
              <a:ahLst/>
              <a:cxnLst/>
              <a:rect l="0" t="0" r="0" b="0"/>
              <a:pathLst>
                <a:path w="659" h="4579" fill="none" extrusionOk="0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9" y="731"/>
                  </a:lnTo>
                  <a:lnTo>
                    <a:pt x="122" y="950"/>
                  </a:lnTo>
                  <a:lnTo>
                    <a:pt x="74" y="1072"/>
                  </a:lnTo>
                  <a:lnTo>
                    <a:pt x="25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25" y="1851"/>
                  </a:lnTo>
                  <a:lnTo>
                    <a:pt x="74" y="1997"/>
                  </a:lnTo>
                  <a:lnTo>
                    <a:pt x="122" y="2095"/>
                  </a:lnTo>
                  <a:lnTo>
                    <a:pt x="269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9" y="3800"/>
                  </a:lnTo>
                  <a:lnTo>
                    <a:pt x="122" y="3994"/>
                  </a:lnTo>
                  <a:lnTo>
                    <a:pt x="74" y="4116"/>
                  </a:lnTo>
                  <a:lnTo>
                    <a:pt x="25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559" name="Shape 718">
            <a:extLst>
              <a:ext uri="{FF2B5EF4-FFF2-40B4-BE49-F238E27FC236}">
                <a16:creationId xmlns:a16="http://schemas.microsoft.com/office/drawing/2014/main" id="{FCD80FA1-0FE2-46B6-8620-B43A4AA63E8E}"/>
              </a:ext>
            </a:extLst>
          </p:cNvPr>
          <p:cNvGrpSpPr/>
          <p:nvPr/>
        </p:nvGrpSpPr>
        <p:grpSpPr>
          <a:xfrm>
            <a:off x="9012956" y="4869381"/>
            <a:ext cx="273030" cy="325089"/>
            <a:chOff x="3968275" y="4980625"/>
            <a:chExt cx="379975" cy="452425"/>
          </a:xfrm>
          <a:solidFill>
            <a:srgbClr val="00B050"/>
          </a:solidFill>
        </p:grpSpPr>
        <p:sp>
          <p:nvSpPr>
            <p:cNvPr id="560" name="Shape 719">
              <a:extLst>
                <a:ext uri="{FF2B5EF4-FFF2-40B4-BE49-F238E27FC236}">
                  <a16:creationId xmlns:a16="http://schemas.microsoft.com/office/drawing/2014/main" id="{FE191CC6-1ADE-40A4-A1C6-9959443AFB1B}"/>
                </a:ext>
              </a:extLst>
            </p:cNvPr>
            <p:cNvSpPr/>
            <p:nvPr/>
          </p:nvSpPr>
          <p:spPr>
            <a:xfrm>
              <a:off x="4168000" y="4980625"/>
              <a:ext cx="85875" cy="102325"/>
            </a:xfrm>
            <a:custGeom>
              <a:avLst/>
              <a:gdLst/>
              <a:ahLst/>
              <a:cxnLst/>
              <a:rect l="0" t="0" r="0" b="0"/>
              <a:pathLst>
                <a:path w="3435" h="4093" fill="none" extrusionOk="0">
                  <a:moveTo>
                    <a:pt x="317" y="1486"/>
                  </a:moveTo>
                  <a:lnTo>
                    <a:pt x="317" y="1486"/>
                  </a:lnTo>
                  <a:lnTo>
                    <a:pt x="487" y="1292"/>
                  </a:lnTo>
                  <a:lnTo>
                    <a:pt x="682" y="1097"/>
                  </a:lnTo>
                  <a:lnTo>
                    <a:pt x="901" y="951"/>
                  </a:lnTo>
                  <a:lnTo>
                    <a:pt x="1145" y="780"/>
                  </a:lnTo>
                  <a:lnTo>
                    <a:pt x="1388" y="658"/>
                  </a:lnTo>
                  <a:lnTo>
                    <a:pt x="1632" y="537"/>
                  </a:lnTo>
                  <a:lnTo>
                    <a:pt x="2143" y="317"/>
                  </a:lnTo>
                  <a:lnTo>
                    <a:pt x="2631" y="171"/>
                  </a:lnTo>
                  <a:lnTo>
                    <a:pt x="3020" y="74"/>
                  </a:lnTo>
                  <a:lnTo>
                    <a:pt x="3386" y="1"/>
                  </a:lnTo>
                  <a:lnTo>
                    <a:pt x="3386" y="1"/>
                  </a:lnTo>
                  <a:lnTo>
                    <a:pt x="3410" y="366"/>
                  </a:lnTo>
                  <a:lnTo>
                    <a:pt x="3434" y="780"/>
                  </a:lnTo>
                  <a:lnTo>
                    <a:pt x="3434" y="1267"/>
                  </a:lnTo>
                  <a:lnTo>
                    <a:pt x="3410" y="1827"/>
                  </a:lnTo>
                  <a:lnTo>
                    <a:pt x="3386" y="2095"/>
                  </a:lnTo>
                  <a:lnTo>
                    <a:pt x="3312" y="2363"/>
                  </a:lnTo>
                  <a:lnTo>
                    <a:pt x="3264" y="2655"/>
                  </a:lnTo>
                  <a:lnTo>
                    <a:pt x="3166" y="2899"/>
                  </a:lnTo>
                  <a:lnTo>
                    <a:pt x="3045" y="3143"/>
                  </a:lnTo>
                  <a:lnTo>
                    <a:pt x="2923" y="3362"/>
                  </a:lnTo>
                  <a:lnTo>
                    <a:pt x="2923" y="3362"/>
                  </a:lnTo>
                  <a:lnTo>
                    <a:pt x="2752" y="3557"/>
                  </a:lnTo>
                  <a:lnTo>
                    <a:pt x="2582" y="3703"/>
                  </a:lnTo>
                  <a:lnTo>
                    <a:pt x="2387" y="3824"/>
                  </a:lnTo>
                  <a:lnTo>
                    <a:pt x="2192" y="3922"/>
                  </a:lnTo>
                  <a:lnTo>
                    <a:pt x="1997" y="3995"/>
                  </a:lnTo>
                  <a:lnTo>
                    <a:pt x="1778" y="4044"/>
                  </a:lnTo>
                  <a:lnTo>
                    <a:pt x="1583" y="4092"/>
                  </a:lnTo>
                  <a:lnTo>
                    <a:pt x="1388" y="4092"/>
                  </a:lnTo>
                  <a:lnTo>
                    <a:pt x="1047" y="4092"/>
                  </a:lnTo>
                  <a:lnTo>
                    <a:pt x="755" y="4044"/>
                  </a:lnTo>
                  <a:lnTo>
                    <a:pt x="487" y="3995"/>
                  </a:lnTo>
                  <a:lnTo>
                    <a:pt x="487" y="3995"/>
                  </a:lnTo>
                  <a:lnTo>
                    <a:pt x="341" y="3751"/>
                  </a:lnTo>
                  <a:lnTo>
                    <a:pt x="219" y="3483"/>
                  </a:lnTo>
                  <a:lnTo>
                    <a:pt x="98" y="3143"/>
                  </a:lnTo>
                  <a:lnTo>
                    <a:pt x="49" y="2972"/>
                  </a:lnTo>
                  <a:lnTo>
                    <a:pt x="25" y="2753"/>
                  </a:lnTo>
                  <a:lnTo>
                    <a:pt x="0" y="2558"/>
                  </a:lnTo>
                  <a:lnTo>
                    <a:pt x="0" y="2339"/>
                  </a:lnTo>
                  <a:lnTo>
                    <a:pt x="25" y="2120"/>
                  </a:lnTo>
                  <a:lnTo>
                    <a:pt x="98" y="1900"/>
                  </a:lnTo>
                  <a:lnTo>
                    <a:pt x="195" y="1706"/>
                  </a:lnTo>
                  <a:lnTo>
                    <a:pt x="317" y="1486"/>
                  </a:lnTo>
                  <a:lnTo>
                    <a:pt x="317" y="1486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61" name="Shape 720">
              <a:extLst>
                <a:ext uri="{FF2B5EF4-FFF2-40B4-BE49-F238E27FC236}">
                  <a16:creationId xmlns:a16="http://schemas.microsoft.com/office/drawing/2014/main" id="{849B2AA2-4A26-4479-89D0-74CE35483541}"/>
                </a:ext>
              </a:extLst>
            </p:cNvPr>
            <p:cNvSpPr/>
            <p:nvPr/>
          </p:nvSpPr>
          <p:spPr>
            <a:xfrm>
              <a:off x="3968275" y="5043350"/>
              <a:ext cx="379975" cy="389700"/>
            </a:xfrm>
            <a:custGeom>
              <a:avLst/>
              <a:gdLst/>
              <a:ahLst/>
              <a:cxnLst/>
              <a:rect l="0" t="0" r="0" b="0"/>
              <a:pathLst>
                <a:path w="15199" h="15588" fill="none" extrusionOk="0">
                  <a:moveTo>
                    <a:pt x="7965" y="2679"/>
                  </a:moveTo>
                  <a:lnTo>
                    <a:pt x="7965" y="2679"/>
                  </a:lnTo>
                  <a:lnTo>
                    <a:pt x="7478" y="2655"/>
                  </a:lnTo>
                  <a:lnTo>
                    <a:pt x="6942" y="2606"/>
                  </a:lnTo>
                  <a:lnTo>
                    <a:pt x="5822" y="2509"/>
                  </a:lnTo>
                  <a:lnTo>
                    <a:pt x="5261" y="2484"/>
                  </a:lnTo>
                  <a:lnTo>
                    <a:pt x="4726" y="2509"/>
                  </a:lnTo>
                  <a:lnTo>
                    <a:pt x="4482" y="2533"/>
                  </a:lnTo>
                  <a:lnTo>
                    <a:pt x="4239" y="2582"/>
                  </a:lnTo>
                  <a:lnTo>
                    <a:pt x="4019" y="2655"/>
                  </a:lnTo>
                  <a:lnTo>
                    <a:pt x="3825" y="2728"/>
                  </a:lnTo>
                  <a:lnTo>
                    <a:pt x="3825" y="2728"/>
                  </a:lnTo>
                  <a:lnTo>
                    <a:pt x="3410" y="2947"/>
                  </a:lnTo>
                  <a:lnTo>
                    <a:pt x="2996" y="3166"/>
                  </a:lnTo>
                  <a:lnTo>
                    <a:pt x="2631" y="3434"/>
                  </a:lnTo>
                  <a:lnTo>
                    <a:pt x="2266" y="3702"/>
                  </a:lnTo>
                  <a:lnTo>
                    <a:pt x="1925" y="4019"/>
                  </a:lnTo>
                  <a:lnTo>
                    <a:pt x="1608" y="4335"/>
                  </a:lnTo>
                  <a:lnTo>
                    <a:pt x="1316" y="4676"/>
                  </a:lnTo>
                  <a:lnTo>
                    <a:pt x="1072" y="5042"/>
                  </a:lnTo>
                  <a:lnTo>
                    <a:pt x="829" y="5431"/>
                  </a:lnTo>
                  <a:lnTo>
                    <a:pt x="610" y="5845"/>
                  </a:lnTo>
                  <a:lnTo>
                    <a:pt x="439" y="6284"/>
                  </a:lnTo>
                  <a:lnTo>
                    <a:pt x="293" y="6722"/>
                  </a:lnTo>
                  <a:lnTo>
                    <a:pt x="171" y="7185"/>
                  </a:lnTo>
                  <a:lnTo>
                    <a:pt x="74" y="7672"/>
                  </a:lnTo>
                  <a:lnTo>
                    <a:pt x="25" y="8184"/>
                  </a:lnTo>
                  <a:lnTo>
                    <a:pt x="1" y="8695"/>
                  </a:lnTo>
                  <a:lnTo>
                    <a:pt x="1" y="8695"/>
                  </a:lnTo>
                  <a:lnTo>
                    <a:pt x="25" y="9231"/>
                  </a:lnTo>
                  <a:lnTo>
                    <a:pt x="74" y="9767"/>
                  </a:lnTo>
                  <a:lnTo>
                    <a:pt x="171" y="10278"/>
                  </a:lnTo>
                  <a:lnTo>
                    <a:pt x="293" y="10765"/>
                  </a:lnTo>
                  <a:lnTo>
                    <a:pt x="464" y="11277"/>
                  </a:lnTo>
                  <a:lnTo>
                    <a:pt x="658" y="11739"/>
                  </a:lnTo>
                  <a:lnTo>
                    <a:pt x="878" y="12202"/>
                  </a:lnTo>
                  <a:lnTo>
                    <a:pt x="1121" y="12641"/>
                  </a:lnTo>
                  <a:lnTo>
                    <a:pt x="1389" y="13055"/>
                  </a:lnTo>
                  <a:lnTo>
                    <a:pt x="1706" y="13469"/>
                  </a:lnTo>
                  <a:lnTo>
                    <a:pt x="2022" y="13834"/>
                  </a:lnTo>
                  <a:lnTo>
                    <a:pt x="2388" y="14199"/>
                  </a:lnTo>
                  <a:lnTo>
                    <a:pt x="2753" y="14540"/>
                  </a:lnTo>
                  <a:lnTo>
                    <a:pt x="3143" y="14832"/>
                  </a:lnTo>
                  <a:lnTo>
                    <a:pt x="3581" y="15125"/>
                  </a:lnTo>
                  <a:lnTo>
                    <a:pt x="4019" y="15368"/>
                  </a:lnTo>
                  <a:lnTo>
                    <a:pt x="4019" y="15368"/>
                  </a:lnTo>
                  <a:lnTo>
                    <a:pt x="4214" y="15466"/>
                  </a:lnTo>
                  <a:lnTo>
                    <a:pt x="4409" y="15539"/>
                  </a:lnTo>
                  <a:lnTo>
                    <a:pt x="4628" y="15587"/>
                  </a:lnTo>
                  <a:lnTo>
                    <a:pt x="4847" y="15587"/>
                  </a:lnTo>
                  <a:lnTo>
                    <a:pt x="5042" y="15587"/>
                  </a:lnTo>
                  <a:lnTo>
                    <a:pt x="5261" y="15587"/>
                  </a:lnTo>
                  <a:lnTo>
                    <a:pt x="5724" y="15514"/>
                  </a:lnTo>
                  <a:lnTo>
                    <a:pt x="6650" y="15320"/>
                  </a:lnTo>
                  <a:lnTo>
                    <a:pt x="7112" y="15246"/>
                  </a:lnTo>
                  <a:lnTo>
                    <a:pt x="7356" y="15222"/>
                  </a:lnTo>
                  <a:lnTo>
                    <a:pt x="7600" y="15222"/>
                  </a:lnTo>
                  <a:lnTo>
                    <a:pt x="7600" y="15222"/>
                  </a:lnTo>
                  <a:lnTo>
                    <a:pt x="7843" y="15222"/>
                  </a:lnTo>
                  <a:lnTo>
                    <a:pt x="8087" y="15246"/>
                  </a:lnTo>
                  <a:lnTo>
                    <a:pt x="8574" y="15320"/>
                  </a:lnTo>
                  <a:lnTo>
                    <a:pt x="9524" y="15514"/>
                  </a:lnTo>
                  <a:lnTo>
                    <a:pt x="9962" y="15563"/>
                  </a:lnTo>
                  <a:lnTo>
                    <a:pt x="10181" y="15587"/>
                  </a:lnTo>
                  <a:lnTo>
                    <a:pt x="10400" y="15587"/>
                  </a:lnTo>
                  <a:lnTo>
                    <a:pt x="10620" y="15563"/>
                  </a:lnTo>
                  <a:lnTo>
                    <a:pt x="10839" y="15514"/>
                  </a:lnTo>
                  <a:lnTo>
                    <a:pt x="11034" y="15441"/>
                  </a:lnTo>
                  <a:lnTo>
                    <a:pt x="11253" y="15344"/>
                  </a:lnTo>
                  <a:lnTo>
                    <a:pt x="11253" y="15344"/>
                  </a:lnTo>
                  <a:lnTo>
                    <a:pt x="11691" y="15100"/>
                  </a:lnTo>
                  <a:lnTo>
                    <a:pt x="12081" y="14808"/>
                  </a:lnTo>
                  <a:lnTo>
                    <a:pt x="12495" y="14491"/>
                  </a:lnTo>
                  <a:lnTo>
                    <a:pt x="12860" y="14175"/>
                  </a:lnTo>
                  <a:lnTo>
                    <a:pt x="13201" y="13810"/>
                  </a:lnTo>
                  <a:lnTo>
                    <a:pt x="13518" y="13420"/>
                  </a:lnTo>
                  <a:lnTo>
                    <a:pt x="13834" y="13030"/>
                  </a:lnTo>
                  <a:lnTo>
                    <a:pt x="14102" y="12616"/>
                  </a:lnTo>
                  <a:lnTo>
                    <a:pt x="14346" y="12178"/>
                  </a:lnTo>
                  <a:lnTo>
                    <a:pt x="14565" y="11715"/>
                  </a:lnTo>
                  <a:lnTo>
                    <a:pt x="14760" y="11252"/>
                  </a:lnTo>
                  <a:lnTo>
                    <a:pt x="14906" y="10765"/>
                  </a:lnTo>
                  <a:lnTo>
                    <a:pt x="15028" y="10254"/>
                  </a:lnTo>
                  <a:lnTo>
                    <a:pt x="15125" y="9742"/>
                  </a:lnTo>
                  <a:lnTo>
                    <a:pt x="15174" y="9231"/>
                  </a:lnTo>
                  <a:lnTo>
                    <a:pt x="15198" y="8695"/>
                  </a:lnTo>
                  <a:lnTo>
                    <a:pt x="15198" y="8695"/>
                  </a:lnTo>
                  <a:lnTo>
                    <a:pt x="15174" y="8159"/>
                  </a:lnTo>
                  <a:lnTo>
                    <a:pt x="15125" y="7648"/>
                  </a:lnTo>
                  <a:lnTo>
                    <a:pt x="15028" y="7161"/>
                  </a:lnTo>
                  <a:lnTo>
                    <a:pt x="14906" y="6674"/>
                  </a:lnTo>
                  <a:lnTo>
                    <a:pt x="14736" y="6235"/>
                  </a:lnTo>
                  <a:lnTo>
                    <a:pt x="14565" y="5797"/>
                  </a:lnTo>
                  <a:lnTo>
                    <a:pt x="14346" y="5383"/>
                  </a:lnTo>
                  <a:lnTo>
                    <a:pt x="14102" y="4993"/>
                  </a:lnTo>
                  <a:lnTo>
                    <a:pt x="13810" y="4603"/>
                  </a:lnTo>
                  <a:lnTo>
                    <a:pt x="13518" y="4262"/>
                  </a:lnTo>
                  <a:lnTo>
                    <a:pt x="13177" y="3946"/>
                  </a:lnTo>
                  <a:lnTo>
                    <a:pt x="12836" y="3629"/>
                  </a:lnTo>
                  <a:lnTo>
                    <a:pt x="12471" y="3361"/>
                  </a:lnTo>
                  <a:lnTo>
                    <a:pt x="12056" y="3093"/>
                  </a:lnTo>
                  <a:lnTo>
                    <a:pt x="11642" y="2850"/>
                  </a:lnTo>
                  <a:lnTo>
                    <a:pt x="11228" y="2655"/>
                  </a:lnTo>
                  <a:lnTo>
                    <a:pt x="11228" y="2655"/>
                  </a:lnTo>
                  <a:lnTo>
                    <a:pt x="11034" y="2582"/>
                  </a:lnTo>
                  <a:lnTo>
                    <a:pt x="10863" y="2533"/>
                  </a:lnTo>
                  <a:lnTo>
                    <a:pt x="10668" y="2509"/>
                  </a:lnTo>
                  <a:lnTo>
                    <a:pt x="10498" y="2484"/>
                  </a:lnTo>
                  <a:lnTo>
                    <a:pt x="10084" y="2484"/>
                  </a:lnTo>
                  <a:lnTo>
                    <a:pt x="9670" y="2509"/>
                  </a:lnTo>
                  <a:lnTo>
                    <a:pt x="8817" y="2606"/>
                  </a:lnTo>
                  <a:lnTo>
                    <a:pt x="8403" y="2655"/>
                  </a:lnTo>
                  <a:lnTo>
                    <a:pt x="7965" y="2679"/>
                  </a:lnTo>
                  <a:lnTo>
                    <a:pt x="7965" y="2679"/>
                  </a:lnTo>
                  <a:lnTo>
                    <a:pt x="6357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62" name="Shape 721">
              <a:extLst>
                <a:ext uri="{FF2B5EF4-FFF2-40B4-BE49-F238E27FC236}">
                  <a16:creationId xmlns:a16="http://schemas.microsoft.com/office/drawing/2014/main" id="{3289F34B-6730-4916-9D4E-1C8B4F8A9115}"/>
                </a:ext>
              </a:extLst>
            </p:cNvPr>
            <p:cNvSpPr/>
            <p:nvPr/>
          </p:nvSpPr>
          <p:spPr>
            <a:xfrm>
              <a:off x="4031000" y="5150500"/>
              <a:ext cx="54200" cy="61525"/>
            </a:xfrm>
            <a:custGeom>
              <a:avLst/>
              <a:gdLst/>
              <a:ahLst/>
              <a:cxnLst/>
              <a:rect l="0" t="0" r="0" b="0"/>
              <a:pathLst>
                <a:path w="2168" h="2461" fill="none" extrusionOk="0">
                  <a:moveTo>
                    <a:pt x="2168" y="1"/>
                  </a:moveTo>
                  <a:lnTo>
                    <a:pt x="2168" y="1"/>
                  </a:lnTo>
                  <a:lnTo>
                    <a:pt x="1900" y="49"/>
                  </a:lnTo>
                  <a:lnTo>
                    <a:pt x="1656" y="123"/>
                  </a:lnTo>
                  <a:lnTo>
                    <a:pt x="1437" y="220"/>
                  </a:lnTo>
                  <a:lnTo>
                    <a:pt x="1218" y="342"/>
                  </a:lnTo>
                  <a:lnTo>
                    <a:pt x="1048" y="488"/>
                  </a:lnTo>
                  <a:lnTo>
                    <a:pt x="877" y="634"/>
                  </a:lnTo>
                  <a:lnTo>
                    <a:pt x="731" y="780"/>
                  </a:lnTo>
                  <a:lnTo>
                    <a:pt x="585" y="951"/>
                  </a:lnTo>
                  <a:lnTo>
                    <a:pt x="487" y="1121"/>
                  </a:lnTo>
                  <a:lnTo>
                    <a:pt x="366" y="1316"/>
                  </a:lnTo>
                  <a:lnTo>
                    <a:pt x="220" y="1681"/>
                  </a:lnTo>
                  <a:lnTo>
                    <a:pt x="98" y="2071"/>
                  </a:lnTo>
                  <a:lnTo>
                    <a:pt x="0" y="246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563" name="Shape 722">
            <a:extLst>
              <a:ext uri="{FF2B5EF4-FFF2-40B4-BE49-F238E27FC236}">
                <a16:creationId xmlns:a16="http://schemas.microsoft.com/office/drawing/2014/main" id="{0FAD3196-D3A8-462A-A3D7-AA04B1CF5A57}"/>
              </a:ext>
            </a:extLst>
          </p:cNvPr>
          <p:cNvGrpSpPr/>
          <p:nvPr/>
        </p:nvGrpSpPr>
        <p:grpSpPr>
          <a:xfrm>
            <a:off x="10668489" y="4954335"/>
            <a:ext cx="345658" cy="188151"/>
            <a:chOff x="5937975" y="5081700"/>
            <a:chExt cx="481050" cy="261850"/>
          </a:xfrm>
          <a:solidFill>
            <a:srgbClr val="00B050"/>
          </a:solidFill>
        </p:grpSpPr>
        <p:sp>
          <p:nvSpPr>
            <p:cNvPr id="564" name="Shape 723">
              <a:extLst>
                <a:ext uri="{FF2B5EF4-FFF2-40B4-BE49-F238E27FC236}">
                  <a16:creationId xmlns:a16="http://schemas.microsoft.com/office/drawing/2014/main" id="{21B963C9-93F7-454A-A8CE-56763769B053}"/>
                </a:ext>
              </a:extLst>
            </p:cNvPr>
            <p:cNvSpPr/>
            <p:nvPr/>
          </p:nvSpPr>
          <p:spPr>
            <a:xfrm>
              <a:off x="6104200" y="5081700"/>
              <a:ext cx="314825" cy="215575"/>
            </a:xfrm>
            <a:custGeom>
              <a:avLst/>
              <a:gdLst/>
              <a:ahLst/>
              <a:cxnLst/>
              <a:rect l="0" t="0" r="0" b="0"/>
              <a:pathLst>
                <a:path w="12593" h="8623" fill="none" extrusionOk="0">
                  <a:moveTo>
                    <a:pt x="5481" y="8622"/>
                  </a:moveTo>
                  <a:lnTo>
                    <a:pt x="5481" y="8622"/>
                  </a:lnTo>
                  <a:lnTo>
                    <a:pt x="6017" y="8574"/>
                  </a:lnTo>
                  <a:lnTo>
                    <a:pt x="6382" y="8525"/>
                  </a:lnTo>
                  <a:lnTo>
                    <a:pt x="6796" y="8452"/>
                  </a:lnTo>
                  <a:lnTo>
                    <a:pt x="7234" y="8354"/>
                  </a:lnTo>
                  <a:lnTo>
                    <a:pt x="7697" y="8257"/>
                  </a:lnTo>
                  <a:lnTo>
                    <a:pt x="8184" y="8086"/>
                  </a:lnTo>
                  <a:lnTo>
                    <a:pt x="8671" y="7892"/>
                  </a:lnTo>
                  <a:lnTo>
                    <a:pt x="9134" y="7648"/>
                  </a:lnTo>
                  <a:lnTo>
                    <a:pt x="9353" y="7526"/>
                  </a:lnTo>
                  <a:lnTo>
                    <a:pt x="9597" y="7356"/>
                  </a:lnTo>
                  <a:lnTo>
                    <a:pt x="9792" y="7185"/>
                  </a:lnTo>
                  <a:lnTo>
                    <a:pt x="9986" y="7015"/>
                  </a:lnTo>
                  <a:lnTo>
                    <a:pt x="10181" y="6820"/>
                  </a:lnTo>
                  <a:lnTo>
                    <a:pt x="10376" y="6601"/>
                  </a:lnTo>
                  <a:lnTo>
                    <a:pt x="10522" y="6357"/>
                  </a:lnTo>
                  <a:lnTo>
                    <a:pt x="10668" y="6114"/>
                  </a:lnTo>
                  <a:lnTo>
                    <a:pt x="10814" y="5846"/>
                  </a:lnTo>
                  <a:lnTo>
                    <a:pt x="10912" y="5554"/>
                  </a:lnTo>
                  <a:lnTo>
                    <a:pt x="11009" y="5261"/>
                  </a:lnTo>
                  <a:lnTo>
                    <a:pt x="11082" y="4945"/>
                  </a:lnTo>
                  <a:lnTo>
                    <a:pt x="11131" y="4579"/>
                  </a:lnTo>
                  <a:lnTo>
                    <a:pt x="11155" y="4214"/>
                  </a:lnTo>
                  <a:lnTo>
                    <a:pt x="11155" y="4214"/>
                  </a:lnTo>
                  <a:lnTo>
                    <a:pt x="11155" y="3873"/>
                  </a:lnTo>
                  <a:lnTo>
                    <a:pt x="11131" y="3435"/>
                  </a:lnTo>
                  <a:lnTo>
                    <a:pt x="11131" y="2972"/>
                  </a:lnTo>
                  <a:lnTo>
                    <a:pt x="11131" y="2753"/>
                  </a:lnTo>
                  <a:lnTo>
                    <a:pt x="11180" y="2582"/>
                  </a:lnTo>
                  <a:lnTo>
                    <a:pt x="12032" y="2607"/>
                  </a:lnTo>
                  <a:lnTo>
                    <a:pt x="11594" y="2120"/>
                  </a:lnTo>
                  <a:lnTo>
                    <a:pt x="11594" y="2120"/>
                  </a:lnTo>
                  <a:lnTo>
                    <a:pt x="11764" y="2046"/>
                  </a:lnTo>
                  <a:lnTo>
                    <a:pt x="11935" y="1973"/>
                  </a:lnTo>
                  <a:lnTo>
                    <a:pt x="12300" y="1827"/>
                  </a:lnTo>
                  <a:lnTo>
                    <a:pt x="12568" y="1730"/>
                  </a:lnTo>
                  <a:lnTo>
                    <a:pt x="12592" y="1681"/>
                  </a:lnTo>
                  <a:lnTo>
                    <a:pt x="12592" y="1657"/>
                  </a:lnTo>
                  <a:lnTo>
                    <a:pt x="12568" y="1632"/>
                  </a:lnTo>
                  <a:lnTo>
                    <a:pt x="12568" y="1632"/>
                  </a:lnTo>
                  <a:lnTo>
                    <a:pt x="12203" y="1511"/>
                  </a:lnTo>
                  <a:lnTo>
                    <a:pt x="11789" y="1389"/>
                  </a:lnTo>
                  <a:lnTo>
                    <a:pt x="11302" y="1267"/>
                  </a:lnTo>
                  <a:lnTo>
                    <a:pt x="11302" y="1267"/>
                  </a:lnTo>
                  <a:lnTo>
                    <a:pt x="11082" y="1024"/>
                  </a:lnTo>
                  <a:lnTo>
                    <a:pt x="10863" y="780"/>
                  </a:lnTo>
                  <a:lnTo>
                    <a:pt x="10547" y="512"/>
                  </a:lnTo>
                  <a:lnTo>
                    <a:pt x="10352" y="390"/>
                  </a:lnTo>
                  <a:lnTo>
                    <a:pt x="10157" y="269"/>
                  </a:lnTo>
                  <a:lnTo>
                    <a:pt x="9938" y="171"/>
                  </a:lnTo>
                  <a:lnTo>
                    <a:pt x="9719" y="98"/>
                  </a:lnTo>
                  <a:lnTo>
                    <a:pt x="9475" y="25"/>
                  </a:lnTo>
                  <a:lnTo>
                    <a:pt x="9231" y="1"/>
                  </a:lnTo>
                  <a:lnTo>
                    <a:pt x="8964" y="25"/>
                  </a:lnTo>
                  <a:lnTo>
                    <a:pt x="8696" y="74"/>
                  </a:lnTo>
                  <a:lnTo>
                    <a:pt x="8696" y="74"/>
                  </a:lnTo>
                  <a:lnTo>
                    <a:pt x="8501" y="122"/>
                  </a:lnTo>
                  <a:lnTo>
                    <a:pt x="8306" y="171"/>
                  </a:lnTo>
                  <a:lnTo>
                    <a:pt x="8111" y="269"/>
                  </a:lnTo>
                  <a:lnTo>
                    <a:pt x="7916" y="366"/>
                  </a:lnTo>
                  <a:lnTo>
                    <a:pt x="7746" y="488"/>
                  </a:lnTo>
                  <a:lnTo>
                    <a:pt x="7575" y="610"/>
                  </a:lnTo>
                  <a:lnTo>
                    <a:pt x="7405" y="756"/>
                  </a:lnTo>
                  <a:lnTo>
                    <a:pt x="7283" y="926"/>
                  </a:lnTo>
                  <a:lnTo>
                    <a:pt x="7137" y="1097"/>
                  </a:lnTo>
                  <a:lnTo>
                    <a:pt x="7039" y="1267"/>
                  </a:lnTo>
                  <a:lnTo>
                    <a:pt x="6942" y="1462"/>
                  </a:lnTo>
                  <a:lnTo>
                    <a:pt x="6845" y="1657"/>
                  </a:lnTo>
                  <a:lnTo>
                    <a:pt x="6796" y="1876"/>
                  </a:lnTo>
                  <a:lnTo>
                    <a:pt x="6747" y="2095"/>
                  </a:lnTo>
                  <a:lnTo>
                    <a:pt x="6723" y="2339"/>
                  </a:lnTo>
                  <a:lnTo>
                    <a:pt x="6723" y="2558"/>
                  </a:lnTo>
                  <a:lnTo>
                    <a:pt x="1" y="4360"/>
                  </a:lnTo>
                  <a:lnTo>
                    <a:pt x="1" y="4360"/>
                  </a:lnTo>
                  <a:lnTo>
                    <a:pt x="318" y="4579"/>
                  </a:lnTo>
                  <a:lnTo>
                    <a:pt x="634" y="4799"/>
                  </a:lnTo>
                  <a:lnTo>
                    <a:pt x="951" y="5018"/>
                  </a:lnTo>
                  <a:lnTo>
                    <a:pt x="1267" y="5188"/>
                  </a:lnTo>
                  <a:lnTo>
                    <a:pt x="1608" y="5359"/>
                  </a:lnTo>
                  <a:lnTo>
                    <a:pt x="1925" y="5481"/>
                  </a:lnTo>
                  <a:lnTo>
                    <a:pt x="2266" y="5602"/>
                  </a:lnTo>
                  <a:lnTo>
                    <a:pt x="2583" y="5724"/>
                  </a:lnTo>
                  <a:lnTo>
                    <a:pt x="2923" y="5797"/>
                  </a:lnTo>
                  <a:lnTo>
                    <a:pt x="3264" y="5846"/>
                  </a:lnTo>
                  <a:lnTo>
                    <a:pt x="3581" y="5895"/>
                  </a:lnTo>
                  <a:lnTo>
                    <a:pt x="3922" y="5919"/>
                  </a:lnTo>
                  <a:lnTo>
                    <a:pt x="4263" y="5919"/>
                  </a:lnTo>
                  <a:lnTo>
                    <a:pt x="4604" y="5895"/>
                  </a:lnTo>
                  <a:lnTo>
                    <a:pt x="4945" y="5846"/>
                  </a:lnTo>
                  <a:lnTo>
                    <a:pt x="5286" y="5797"/>
                  </a:lnTo>
                  <a:lnTo>
                    <a:pt x="5286" y="5797"/>
                  </a:lnTo>
                  <a:lnTo>
                    <a:pt x="5603" y="5700"/>
                  </a:lnTo>
                  <a:lnTo>
                    <a:pt x="5919" y="5627"/>
                  </a:lnTo>
                  <a:lnTo>
                    <a:pt x="6455" y="5407"/>
                  </a:lnTo>
                  <a:lnTo>
                    <a:pt x="6942" y="5188"/>
                  </a:lnTo>
                  <a:lnTo>
                    <a:pt x="7356" y="4969"/>
                  </a:lnTo>
                  <a:lnTo>
                    <a:pt x="7697" y="4750"/>
                  </a:lnTo>
                  <a:lnTo>
                    <a:pt x="7941" y="4579"/>
                  </a:lnTo>
                  <a:lnTo>
                    <a:pt x="8160" y="4409"/>
                  </a:lnTo>
                  <a:lnTo>
                    <a:pt x="8160" y="4409"/>
                  </a:lnTo>
                  <a:lnTo>
                    <a:pt x="8233" y="4360"/>
                  </a:lnTo>
                  <a:lnTo>
                    <a:pt x="8330" y="4336"/>
                  </a:lnTo>
                  <a:lnTo>
                    <a:pt x="8428" y="4360"/>
                  </a:lnTo>
                  <a:lnTo>
                    <a:pt x="8501" y="4409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65" name="Shape 724">
              <a:extLst>
                <a:ext uri="{FF2B5EF4-FFF2-40B4-BE49-F238E27FC236}">
                  <a16:creationId xmlns:a16="http://schemas.microsoft.com/office/drawing/2014/main" id="{CFF00AC6-995A-4FC0-94DE-3F43EE19FDB4}"/>
                </a:ext>
              </a:extLst>
            </p:cNvPr>
            <p:cNvSpPr/>
            <p:nvPr/>
          </p:nvSpPr>
          <p:spPr>
            <a:xfrm>
              <a:off x="5937975" y="5210175"/>
              <a:ext cx="333700" cy="133375"/>
            </a:xfrm>
            <a:custGeom>
              <a:avLst/>
              <a:gdLst/>
              <a:ahLst/>
              <a:cxnLst/>
              <a:rect l="0" t="0" r="0" b="0"/>
              <a:pathLst>
                <a:path w="13348" h="5335" fill="none" extrusionOk="0">
                  <a:moveTo>
                    <a:pt x="7819" y="1"/>
                  </a:moveTo>
                  <a:lnTo>
                    <a:pt x="318" y="2533"/>
                  </a:lnTo>
                  <a:lnTo>
                    <a:pt x="318" y="2533"/>
                  </a:lnTo>
                  <a:lnTo>
                    <a:pt x="245" y="2582"/>
                  </a:lnTo>
                  <a:lnTo>
                    <a:pt x="147" y="2631"/>
                  </a:lnTo>
                  <a:lnTo>
                    <a:pt x="98" y="2704"/>
                  </a:lnTo>
                  <a:lnTo>
                    <a:pt x="50" y="2777"/>
                  </a:lnTo>
                  <a:lnTo>
                    <a:pt x="1" y="2874"/>
                  </a:lnTo>
                  <a:lnTo>
                    <a:pt x="1" y="2972"/>
                  </a:lnTo>
                  <a:lnTo>
                    <a:pt x="1" y="3045"/>
                  </a:lnTo>
                  <a:lnTo>
                    <a:pt x="25" y="3142"/>
                  </a:lnTo>
                  <a:lnTo>
                    <a:pt x="25" y="3142"/>
                  </a:lnTo>
                  <a:lnTo>
                    <a:pt x="98" y="3288"/>
                  </a:lnTo>
                  <a:lnTo>
                    <a:pt x="196" y="3386"/>
                  </a:lnTo>
                  <a:lnTo>
                    <a:pt x="318" y="3459"/>
                  </a:lnTo>
                  <a:lnTo>
                    <a:pt x="488" y="3483"/>
                  </a:lnTo>
                  <a:lnTo>
                    <a:pt x="488" y="3483"/>
                  </a:lnTo>
                  <a:lnTo>
                    <a:pt x="610" y="3459"/>
                  </a:lnTo>
                  <a:lnTo>
                    <a:pt x="269" y="3629"/>
                  </a:lnTo>
                  <a:lnTo>
                    <a:pt x="269" y="3629"/>
                  </a:lnTo>
                  <a:lnTo>
                    <a:pt x="171" y="3678"/>
                  </a:lnTo>
                  <a:lnTo>
                    <a:pt x="123" y="3751"/>
                  </a:lnTo>
                  <a:lnTo>
                    <a:pt x="50" y="3824"/>
                  </a:lnTo>
                  <a:lnTo>
                    <a:pt x="25" y="3922"/>
                  </a:lnTo>
                  <a:lnTo>
                    <a:pt x="1" y="3995"/>
                  </a:lnTo>
                  <a:lnTo>
                    <a:pt x="1" y="4092"/>
                  </a:lnTo>
                  <a:lnTo>
                    <a:pt x="1" y="4190"/>
                  </a:lnTo>
                  <a:lnTo>
                    <a:pt x="50" y="4287"/>
                  </a:lnTo>
                  <a:lnTo>
                    <a:pt x="50" y="4287"/>
                  </a:lnTo>
                  <a:lnTo>
                    <a:pt x="123" y="4409"/>
                  </a:lnTo>
                  <a:lnTo>
                    <a:pt x="220" y="4482"/>
                  </a:lnTo>
                  <a:lnTo>
                    <a:pt x="342" y="4531"/>
                  </a:lnTo>
                  <a:lnTo>
                    <a:pt x="488" y="4555"/>
                  </a:lnTo>
                  <a:lnTo>
                    <a:pt x="488" y="4555"/>
                  </a:lnTo>
                  <a:lnTo>
                    <a:pt x="586" y="4555"/>
                  </a:lnTo>
                  <a:lnTo>
                    <a:pt x="683" y="4506"/>
                  </a:lnTo>
                  <a:lnTo>
                    <a:pt x="853" y="4433"/>
                  </a:lnTo>
                  <a:lnTo>
                    <a:pt x="853" y="4433"/>
                  </a:lnTo>
                  <a:lnTo>
                    <a:pt x="780" y="4555"/>
                  </a:lnTo>
                  <a:lnTo>
                    <a:pt x="756" y="4701"/>
                  </a:lnTo>
                  <a:lnTo>
                    <a:pt x="780" y="4847"/>
                  </a:lnTo>
                  <a:lnTo>
                    <a:pt x="829" y="4993"/>
                  </a:lnTo>
                  <a:lnTo>
                    <a:pt x="829" y="4993"/>
                  </a:lnTo>
                  <a:lnTo>
                    <a:pt x="926" y="5091"/>
                  </a:lnTo>
                  <a:lnTo>
                    <a:pt x="1024" y="5139"/>
                  </a:lnTo>
                  <a:lnTo>
                    <a:pt x="1121" y="5188"/>
                  </a:lnTo>
                  <a:lnTo>
                    <a:pt x="1243" y="5212"/>
                  </a:lnTo>
                  <a:lnTo>
                    <a:pt x="1243" y="5212"/>
                  </a:lnTo>
                  <a:lnTo>
                    <a:pt x="1389" y="5188"/>
                  </a:lnTo>
                  <a:lnTo>
                    <a:pt x="1511" y="5115"/>
                  </a:lnTo>
                  <a:lnTo>
                    <a:pt x="6065" y="2144"/>
                  </a:lnTo>
                  <a:lnTo>
                    <a:pt x="6065" y="2144"/>
                  </a:lnTo>
                  <a:lnTo>
                    <a:pt x="6528" y="2363"/>
                  </a:lnTo>
                  <a:lnTo>
                    <a:pt x="7088" y="2582"/>
                  </a:lnTo>
                  <a:lnTo>
                    <a:pt x="7770" y="2826"/>
                  </a:lnTo>
                  <a:lnTo>
                    <a:pt x="8501" y="3045"/>
                  </a:lnTo>
                  <a:lnTo>
                    <a:pt x="9280" y="3240"/>
                  </a:lnTo>
                  <a:lnTo>
                    <a:pt x="10060" y="3386"/>
                  </a:lnTo>
                  <a:lnTo>
                    <a:pt x="10425" y="3435"/>
                  </a:lnTo>
                  <a:lnTo>
                    <a:pt x="10790" y="3483"/>
                  </a:lnTo>
                  <a:lnTo>
                    <a:pt x="11156" y="3483"/>
                  </a:lnTo>
                  <a:lnTo>
                    <a:pt x="11497" y="3483"/>
                  </a:lnTo>
                  <a:lnTo>
                    <a:pt x="12178" y="5188"/>
                  </a:lnTo>
                  <a:lnTo>
                    <a:pt x="12178" y="5188"/>
                  </a:lnTo>
                  <a:lnTo>
                    <a:pt x="12227" y="5237"/>
                  </a:lnTo>
                  <a:lnTo>
                    <a:pt x="12276" y="5286"/>
                  </a:lnTo>
                  <a:lnTo>
                    <a:pt x="12349" y="5310"/>
                  </a:lnTo>
                  <a:lnTo>
                    <a:pt x="12422" y="5334"/>
                  </a:lnTo>
                  <a:lnTo>
                    <a:pt x="13347" y="5334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66" name="Shape 725">
              <a:extLst>
                <a:ext uri="{FF2B5EF4-FFF2-40B4-BE49-F238E27FC236}">
                  <a16:creationId xmlns:a16="http://schemas.microsoft.com/office/drawing/2014/main" id="{A0A74A8C-DB73-4BFD-A2E5-AA4BF053622D}"/>
                </a:ext>
              </a:extLst>
            </p:cNvPr>
            <p:cNvSpPr/>
            <p:nvPr/>
          </p:nvSpPr>
          <p:spPr>
            <a:xfrm>
              <a:off x="6352025" y="5109100"/>
              <a:ext cx="19500" cy="18900"/>
            </a:xfrm>
            <a:custGeom>
              <a:avLst/>
              <a:gdLst/>
              <a:ahLst/>
              <a:cxnLst/>
              <a:rect l="0" t="0" r="0" b="0"/>
              <a:pathLst>
                <a:path w="780" h="756" extrusionOk="0">
                  <a:moveTo>
                    <a:pt x="317" y="1"/>
                  </a:moveTo>
                  <a:lnTo>
                    <a:pt x="244" y="25"/>
                  </a:lnTo>
                  <a:lnTo>
                    <a:pt x="122" y="98"/>
                  </a:lnTo>
                  <a:lnTo>
                    <a:pt x="49" y="220"/>
                  </a:lnTo>
                  <a:lnTo>
                    <a:pt x="25" y="293"/>
                  </a:lnTo>
                  <a:lnTo>
                    <a:pt x="0" y="390"/>
                  </a:lnTo>
                  <a:lnTo>
                    <a:pt x="25" y="463"/>
                  </a:lnTo>
                  <a:lnTo>
                    <a:pt x="49" y="536"/>
                  </a:lnTo>
                  <a:lnTo>
                    <a:pt x="122" y="658"/>
                  </a:lnTo>
                  <a:lnTo>
                    <a:pt x="244" y="731"/>
                  </a:lnTo>
                  <a:lnTo>
                    <a:pt x="317" y="756"/>
                  </a:lnTo>
                  <a:lnTo>
                    <a:pt x="463" y="756"/>
                  </a:lnTo>
                  <a:lnTo>
                    <a:pt x="536" y="731"/>
                  </a:lnTo>
                  <a:lnTo>
                    <a:pt x="658" y="658"/>
                  </a:lnTo>
                  <a:lnTo>
                    <a:pt x="755" y="536"/>
                  </a:lnTo>
                  <a:lnTo>
                    <a:pt x="780" y="463"/>
                  </a:lnTo>
                  <a:lnTo>
                    <a:pt x="780" y="390"/>
                  </a:lnTo>
                  <a:lnTo>
                    <a:pt x="780" y="293"/>
                  </a:lnTo>
                  <a:lnTo>
                    <a:pt x="755" y="220"/>
                  </a:lnTo>
                  <a:lnTo>
                    <a:pt x="658" y="98"/>
                  </a:lnTo>
                  <a:lnTo>
                    <a:pt x="536" y="25"/>
                  </a:lnTo>
                  <a:lnTo>
                    <a:pt x="463" y="1"/>
                  </a:lnTo>
                  <a:close/>
                </a:path>
              </a:pathLst>
            </a:custGeom>
            <a:grpFill/>
            <a:ln w="9525" cap="flat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567" name="Shape 726">
            <a:extLst>
              <a:ext uri="{FF2B5EF4-FFF2-40B4-BE49-F238E27FC236}">
                <a16:creationId xmlns:a16="http://schemas.microsoft.com/office/drawing/2014/main" id="{9AB8261A-FFB5-4B29-8797-7CC9AAE91E19}"/>
              </a:ext>
            </a:extLst>
          </p:cNvPr>
          <p:cNvGrpSpPr/>
          <p:nvPr/>
        </p:nvGrpSpPr>
        <p:grpSpPr>
          <a:xfrm>
            <a:off x="11286698" y="4911868"/>
            <a:ext cx="248078" cy="285263"/>
            <a:chOff x="6673500" y="5031175"/>
            <a:chExt cx="345250" cy="397000"/>
          </a:xfrm>
          <a:solidFill>
            <a:srgbClr val="00B050"/>
          </a:solidFill>
        </p:grpSpPr>
        <p:sp>
          <p:nvSpPr>
            <p:cNvPr id="568" name="Shape 727">
              <a:extLst>
                <a:ext uri="{FF2B5EF4-FFF2-40B4-BE49-F238E27FC236}">
                  <a16:creationId xmlns:a16="http://schemas.microsoft.com/office/drawing/2014/main" id="{527ACA9C-9CF3-4385-8D89-D20108AB1DF0}"/>
                </a:ext>
              </a:extLst>
            </p:cNvPr>
            <p:cNvSpPr/>
            <p:nvPr/>
          </p:nvSpPr>
          <p:spPr>
            <a:xfrm>
              <a:off x="6731950" y="5031175"/>
              <a:ext cx="105375" cy="147375"/>
            </a:xfrm>
            <a:custGeom>
              <a:avLst/>
              <a:gdLst/>
              <a:ahLst/>
              <a:cxnLst/>
              <a:rect l="0" t="0" r="0" b="0"/>
              <a:pathLst>
                <a:path w="4215" h="5895" fill="none" extrusionOk="0">
                  <a:moveTo>
                    <a:pt x="2436" y="5894"/>
                  </a:moveTo>
                  <a:lnTo>
                    <a:pt x="2436" y="5894"/>
                  </a:lnTo>
                  <a:lnTo>
                    <a:pt x="2656" y="5845"/>
                  </a:lnTo>
                  <a:lnTo>
                    <a:pt x="2850" y="5772"/>
                  </a:lnTo>
                  <a:lnTo>
                    <a:pt x="3045" y="5699"/>
                  </a:lnTo>
                  <a:lnTo>
                    <a:pt x="3216" y="5577"/>
                  </a:lnTo>
                  <a:lnTo>
                    <a:pt x="3386" y="5456"/>
                  </a:lnTo>
                  <a:lnTo>
                    <a:pt x="3532" y="5285"/>
                  </a:lnTo>
                  <a:lnTo>
                    <a:pt x="3678" y="5115"/>
                  </a:lnTo>
                  <a:lnTo>
                    <a:pt x="3800" y="4920"/>
                  </a:lnTo>
                  <a:lnTo>
                    <a:pt x="3922" y="4725"/>
                  </a:lnTo>
                  <a:lnTo>
                    <a:pt x="4019" y="4506"/>
                  </a:lnTo>
                  <a:lnTo>
                    <a:pt x="4092" y="4262"/>
                  </a:lnTo>
                  <a:lnTo>
                    <a:pt x="4141" y="4019"/>
                  </a:lnTo>
                  <a:lnTo>
                    <a:pt x="4190" y="3775"/>
                  </a:lnTo>
                  <a:lnTo>
                    <a:pt x="4214" y="3507"/>
                  </a:lnTo>
                  <a:lnTo>
                    <a:pt x="4190" y="3239"/>
                  </a:lnTo>
                  <a:lnTo>
                    <a:pt x="4166" y="2971"/>
                  </a:lnTo>
                  <a:lnTo>
                    <a:pt x="4166" y="2971"/>
                  </a:lnTo>
                  <a:lnTo>
                    <a:pt x="4044" y="1876"/>
                  </a:lnTo>
                  <a:lnTo>
                    <a:pt x="3946" y="1364"/>
                  </a:lnTo>
                  <a:lnTo>
                    <a:pt x="3825" y="901"/>
                  </a:lnTo>
                  <a:lnTo>
                    <a:pt x="3727" y="682"/>
                  </a:lnTo>
                  <a:lnTo>
                    <a:pt x="3654" y="512"/>
                  </a:lnTo>
                  <a:lnTo>
                    <a:pt x="3532" y="341"/>
                  </a:lnTo>
                  <a:lnTo>
                    <a:pt x="3411" y="219"/>
                  </a:lnTo>
                  <a:lnTo>
                    <a:pt x="3264" y="122"/>
                  </a:lnTo>
                  <a:lnTo>
                    <a:pt x="3118" y="49"/>
                  </a:lnTo>
                  <a:lnTo>
                    <a:pt x="2923" y="0"/>
                  </a:lnTo>
                  <a:lnTo>
                    <a:pt x="2729" y="25"/>
                  </a:lnTo>
                  <a:lnTo>
                    <a:pt x="2729" y="25"/>
                  </a:lnTo>
                  <a:lnTo>
                    <a:pt x="2509" y="73"/>
                  </a:lnTo>
                  <a:lnTo>
                    <a:pt x="2266" y="146"/>
                  </a:lnTo>
                  <a:lnTo>
                    <a:pt x="2022" y="268"/>
                  </a:lnTo>
                  <a:lnTo>
                    <a:pt x="1779" y="414"/>
                  </a:lnTo>
                  <a:lnTo>
                    <a:pt x="1535" y="609"/>
                  </a:lnTo>
                  <a:lnTo>
                    <a:pt x="1316" y="804"/>
                  </a:lnTo>
                  <a:lnTo>
                    <a:pt x="1072" y="1023"/>
                  </a:lnTo>
                  <a:lnTo>
                    <a:pt x="853" y="1267"/>
                  </a:lnTo>
                  <a:lnTo>
                    <a:pt x="658" y="1535"/>
                  </a:lnTo>
                  <a:lnTo>
                    <a:pt x="488" y="1802"/>
                  </a:lnTo>
                  <a:lnTo>
                    <a:pt x="317" y="2095"/>
                  </a:lnTo>
                  <a:lnTo>
                    <a:pt x="196" y="2363"/>
                  </a:lnTo>
                  <a:lnTo>
                    <a:pt x="98" y="2655"/>
                  </a:lnTo>
                  <a:lnTo>
                    <a:pt x="25" y="2947"/>
                  </a:lnTo>
                  <a:lnTo>
                    <a:pt x="1" y="3239"/>
                  </a:lnTo>
                  <a:lnTo>
                    <a:pt x="1" y="3507"/>
                  </a:lnTo>
                  <a:lnTo>
                    <a:pt x="1" y="3507"/>
                  </a:lnTo>
                  <a:lnTo>
                    <a:pt x="50" y="3775"/>
                  </a:lnTo>
                  <a:lnTo>
                    <a:pt x="123" y="4043"/>
                  </a:lnTo>
                  <a:lnTo>
                    <a:pt x="196" y="4287"/>
                  </a:lnTo>
                  <a:lnTo>
                    <a:pt x="293" y="4530"/>
                  </a:lnTo>
                  <a:lnTo>
                    <a:pt x="415" y="4749"/>
                  </a:lnTo>
                  <a:lnTo>
                    <a:pt x="561" y="4944"/>
                  </a:lnTo>
                  <a:lnTo>
                    <a:pt x="707" y="5139"/>
                  </a:lnTo>
                  <a:lnTo>
                    <a:pt x="853" y="5310"/>
                  </a:lnTo>
                  <a:lnTo>
                    <a:pt x="1024" y="5456"/>
                  </a:lnTo>
                  <a:lnTo>
                    <a:pt x="1219" y="5602"/>
                  </a:lnTo>
                  <a:lnTo>
                    <a:pt x="1389" y="5699"/>
                  </a:lnTo>
                  <a:lnTo>
                    <a:pt x="1584" y="5797"/>
                  </a:lnTo>
                  <a:lnTo>
                    <a:pt x="1803" y="5845"/>
                  </a:lnTo>
                  <a:lnTo>
                    <a:pt x="1998" y="5894"/>
                  </a:lnTo>
                  <a:lnTo>
                    <a:pt x="2217" y="5894"/>
                  </a:lnTo>
                  <a:lnTo>
                    <a:pt x="2436" y="5894"/>
                  </a:lnTo>
                  <a:lnTo>
                    <a:pt x="2436" y="5894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69" name="Shape 728">
              <a:extLst>
                <a:ext uri="{FF2B5EF4-FFF2-40B4-BE49-F238E27FC236}">
                  <a16:creationId xmlns:a16="http://schemas.microsoft.com/office/drawing/2014/main" id="{65C042F9-5F82-43D0-92EA-3CF56DA454EF}"/>
                </a:ext>
              </a:extLst>
            </p:cNvPr>
            <p:cNvSpPr/>
            <p:nvPr/>
          </p:nvSpPr>
          <p:spPr>
            <a:xfrm>
              <a:off x="6673500" y="5146850"/>
              <a:ext cx="84050" cy="116925"/>
            </a:xfrm>
            <a:custGeom>
              <a:avLst/>
              <a:gdLst/>
              <a:ahLst/>
              <a:cxnLst/>
              <a:rect l="0" t="0" r="0" b="0"/>
              <a:pathLst>
                <a:path w="3362" h="4677" fill="none" extrusionOk="0">
                  <a:moveTo>
                    <a:pt x="2875" y="4579"/>
                  </a:moveTo>
                  <a:lnTo>
                    <a:pt x="2875" y="4579"/>
                  </a:lnTo>
                  <a:lnTo>
                    <a:pt x="3021" y="4482"/>
                  </a:lnTo>
                  <a:lnTo>
                    <a:pt x="3143" y="4385"/>
                  </a:lnTo>
                  <a:lnTo>
                    <a:pt x="3240" y="4287"/>
                  </a:lnTo>
                  <a:lnTo>
                    <a:pt x="3313" y="4141"/>
                  </a:lnTo>
                  <a:lnTo>
                    <a:pt x="3362" y="3995"/>
                  </a:lnTo>
                  <a:lnTo>
                    <a:pt x="3362" y="3849"/>
                  </a:lnTo>
                  <a:lnTo>
                    <a:pt x="3362" y="3678"/>
                  </a:lnTo>
                  <a:lnTo>
                    <a:pt x="3337" y="3508"/>
                  </a:lnTo>
                  <a:lnTo>
                    <a:pt x="3240" y="3118"/>
                  </a:lnTo>
                  <a:lnTo>
                    <a:pt x="3069" y="2704"/>
                  </a:lnTo>
                  <a:lnTo>
                    <a:pt x="2704" y="1803"/>
                  </a:lnTo>
                  <a:lnTo>
                    <a:pt x="2704" y="1803"/>
                  </a:lnTo>
                  <a:lnTo>
                    <a:pt x="2363" y="950"/>
                  </a:lnTo>
                  <a:lnTo>
                    <a:pt x="2193" y="609"/>
                  </a:lnTo>
                  <a:lnTo>
                    <a:pt x="2022" y="342"/>
                  </a:lnTo>
                  <a:lnTo>
                    <a:pt x="1949" y="220"/>
                  </a:lnTo>
                  <a:lnTo>
                    <a:pt x="1852" y="122"/>
                  </a:lnTo>
                  <a:lnTo>
                    <a:pt x="1730" y="74"/>
                  </a:lnTo>
                  <a:lnTo>
                    <a:pt x="1633" y="25"/>
                  </a:lnTo>
                  <a:lnTo>
                    <a:pt x="1486" y="1"/>
                  </a:lnTo>
                  <a:lnTo>
                    <a:pt x="1365" y="1"/>
                  </a:lnTo>
                  <a:lnTo>
                    <a:pt x="1194" y="25"/>
                  </a:lnTo>
                  <a:lnTo>
                    <a:pt x="1024" y="98"/>
                  </a:lnTo>
                  <a:lnTo>
                    <a:pt x="1024" y="98"/>
                  </a:lnTo>
                  <a:lnTo>
                    <a:pt x="853" y="171"/>
                  </a:lnTo>
                  <a:lnTo>
                    <a:pt x="707" y="269"/>
                  </a:lnTo>
                  <a:lnTo>
                    <a:pt x="561" y="390"/>
                  </a:lnTo>
                  <a:lnTo>
                    <a:pt x="439" y="536"/>
                  </a:lnTo>
                  <a:lnTo>
                    <a:pt x="317" y="683"/>
                  </a:lnTo>
                  <a:lnTo>
                    <a:pt x="220" y="853"/>
                  </a:lnTo>
                  <a:lnTo>
                    <a:pt x="147" y="1048"/>
                  </a:lnTo>
                  <a:lnTo>
                    <a:pt x="74" y="1243"/>
                  </a:lnTo>
                  <a:lnTo>
                    <a:pt x="49" y="1438"/>
                  </a:lnTo>
                  <a:lnTo>
                    <a:pt x="1" y="1657"/>
                  </a:lnTo>
                  <a:lnTo>
                    <a:pt x="1" y="1876"/>
                  </a:lnTo>
                  <a:lnTo>
                    <a:pt x="1" y="2095"/>
                  </a:lnTo>
                  <a:lnTo>
                    <a:pt x="25" y="2339"/>
                  </a:lnTo>
                  <a:lnTo>
                    <a:pt x="74" y="2558"/>
                  </a:lnTo>
                  <a:lnTo>
                    <a:pt x="147" y="2801"/>
                  </a:lnTo>
                  <a:lnTo>
                    <a:pt x="220" y="3045"/>
                  </a:lnTo>
                  <a:lnTo>
                    <a:pt x="220" y="3045"/>
                  </a:lnTo>
                  <a:lnTo>
                    <a:pt x="342" y="3264"/>
                  </a:lnTo>
                  <a:lnTo>
                    <a:pt x="439" y="3483"/>
                  </a:lnTo>
                  <a:lnTo>
                    <a:pt x="585" y="3678"/>
                  </a:lnTo>
                  <a:lnTo>
                    <a:pt x="731" y="3849"/>
                  </a:lnTo>
                  <a:lnTo>
                    <a:pt x="878" y="4019"/>
                  </a:lnTo>
                  <a:lnTo>
                    <a:pt x="1048" y="4165"/>
                  </a:lnTo>
                  <a:lnTo>
                    <a:pt x="1219" y="4311"/>
                  </a:lnTo>
                  <a:lnTo>
                    <a:pt x="1389" y="4409"/>
                  </a:lnTo>
                  <a:lnTo>
                    <a:pt x="1559" y="4506"/>
                  </a:lnTo>
                  <a:lnTo>
                    <a:pt x="1754" y="4579"/>
                  </a:lnTo>
                  <a:lnTo>
                    <a:pt x="1949" y="4628"/>
                  </a:lnTo>
                  <a:lnTo>
                    <a:pt x="2120" y="4677"/>
                  </a:lnTo>
                  <a:lnTo>
                    <a:pt x="2314" y="4677"/>
                  </a:lnTo>
                  <a:lnTo>
                    <a:pt x="2509" y="4677"/>
                  </a:lnTo>
                  <a:lnTo>
                    <a:pt x="2680" y="4628"/>
                  </a:lnTo>
                  <a:lnTo>
                    <a:pt x="2875" y="4579"/>
                  </a:lnTo>
                  <a:lnTo>
                    <a:pt x="2875" y="4579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70" name="Shape 729">
              <a:extLst>
                <a:ext uri="{FF2B5EF4-FFF2-40B4-BE49-F238E27FC236}">
                  <a16:creationId xmlns:a16="http://schemas.microsoft.com/office/drawing/2014/main" id="{2AD483D7-9AEA-48ED-9885-C0AEE1B02A17}"/>
                </a:ext>
              </a:extLst>
            </p:cNvPr>
            <p:cNvSpPr/>
            <p:nvPr/>
          </p:nvSpPr>
          <p:spPr>
            <a:xfrm>
              <a:off x="6859225" y="5033600"/>
              <a:ext cx="105350" cy="144950"/>
            </a:xfrm>
            <a:custGeom>
              <a:avLst/>
              <a:gdLst/>
              <a:ahLst/>
              <a:cxnLst/>
              <a:rect l="0" t="0" r="0" b="0"/>
              <a:pathLst>
                <a:path w="4214" h="5798" fill="none" extrusionOk="0">
                  <a:moveTo>
                    <a:pt x="1778" y="5797"/>
                  </a:moveTo>
                  <a:lnTo>
                    <a:pt x="1778" y="5797"/>
                  </a:lnTo>
                  <a:lnTo>
                    <a:pt x="1997" y="5797"/>
                  </a:lnTo>
                  <a:lnTo>
                    <a:pt x="2216" y="5797"/>
                  </a:lnTo>
                  <a:lnTo>
                    <a:pt x="2411" y="5748"/>
                  </a:lnTo>
                  <a:lnTo>
                    <a:pt x="2630" y="5700"/>
                  </a:lnTo>
                  <a:lnTo>
                    <a:pt x="2825" y="5602"/>
                  </a:lnTo>
                  <a:lnTo>
                    <a:pt x="2996" y="5505"/>
                  </a:lnTo>
                  <a:lnTo>
                    <a:pt x="3191" y="5359"/>
                  </a:lnTo>
                  <a:lnTo>
                    <a:pt x="3361" y="5213"/>
                  </a:lnTo>
                  <a:lnTo>
                    <a:pt x="3507" y="5042"/>
                  </a:lnTo>
                  <a:lnTo>
                    <a:pt x="3653" y="4847"/>
                  </a:lnTo>
                  <a:lnTo>
                    <a:pt x="3799" y="4652"/>
                  </a:lnTo>
                  <a:lnTo>
                    <a:pt x="3921" y="4433"/>
                  </a:lnTo>
                  <a:lnTo>
                    <a:pt x="4019" y="4190"/>
                  </a:lnTo>
                  <a:lnTo>
                    <a:pt x="4092" y="3946"/>
                  </a:lnTo>
                  <a:lnTo>
                    <a:pt x="4165" y="3678"/>
                  </a:lnTo>
                  <a:lnTo>
                    <a:pt x="4213" y="3410"/>
                  </a:lnTo>
                  <a:lnTo>
                    <a:pt x="4213" y="3410"/>
                  </a:lnTo>
                  <a:lnTo>
                    <a:pt x="4213" y="3142"/>
                  </a:lnTo>
                  <a:lnTo>
                    <a:pt x="4189" y="2850"/>
                  </a:lnTo>
                  <a:lnTo>
                    <a:pt x="4116" y="2582"/>
                  </a:lnTo>
                  <a:lnTo>
                    <a:pt x="4019" y="2290"/>
                  </a:lnTo>
                  <a:lnTo>
                    <a:pt x="3897" y="2022"/>
                  </a:lnTo>
                  <a:lnTo>
                    <a:pt x="3726" y="1730"/>
                  </a:lnTo>
                  <a:lnTo>
                    <a:pt x="3556" y="1486"/>
                  </a:lnTo>
                  <a:lnTo>
                    <a:pt x="3361" y="1218"/>
                  </a:lnTo>
                  <a:lnTo>
                    <a:pt x="3142" y="999"/>
                  </a:lnTo>
                  <a:lnTo>
                    <a:pt x="2898" y="780"/>
                  </a:lnTo>
                  <a:lnTo>
                    <a:pt x="2679" y="585"/>
                  </a:lnTo>
                  <a:lnTo>
                    <a:pt x="2436" y="415"/>
                  </a:lnTo>
                  <a:lnTo>
                    <a:pt x="2192" y="269"/>
                  </a:lnTo>
                  <a:lnTo>
                    <a:pt x="1948" y="147"/>
                  </a:lnTo>
                  <a:lnTo>
                    <a:pt x="1705" y="74"/>
                  </a:lnTo>
                  <a:lnTo>
                    <a:pt x="1486" y="25"/>
                  </a:lnTo>
                  <a:lnTo>
                    <a:pt x="1486" y="25"/>
                  </a:lnTo>
                  <a:lnTo>
                    <a:pt x="1291" y="1"/>
                  </a:lnTo>
                  <a:lnTo>
                    <a:pt x="1096" y="49"/>
                  </a:lnTo>
                  <a:lnTo>
                    <a:pt x="950" y="98"/>
                  </a:lnTo>
                  <a:lnTo>
                    <a:pt x="804" y="195"/>
                  </a:lnTo>
                  <a:lnTo>
                    <a:pt x="682" y="317"/>
                  </a:lnTo>
                  <a:lnTo>
                    <a:pt x="585" y="463"/>
                  </a:lnTo>
                  <a:lnTo>
                    <a:pt x="487" y="658"/>
                  </a:lnTo>
                  <a:lnTo>
                    <a:pt x="390" y="853"/>
                  </a:lnTo>
                  <a:lnTo>
                    <a:pt x="268" y="1291"/>
                  </a:lnTo>
                  <a:lnTo>
                    <a:pt x="170" y="1803"/>
                  </a:lnTo>
                  <a:lnTo>
                    <a:pt x="49" y="2874"/>
                  </a:lnTo>
                  <a:lnTo>
                    <a:pt x="49" y="2874"/>
                  </a:lnTo>
                  <a:lnTo>
                    <a:pt x="0" y="3142"/>
                  </a:lnTo>
                  <a:lnTo>
                    <a:pt x="0" y="3410"/>
                  </a:lnTo>
                  <a:lnTo>
                    <a:pt x="24" y="3678"/>
                  </a:lnTo>
                  <a:lnTo>
                    <a:pt x="73" y="3922"/>
                  </a:lnTo>
                  <a:lnTo>
                    <a:pt x="122" y="4165"/>
                  </a:lnTo>
                  <a:lnTo>
                    <a:pt x="195" y="4409"/>
                  </a:lnTo>
                  <a:lnTo>
                    <a:pt x="292" y="4628"/>
                  </a:lnTo>
                  <a:lnTo>
                    <a:pt x="414" y="4823"/>
                  </a:lnTo>
                  <a:lnTo>
                    <a:pt x="536" y="5018"/>
                  </a:lnTo>
                  <a:lnTo>
                    <a:pt x="682" y="5188"/>
                  </a:lnTo>
                  <a:lnTo>
                    <a:pt x="828" y="5359"/>
                  </a:lnTo>
                  <a:lnTo>
                    <a:pt x="999" y="5480"/>
                  </a:lnTo>
                  <a:lnTo>
                    <a:pt x="1169" y="5602"/>
                  </a:lnTo>
                  <a:lnTo>
                    <a:pt x="1364" y="5675"/>
                  </a:lnTo>
                  <a:lnTo>
                    <a:pt x="1583" y="5748"/>
                  </a:lnTo>
                  <a:lnTo>
                    <a:pt x="1778" y="5797"/>
                  </a:lnTo>
                  <a:lnTo>
                    <a:pt x="1778" y="5797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71" name="Shape 730">
              <a:extLst>
                <a:ext uri="{FF2B5EF4-FFF2-40B4-BE49-F238E27FC236}">
                  <a16:creationId xmlns:a16="http://schemas.microsoft.com/office/drawing/2014/main" id="{0EA136BA-8E8A-4A99-9F33-D08BDC761BF4}"/>
                </a:ext>
              </a:extLst>
            </p:cNvPr>
            <p:cNvSpPr/>
            <p:nvPr/>
          </p:nvSpPr>
          <p:spPr>
            <a:xfrm>
              <a:off x="6931675" y="5150500"/>
              <a:ext cx="87075" cy="115725"/>
            </a:xfrm>
            <a:custGeom>
              <a:avLst/>
              <a:gdLst/>
              <a:ahLst/>
              <a:cxnLst/>
              <a:rect l="0" t="0" r="0" b="0"/>
              <a:pathLst>
                <a:path w="3483" h="4629" fill="none" extrusionOk="0">
                  <a:moveTo>
                    <a:pt x="2558" y="98"/>
                  </a:moveTo>
                  <a:lnTo>
                    <a:pt x="2558" y="98"/>
                  </a:lnTo>
                  <a:lnTo>
                    <a:pt x="2387" y="49"/>
                  </a:lnTo>
                  <a:lnTo>
                    <a:pt x="2241" y="1"/>
                  </a:lnTo>
                  <a:lnTo>
                    <a:pt x="2095" y="1"/>
                  </a:lnTo>
                  <a:lnTo>
                    <a:pt x="1973" y="1"/>
                  </a:lnTo>
                  <a:lnTo>
                    <a:pt x="1851" y="49"/>
                  </a:lnTo>
                  <a:lnTo>
                    <a:pt x="1729" y="98"/>
                  </a:lnTo>
                  <a:lnTo>
                    <a:pt x="1632" y="196"/>
                  </a:lnTo>
                  <a:lnTo>
                    <a:pt x="1535" y="293"/>
                  </a:lnTo>
                  <a:lnTo>
                    <a:pt x="1364" y="561"/>
                  </a:lnTo>
                  <a:lnTo>
                    <a:pt x="1169" y="902"/>
                  </a:lnTo>
                  <a:lnTo>
                    <a:pt x="780" y="1730"/>
                  </a:lnTo>
                  <a:lnTo>
                    <a:pt x="780" y="1730"/>
                  </a:lnTo>
                  <a:lnTo>
                    <a:pt x="366" y="2607"/>
                  </a:lnTo>
                  <a:lnTo>
                    <a:pt x="195" y="2996"/>
                  </a:lnTo>
                  <a:lnTo>
                    <a:pt x="73" y="3386"/>
                  </a:lnTo>
                  <a:lnTo>
                    <a:pt x="25" y="3557"/>
                  </a:lnTo>
                  <a:lnTo>
                    <a:pt x="0" y="3727"/>
                  </a:lnTo>
                  <a:lnTo>
                    <a:pt x="25" y="3898"/>
                  </a:lnTo>
                  <a:lnTo>
                    <a:pt x="49" y="4044"/>
                  </a:lnTo>
                  <a:lnTo>
                    <a:pt x="98" y="4165"/>
                  </a:lnTo>
                  <a:lnTo>
                    <a:pt x="195" y="4287"/>
                  </a:lnTo>
                  <a:lnTo>
                    <a:pt x="317" y="4385"/>
                  </a:lnTo>
                  <a:lnTo>
                    <a:pt x="463" y="4482"/>
                  </a:lnTo>
                  <a:lnTo>
                    <a:pt x="463" y="4482"/>
                  </a:lnTo>
                  <a:lnTo>
                    <a:pt x="633" y="4555"/>
                  </a:lnTo>
                  <a:lnTo>
                    <a:pt x="828" y="4604"/>
                  </a:lnTo>
                  <a:lnTo>
                    <a:pt x="1023" y="4628"/>
                  </a:lnTo>
                  <a:lnTo>
                    <a:pt x="1194" y="4628"/>
                  </a:lnTo>
                  <a:lnTo>
                    <a:pt x="1388" y="4604"/>
                  </a:lnTo>
                  <a:lnTo>
                    <a:pt x="1583" y="4555"/>
                  </a:lnTo>
                  <a:lnTo>
                    <a:pt x="1778" y="4482"/>
                  </a:lnTo>
                  <a:lnTo>
                    <a:pt x="1949" y="4409"/>
                  </a:lnTo>
                  <a:lnTo>
                    <a:pt x="2143" y="4312"/>
                  </a:lnTo>
                  <a:lnTo>
                    <a:pt x="2314" y="4190"/>
                  </a:lnTo>
                  <a:lnTo>
                    <a:pt x="2484" y="4044"/>
                  </a:lnTo>
                  <a:lnTo>
                    <a:pt x="2655" y="3873"/>
                  </a:lnTo>
                  <a:lnTo>
                    <a:pt x="2801" y="3703"/>
                  </a:lnTo>
                  <a:lnTo>
                    <a:pt x="2947" y="3508"/>
                  </a:lnTo>
                  <a:lnTo>
                    <a:pt x="3069" y="3313"/>
                  </a:lnTo>
                  <a:lnTo>
                    <a:pt x="3191" y="3094"/>
                  </a:lnTo>
                  <a:lnTo>
                    <a:pt x="3191" y="3094"/>
                  </a:lnTo>
                  <a:lnTo>
                    <a:pt x="3288" y="2875"/>
                  </a:lnTo>
                  <a:lnTo>
                    <a:pt x="3361" y="2631"/>
                  </a:lnTo>
                  <a:lnTo>
                    <a:pt x="3410" y="2412"/>
                  </a:lnTo>
                  <a:lnTo>
                    <a:pt x="3459" y="2168"/>
                  </a:lnTo>
                  <a:lnTo>
                    <a:pt x="3483" y="1949"/>
                  </a:lnTo>
                  <a:lnTo>
                    <a:pt x="3483" y="1730"/>
                  </a:lnTo>
                  <a:lnTo>
                    <a:pt x="3459" y="1511"/>
                  </a:lnTo>
                  <a:lnTo>
                    <a:pt x="3434" y="1316"/>
                  </a:lnTo>
                  <a:lnTo>
                    <a:pt x="3386" y="1121"/>
                  </a:lnTo>
                  <a:lnTo>
                    <a:pt x="3313" y="926"/>
                  </a:lnTo>
                  <a:lnTo>
                    <a:pt x="3239" y="756"/>
                  </a:lnTo>
                  <a:lnTo>
                    <a:pt x="3118" y="585"/>
                  </a:lnTo>
                  <a:lnTo>
                    <a:pt x="2996" y="439"/>
                  </a:lnTo>
                  <a:lnTo>
                    <a:pt x="2874" y="317"/>
                  </a:lnTo>
                  <a:lnTo>
                    <a:pt x="2728" y="196"/>
                  </a:lnTo>
                  <a:lnTo>
                    <a:pt x="2558" y="98"/>
                  </a:lnTo>
                  <a:lnTo>
                    <a:pt x="2558" y="98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72" name="Shape 731">
              <a:extLst>
                <a:ext uri="{FF2B5EF4-FFF2-40B4-BE49-F238E27FC236}">
                  <a16:creationId xmlns:a16="http://schemas.microsoft.com/office/drawing/2014/main" id="{DE5A411F-20BC-4FD0-AA46-908B01F1C876}"/>
                </a:ext>
              </a:extLst>
            </p:cNvPr>
            <p:cNvSpPr/>
            <p:nvPr/>
          </p:nvSpPr>
          <p:spPr>
            <a:xfrm>
              <a:off x="6715525" y="5180350"/>
              <a:ext cx="263050" cy="247825"/>
            </a:xfrm>
            <a:custGeom>
              <a:avLst/>
              <a:gdLst/>
              <a:ahLst/>
              <a:cxnLst/>
              <a:rect l="0" t="0" r="0" b="0"/>
              <a:pathLst>
                <a:path w="10522" h="9913" fill="none" extrusionOk="0">
                  <a:moveTo>
                    <a:pt x="8135" y="3191"/>
                  </a:moveTo>
                  <a:lnTo>
                    <a:pt x="8135" y="3191"/>
                  </a:lnTo>
                  <a:lnTo>
                    <a:pt x="8037" y="2923"/>
                  </a:lnTo>
                  <a:lnTo>
                    <a:pt x="7940" y="2655"/>
                  </a:lnTo>
                  <a:lnTo>
                    <a:pt x="7794" y="2119"/>
                  </a:lnTo>
                  <a:lnTo>
                    <a:pt x="7721" y="1851"/>
                  </a:lnTo>
                  <a:lnTo>
                    <a:pt x="7623" y="1608"/>
                  </a:lnTo>
                  <a:lnTo>
                    <a:pt x="7502" y="1340"/>
                  </a:lnTo>
                  <a:lnTo>
                    <a:pt x="7355" y="1120"/>
                  </a:lnTo>
                  <a:lnTo>
                    <a:pt x="7355" y="1120"/>
                  </a:lnTo>
                  <a:lnTo>
                    <a:pt x="7161" y="853"/>
                  </a:lnTo>
                  <a:lnTo>
                    <a:pt x="6941" y="633"/>
                  </a:lnTo>
                  <a:lnTo>
                    <a:pt x="6698" y="463"/>
                  </a:lnTo>
                  <a:lnTo>
                    <a:pt x="6430" y="292"/>
                  </a:lnTo>
                  <a:lnTo>
                    <a:pt x="6162" y="171"/>
                  </a:lnTo>
                  <a:lnTo>
                    <a:pt x="5870" y="73"/>
                  </a:lnTo>
                  <a:lnTo>
                    <a:pt x="5578" y="25"/>
                  </a:lnTo>
                  <a:lnTo>
                    <a:pt x="5285" y="0"/>
                  </a:lnTo>
                  <a:lnTo>
                    <a:pt x="5285" y="0"/>
                  </a:lnTo>
                  <a:lnTo>
                    <a:pt x="5261" y="0"/>
                  </a:lnTo>
                  <a:lnTo>
                    <a:pt x="5261" y="0"/>
                  </a:lnTo>
                  <a:lnTo>
                    <a:pt x="5237" y="0"/>
                  </a:lnTo>
                  <a:lnTo>
                    <a:pt x="5237" y="0"/>
                  </a:lnTo>
                  <a:lnTo>
                    <a:pt x="4944" y="25"/>
                  </a:lnTo>
                  <a:lnTo>
                    <a:pt x="4652" y="73"/>
                  </a:lnTo>
                  <a:lnTo>
                    <a:pt x="4360" y="171"/>
                  </a:lnTo>
                  <a:lnTo>
                    <a:pt x="4092" y="292"/>
                  </a:lnTo>
                  <a:lnTo>
                    <a:pt x="3824" y="463"/>
                  </a:lnTo>
                  <a:lnTo>
                    <a:pt x="3580" y="633"/>
                  </a:lnTo>
                  <a:lnTo>
                    <a:pt x="3361" y="853"/>
                  </a:lnTo>
                  <a:lnTo>
                    <a:pt x="3166" y="1120"/>
                  </a:lnTo>
                  <a:lnTo>
                    <a:pt x="3166" y="1120"/>
                  </a:lnTo>
                  <a:lnTo>
                    <a:pt x="3020" y="1340"/>
                  </a:lnTo>
                  <a:lnTo>
                    <a:pt x="2898" y="1608"/>
                  </a:lnTo>
                  <a:lnTo>
                    <a:pt x="2801" y="1851"/>
                  </a:lnTo>
                  <a:lnTo>
                    <a:pt x="2728" y="2119"/>
                  </a:lnTo>
                  <a:lnTo>
                    <a:pt x="2558" y="2655"/>
                  </a:lnTo>
                  <a:lnTo>
                    <a:pt x="2484" y="2923"/>
                  </a:lnTo>
                  <a:lnTo>
                    <a:pt x="2387" y="3191"/>
                  </a:lnTo>
                  <a:lnTo>
                    <a:pt x="2387" y="3191"/>
                  </a:lnTo>
                  <a:lnTo>
                    <a:pt x="2241" y="3434"/>
                  </a:lnTo>
                  <a:lnTo>
                    <a:pt x="2095" y="3678"/>
                  </a:lnTo>
                  <a:lnTo>
                    <a:pt x="1900" y="3897"/>
                  </a:lnTo>
                  <a:lnTo>
                    <a:pt x="1729" y="4092"/>
                  </a:lnTo>
                  <a:lnTo>
                    <a:pt x="1315" y="4457"/>
                  </a:lnTo>
                  <a:lnTo>
                    <a:pt x="901" y="4847"/>
                  </a:lnTo>
                  <a:lnTo>
                    <a:pt x="901" y="4847"/>
                  </a:lnTo>
                  <a:lnTo>
                    <a:pt x="707" y="5066"/>
                  </a:lnTo>
                  <a:lnTo>
                    <a:pt x="512" y="5310"/>
                  </a:lnTo>
                  <a:lnTo>
                    <a:pt x="366" y="5553"/>
                  </a:lnTo>
                  <a:lnTo>
                    <a:pt x="244" y="5821"/>
                  </a:lnTo>
                  <a:lnTo>
                    <a:pt x="146" y="6113"/>
                  </a:lnTo>
                  <a:lnTo>
                    <a:pt x="73" y="6405"/>
                  </a:lnTo>
                  <a:lnTo>
                    <a:pt x="25" y="6722"/>
                  </a:lnTo>
                  <a:lnTo>
                    <a:pt x="0" y="7014"/>
                  </a:lnTo>
                  <a:lnTo>
                    <a:pt x="0" y="7014"/>
                  </a:lnTo>
                  <a:lnTo>
                    <a:pt x="25" y="7307"/>
                  </a:lnTo>
                  <a:lnTo>
                    <a:pt x="49" y="7599"/>
                  </a:lnTo>
                  <a:lnTo>
                    <a:pt x="122" y="7867"/>
                  </a:lnTo>
                  <a:lnTo>
                    <a:pt x="219" y="8135"/>
                  </a:lnTo>
                  <a:lnTo>
                    <a:pt x="317" y="8403"/>
                  </a:lnTo>
                  <a:lnTo>
                    <a:pt x="439" y="8622"/>
                  </a:lnTo>
                  <a:lnTo>
                    <a:pt x="609" y="8865"/>
                  </a:lnTo>
                  <a:lnTo>
                    <a:pt x="780" y="9060"/>
                  </a:lnTo>
                  <a:lnTo>
                    <a:pt x="950" y="9255"/>
                  </a:lnTo>
                  <a:lnTo>
                    <a:pt x="1145" y="9401"/>
                  </a:lnTo>
                  <a:lnTo>
                    <a:pt x="1364" y="9547"/>
                  </a:lnTo>
                  <a:lnTo>
                    <a:pt x="1608" y="9669"/>
                  </a:lnTo>
                  <a:lnTo>
                    <a:pt x="1851" y="9766"/>
                  </a:lnTo>
                  <a:lnTo>
                    <a:pt x="2095" y="9840"/>
                  </a:lnTo>
                  <a:lnTo>
                    <a:pt x="2363" y="9888"/>
                  </a:lnTo>
                  <a:lnTo>
                    <a:pt x="2606" y="9913"/>
                  </a:lnTo>
                  <a:lnTo>
                    <a:pt x="2606" y="9913"/>
                  </a:lnTo>
                  <a:lnTo>
                    <a:pt x="2972" y="9888"/>
                  </a:lnTo>
                  <a:lnTo>
                    <a:pt x="3337" y="9791"/>
                  </a:lnTo>
                  <a:lnTo>
                    <a:pt x="3678" y="9669"/>
                  </a:lnTo>
                  <a:lnTo>
                    <a:pt x="3994" y="9474"/>
                  </a:lnTo>
                  <a:lnTo>
                    <a:pt x="3994" y="9474"/>
                  </a:lnTo>
                  <a:lnTo>
                    <a:pt x="4141" y="9377"/>
                  </a:lnTo>
                  <a:lnTo>
                    <a:pt x="4287" y="9304"/>
                  </a:lnTo>
                  <a:lnTo>
                    <a:pt x="4433" y="9279"/>
                  </a:lnTo>
                  <a:lnTo>
                    <a:pt x="4579" y="9231"/>
                  </a:lnTo>
                  <a:lnTo>
                    <a:pt x="4896" y="9206"/>
                  </a:lnTo>
                  <a:lnTo>
                    <a:pt x="5261" y="9206"/>
                  </a:lnTo>
                  <a:lnTo>
                    <a:pt x="5261" y="9206"/>
                  </a:lnTo>
                  <a:lnTo>
                    <a:pt x="5626" y="9206"/>
                  </a:lnTo>
                  <a:lnTo>
                    <a:pt x="5943" y="9231"/>
                  </a:lnTo>
                  <a:lnTo>
                    <a:pt x="6089" y="9279"/>
                  </a:lnTo>
                  <a:lnTo>
                    <a:pt x="6235" y="9304"/>
                  </a:lnTo>
                  <a:lnTo>
                    <a:pt x="6381" y="9377"/>
                  </a:lnTo>
                  <a:lnTo>
                    <a:pt x="6527" y="9474"/>
                  </a:lnTo>
                  <a:lnTo>
                    <a:pt x="6527" y="9474"/>
                  </a:lnTo>
                  <a:lnTo>
                    <a:pt x="6844" y="9669"/>
                  </a:lnTo>
                  <a:lnTo>
                    <a:pt x="7185" y="9791"/>
                  </a:lnTo>
                  <a:lnTo>
                    <a:pt x="7550" y="9888"/>
                  </a:lnTo>
                  <a:lnTo>
                    <a:pt x="7916" y="9913"/>
                  </a:lnTo>
                  <a:lnTo>
                    <a:pt x="7916" y="9913"/>
                  </a:lnTo>
                  <a:lnTo>
                    <a:pt x="8184" y="9888"/>
                  </a:lnTo>
                  <a:lnTo>
                    <a:pt x="8427" y="9840"/>
                  </a:lnTo>
                  <a:lnTo>
                    <a:pt x="8671" y="9766"/>
                  </a:lnTo>
                  <a:lnTo>
                    <a:pt x="8914" y="9669"/>
                  </a:lnTo>
                  <a:lnTo>
                    <a:pt x="9158" y="9547"/>
                  </a:lnTo>
                  <a:lnTo>
                    <a:pt x="9377" y="9401"/>
                  </a:lnTo>
                  <a:lnTo>
                    <a:pt x="9572" y="9255"/>
                  </a:lnTo>
                  <a:lnTo>
                    <a:pt x="9742" y="9060"/>
                  </a:lnTo>
                  <a:lnTo>
                    <a:pt x="9913" y="8865"/>
                  </a:lnTo>
                  <a:lnTo>
                    <a:pt x="10083" y="8622"/>
                  </a:lnTo>
                  <a:lnTo>
                    <a:pt x="10205" y="8403"/>
                  </a:lnTo>
                  <a:lnTo>
                    <a:pt x="10302" y="8135"/>
                  </a:lnTo>
                  <a:lnTo>
                    <a:pt x="10400" y="7867"/>
                  </a:lnTo>
                  <a:lnTo>
                    <a:pt x="10473" y="7599"/>
                  </a:lnTo>
                  <a:lnTo>
                    <a:pt x="10497" y="7307"/>
                  </a:lnTo>
                  <a:lnTo>
                    <a:pt x="10522" y="7014"/>
                  </a:lnTo>
                  <a:lnTo>
                    <a:pt x="10522" y="7014"/>
                  </a:lnTo>
                  <a:lnTo>
                    <a:pt x="10497" y="6722"/>
                  </a:lnTo>
                  <a:lnTo>
                    <a:pt x="10449" y="6405"/>
                  </a:lnTo>
                  <a:lnTo>
                    <a:pt x="10375" y="6113"/>
                  </a:lnTo>
                  <a:lnTo>
                    <a:pt x="10278" y="5821"/>
                  </a:lnTo>
                  <a:lnTo>
                    <a:pt x="10156" y="5553"/>
                  </a:lnTo>
                  <a:lnTo>
                    <a:pt x="10010" y="5310"/>
                  </a:lnTo>
                  <a:lnTo>
                    <a:pt x="9815" y="5066"/>
                  </a:lnTo>
                  <a:lnTo>
                    <a:pt x="9620" y="4847"/>
                  </a:lnTo>
                  <a:lnTo>
                    <a:pt x="9620" y="4847"/>
                  </a:lnTo>
                  <a:lnTo>
                    <a:pt x="9206" y="4457"/>
                  </a:lnTo>
                  <a:lnTo>
                    <a:pt x="8792" y="4092"/>
                  </a:lnTo>
                  <a:lnTo>
                    <a:pt x="8622" y="3897"/>
                  </a:lnTo>
                  <a:lnTo>
                    <a:pt x="8427" y="3678"/>
                  </a:lnTo>
                  <a:lnTo>
                    <a:pt x="8281" y="3434"/>
                  </a:lnTo>
                  <a:lnTo>
                    <a:pt x="8135" y="3191"/>
                  </a:lnTo>
                  <a:lnTo>
                    <a:pt x="8135" y="3191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573" name="Shape 732">
            <a:extLst>
              <a:ext uri="{FF2B5EF4-FFF2-40B4-BE49-F238E27FC236}">
                <a16:creationId xmlns:a16="http://schemas.microsoft.com/office/drawing/2014/main" id="{AEBADAB8-FE92-496A-99C1-4119404AB65D}"/>
              </a:ext>
            </a:extLst>
          </p:cNvPr>
          <p:cNvGrpSpPr/>
          <p:nvPr/>
        </p:nvGrpSpPr>
        <p:grpSpPr>
          <a:xfrm>
            <a:off x="8978684" y="936513"/>
            <a:ext cx="331645" cy="295771"/>
            <a:chOff x="3927500" y="301425"/>
            <a:chExt cx="461550" cy="411625"/>
          </a:xfrm>
          <a:solidFill>
            <a:srgbClr val="00B050"/>
          </a:solidFill>
        </p:grpSpPr>
        <p:sp>
          <p:nvSpPr>
            <p:cNvPr id="574" name="Shape 733">
              <a:extLst>
                <a:ext uri="{FF2B5EF4-FFF2-40B4-BE49-F238E27FC236}">
                  <a16:creationId xmlns:a16="http://schemas.microsoft.com/office/drawing/2014/main" id="{00F80BCA-F4D9-483B-80B3-99252BFB516B}"/>
                </a:ext>
              </a:extLst>
            </p:cNvPr>
            <p:cNvSpPr/>
            <p:nvPr/>
          </p:nvSpPr>
          <p:spPr>
            <a:xfrm>
              <a:off x="4080925" y="302050"/>
              <a:ext cx="154075" cy="411000"/>
            </a:xfrm>
            <a:custGeom>
              <a:avLst/>
              <a:gdLst/>
              <a:ahLst/>
              <a:cxnLst/>
              <a:rect l="0" t="0" r="0" b="0"/>
              <a:pathLst>
                <a:path w="6163" h="16440" fill="none" extrusionOk="0">
                  <a:moveTo>
                    <a:pt x="6162" y="3118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6162" y="16440"/>
                  </a:lnTo>
                  <a:lnTo>
                    <a:pt x="6162" y="3118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75" name="Shape 734">
              <a:extLst>
                <a:ext uri="{FF2B5EF4-FFF2-40B4-BE49-F238E27FC236}">
                  <a16:creationId xmlns:a16="http://schemas.microsoft.com/office/drawing/2014/main" id="{94E2C70E-CFFB-4D02-BC73-16B55A9E0FC0}"/>
                </a:ext>
              </a:extLst>
            </p:cNvPr>
            <p:cNvSpPr/>
            <p:nvPr/>
          </p:nvSpPr>
          <p:spPr>
            <a:xfrm>
              <a:off x="3927500" y="301425"/>
              <a:ext cx="153450" cy="406150"/>
            </a:xfrm>
            <a:custGeom>
              <a:avLst/>
              <a:gdLst/>
              <a:ahLst/>
              <a:cxnLst/>
              <a:rect l="0" t="0" r="0" b="0"/>
              <a:pathLst>
                <a:path w="6138" h="16245" fill="none" extrusionOk="0">
                  <a:moveTo>
                    <a:pt x="6137" y="1"/>
                  </a:moveTo>
                  <a:lnTo>
                    <a:pt x="536" y="2850"/>
                  </a:lnTo>
                  <a:lnTo>
                    <a:pt x="536" y="2850"/>
                  </a:lnTo>
                  <a:lnTo>
                    <a:pt x="414" y="2899"/>
                  </a:lnTo>
                  <a:lnTo>
                    <a:pt x="317" y="2997"/>
                  </a:lnTo>
                  <a:lnTo>
                    <a:pt x="219" y="3094"/>
                  </a:lnTo>
                  <a:lnTo>
                    <a:pt x="146" y="3216"/>
                  </a:lnTo>
                  <a:lnTo>
                    <a:pt x="73" y="3313"/>
                  </a:lnTo>
                  <a:lnTo>
                    <a:pt x="24" y="3435"/>
                  </a:lnTo>
                  <a:lnTo>
                    <a:pt x="0" y="3557"/>
                  </a:lnTo>
                  <a:lnTo>
                    <a:pt x="0" y="3679"/>
                  </a:lnTo>
                  <a:lnTo>
                    <a:pt x="0" y="15880"/>
                  </a:lnTo>
                  <a:lnTo>
                    <a:pt x="0" y="15880"/>
                  </a:lnTo>
                  <a:lnTo>
                    <a:pt x="0" y="16002"/>
                  </a:lnTo>
                  <a:lnTo>
                    <a:pt x="49" y="16075"/>
                  </a:lnTo>
                  <a:lnTo>
                    <a:pt x="97" y="16148"/>
                  </a:lnTo>
                  <a:lnTo>
                    <a:pt x="170" y="16197"/>
                  </a:lnTo>
                  <a:lnTo>
                    <a:pt x="244" y="16221"/>
                  </a:lnTo>
                  <a:lnTo>
                    <a:pt x="341" y="16246"/>
                  </a:lnTo>
                  <a:lnTo>
                    <a:pt x="463" y="16221"/>
                  </a:lnTo>
                  <a:lnTo>
                    <a:pt x="560" y="16173"/>
                  </a:lnTo>
                  <a:lnTo>
                    <a:pt x="6137" y="13323"/>
                  </a:lnTo>
                  <a:lnTo>
                    <a:pt x="6137" y="1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76" name="Shape 735">
              <a:extLst>
                <a:ext uri="{FF2B5EF4-FFF2-40B4-BE49-F238E27FC236}">
                  <a16:creationId xmlns:a16="http://schemas.microsoft.com/office/drawing/2014/main" id="{756A48EE-7637-4B4F-B67A-465074A2BE23}"/>
                </a:ext>
              </a:extLst>
            </p:cNvPr>
            <p:cNvSpPr/>
            <p:nvPr/>
          </p:nvSpPr>
          <p:spPr>
            <a:xfrm>
              <a:off x="4234975" y="306925"/>
              <a:ext cx="154075" cy="405525"/>
            </a:xfrm>
            <a:custGeom>
              <a:avLst/>
              <a:gdLst/>
              <a:ahLst/>
              <a:cxnLst/>
              <a:rect l="0" t="0" r="0" b="0"/>
              <a:pathLst>
                <a:path w="6163" h="16220" fill="none" extrusionOk="0">
                  <a:moveTo>
                    <a:pt x="5578" y="49"/>
                  </a:moveTo>
                  <a:lnTo>
                    <a:pt x="0" y="2898"/>
                  </a:lnTo>
                  <a:lnTo>
                    <a:pt x="0" y="16221"/>
                  </a:lnTo>
                  <a:lnTo>
                    <a:pt x="5626" y="13371"/>
                  </a:lnTo>
                  <a:lnTo>
                    <a:pt x="5626" y="13371"/>
                  </a:lnTo>
                  <a:lnTo>
                    <a:pt x="5724" y="13322"/>
                  </a:lnTo>
                  <a:lnTo>
                    <a:pt x="5845" y="13225"/>
                  </a:lnTo>
                  <a:lnTo>
                    <a:pt x="5918" y="13127"/>
                  </a:lnTo>
                  <a:lnTo>
                    <a:pt x="6016" y="13030"/>
                  </a:lnTo>
                  <a:lnTo>
                    <a:pt x="6065" y="12908"/>
                  </a:lnTo>
                  <a:lnTo>
                    <a:pt x="6113" y="12786"/>
                  </a:lnTo>
                  <a:lnTo>
                    <a:pt x="6138" y="12665"/>
                  </a:lnTo>
                  <a:lnTo>
                    <a:pt x="6162" y="12543"/>
                  </a:lnTo>
                  <a:lnTo>
                    <a:pt x="6162" y="341"/>
                  </a:lnTo>
                  <a:lnTo>
                    <a:pt x="6162" y="341"/>
                  </a:lnTo>
                  <a:lnTo>
                    <a:pt x="6138" y="219"/>
                  </a:lnTo>
                  <a:lnTo>
                    <a:pt x="6113" y="146"/>
                  </a:lnTo>
                  <a:lnTo>
                    <a:pt x="6065" y="73"/>
                  </a:lnTo>
                  <a:lnTo>
                    <a:pt x="5992" y="24"/>
                  </a:lnTo>
                  <a:lnTo>
                    <a:pt x="5894" y="0"/>
                  </a:lnTo>
                  <a:lnTo>
                    <a:pt x="5797" y="0"/>
                  </a:lnTo>
                  <a:lnTo>
                    <a:pt x="5699" y="0"/>
                  </a:lnTo>
                  <a:lnTo>
                    <a:pt x="5578" y="49"/>
                  </a:lnTo>
                  <a:lnTo>
                    <a:pt x="5578" y="49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77" name="Shape 736">
              <a:extLst>
                <a:ext uri="{FF2B5EF4-FFF2-40B4-BE49-F238E27FC236}">
                  <a16:creationId xmlns:a16="http://schemas.microsoft.com/office/drawing/2014/main" id="{740BB0CC-6013-4BD4-90B0-375B374A5966}"/>
                </a:ext>
              </a:extLst>
            </p:cNvPr>
            <p:cNvSpPr/>
            <p:nvPr/>
          </p:nvSpPr>
          <p:spPr>
            <a:xfrm>
              <a:off x="4295850" y="442075"/>
              <a:ext cx="46300" cy="26225"/>
            </a:xfrm>
            <a:custGeom>
              <a:avLst/>
              <a:gdLst/>
              <a:ahLst/>
              <a:cxnLst/>
              <a:rect l="0" t="0" r="0" b="0"/>
              <a:pathLst>
                <a:path w="1851" h="1049" fill="none" extrusionOk="0">
                  <a:moveTo>
                    <a:pt x="1" y="1"/>
                  </a:moveTo>
                  <a:lnTo>
                    <a:pt x="1852" y="1048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78" name="Shape 737">
              <a:extLst>
                <a:ext uri="{FF2B5EF4-FFF2-40B4-BE49-F238E27FC236}">
                  <a16:creationId xmlns:a16="http://schemas.microsoft.com/office/drawing/2014/main" id="{8AD7CA09-40E8-47CB-914C-BB3288D6B27F}"/>
                </a:ext>
              </a:extLst>
            </p:cNvPr>
            <p:cNvSpPr/>
            <p:nvPr/>
          </p:nvSpPr>
          <p:spPr>
            <a:xfrm>
              <a:off x="4296475" y="415900"/>
              <a:ext cx="45075" cy="78575"/>
            </a:xfrm>
            <a:custGeom>
              <a:avLst/>
              <a:gdLst/>
              <a:ahLst/>
              <a:cxnLst/>
              <a:rect l="0" t="0" r="0" b="0"/>
              <a:pathLst>
                <a:path w="1803" h="3143" fill="none" extrusionOk="0">
                  <a:moveTo>
                    <a:pt x="1802" y="1"/>
                  </a:moveTo>
                  <a:lnTo>
                    <a:pt x="0" y="3142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79" name="Shape 738">
              <a:extLst>
                <a:ext uri="{FF2B5EF4-FFF2-40B4-BE49-F238E27FC236}">
                  <a16:creationId xmlns:a16="http://schemas.microsoft.com/office/drawing/2014/main" id="{945DBB49-07C9-46BF-BCA1-2360A35D187A}"/>
                </a:ext>
              </a:extLst>
            </p:cNvPr>
            <p:cNvSpPr/>
            <p:nvPr/>
          </p:nvSpPr>
          <p:spPr>
            <a:xfrm>
              <a:off x="3968275" y="590050"/>
              <a:ext cx="25" cy="6100"/>
            </a:xfrm>
            <a:custGeom>
              <a:avLst/>
              <a:gdLst/>
              <a:ahLst/>
              <a:cxnLst/>
              <a:rect l="0" t="0" r="0" b="0"/>
              <a:pathLst>
                <a:path w="1" h="244" fill="none" extrusionOk="0">
                  <a:moveTo>
                    <a:pt x="1" y="244"/>
                  </a:moveTo>
                  <a:lnTo>
                    <a:pt x="1" y="244"/>
                  </a:lnTo>
                  <a:lnTo>
                    <a:pt x="1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80" name="Shape 739">
              <a:extLst>
                <a:ext uri="{FF2B5EF4-FFF2-40B4-BE49-F238E27FC236}">
                  <a16:creationId xmlns:a16="http://schemas.microsoft.com/office/drawing/2014/main" id="{27FBE8A0-4460-45D9-BB5C-4365F6257230}"/>
                </a:ext>
              </a:extLst>
            </p:cNvPr>
            <p:cNvSpPr/>
            <p:nvPr/>
          </p:nvSpPr>
          <p:spPr>
            <a:xfrm>
              <a:off x="3970725" y="558375"/>
              <a:ext cx="1850" cy="12200"/>
            </a:xfrm>
            <a:custGeom>
              <a:avLst/>
              <a:gdLst/>
              <a:ahLst/>
              <a:cxnLst/>
              <a:rect l="0" t="0" r="0" b="0"/>
              <a:pathLst>
                <a:path w="74" h="488" fill="none" extrusionOk="0">
                  <a:moveTo>
                    <a:pt x="0" y="488"/>
                  </a:moveTo>
                  <a:lnTo>
                    <a:pt x="73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81" name="Shape 740">
              <a:extLst>
                <a:ext uri="{FF2B5EF4-FFF2-40B4-BE49-F238E27FC236}">
                  <a16:creationId xmlns:a16="http://schemas.microsoft.com/office/drawing/2014/main" id="{15288A28-8245-43AF-A2E0-7A2B9D16CDF3}"/>
                </a:ext>
              </a:extLst>
            </p:cNvPr>
            <p:cNvSpPr/>
            <p:nvPr/>
          </p:nvSpPr>
          <p:spPr>
            <a:xfrm>
              <a:off x="3976200" y="527325"/>
              <a:ext cx="3675" cy="12200"/>
            </a:xfrm>
            <a:custGeom>
              <a:avLst/>
              <a:gdLst/>
              <a:ahLst/>
              <a:cxnLst/>
              <a:rect l="0" t="0" r="0" b="0"/>
              <a:pathLst>
                <a:path w="147" h="488" fill="none" extrusionOk="0">
                  <a:moveTo>
                    <a:pt x="0" y="488"/>
                  </a:moveTo>
                  <a:lnTo>
                    <a:pt x="98" y="147"/>
                  </a:lnTo>
                  <a:lnTo>
                    <a:pt x="147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82" name="Shape 741">
              <a:extLst>
                <a:ext uri="{FF2B5EF4-FFF2-40B4-BE49-F238E27FC236}">
                  <a16:creationId xmlns:a16="http://schemas.microsoft.com/office/drawing/2014/main" id="{01191198-CDB4-4B54-9E5A-02C549D59DE0}"/>
                </a:ext>
              </a:extLst>
            </p:cNvPr>
            <p:cNvSpPr/>
            <p:nvPr/>
          </p:nvSpPr>
          <p:spPr>
            <a:xfrm>
              <a:off x="3985950" y="498100"/>
              <a:ext cx="4875" cy="10975"/>
            </a:xfrm>
            <a:custGeom>
              <a:avLst/>
              <a:gdLst/>
              <a:ahLst/>
              <a:cxnLst/>
              <a:rect l="0" t="0" r="0" b="0"/>
              <a:pathLst>
                <a:path w="195" h="439" fill="none" extrusionOk="0">
                  <a:moveTo>
                    <a:pt x="0" y="439"/>
                  </a:moveTo>
                  <a:lnTo>
                    <a:pt x="195" y="25"/>
                  </a:lnTo>
                  <a:lnTo>
                    <a:pt x="195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83" name="Shape 742">
              <a:extLst>
                <a:ext uri="{FF2B5EF4-FFF2-40B4-BE49-F238E27FC236}">
                  <a16:creationId xmlns:a16="http://schemas.microsoft.com/office/drawing/2014/main" id="{13C756A9-97EE-4946-BC93-75873F1224D6}"/>
                </a:ext>
              </a:extLst>
            </p:cNvPr>
            <p:cNvSpPr/>
            <p:nvPr/>
          </p:nvSpPr>
          <p:spPr>
            <a:xfrm>
              <a:off x="4000550" y="471300"/>
              <a:ext cx="7325" cy="9775"/>
            </a:xfrm>
            <a:custGeom>
              <a:avLst/>
              <a:gdLst/>
              <a:ahLst/>
              <a:cxnLst/>
              <a:rect l="0" t="0" r="0" b="0"/>
              <a:pathLst>
                <a:path w="293" h="391" fill="none" extrusionOk="0">
                  <a:moveTo>
                    <a:pt x="1" y="391"/>
                  </a:moveTo>
                  <a:lnTo>
                    <a:pt x="74" y="269"/>
                  </a:lnTo>
                  <a:lnTo>
                    <a:pt x="293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84" name="Shape 743">
              <a:extLst>
                <a:ext uri="{FF2B5EF4-FFF2-40B4-BE49-F238E27FC236}">
                  <a16:creationId xmlns:a16="http://schemas.microsoft.com/office/drawing/2014/main" id="{4BD55447-7664-434A-B4FC-5FB71A4C76F3}"/>
                </a:ext>
              </a:extLst>
            </p:cNvPr>
            <p:cNvSpPr/>
            <p:nvPr/>
          </p:nvSpPr>
          <p:spPr>
            <a:xfrm>
              <a:off x="4021250" y="450600"/>
              <a:ext cx="10375" cy="6725"/>
            </a:xfrm>
            <a:custGeom>
              <a:avLst/>
              <a:gdLst/>
              <a:ahLst/>
              <a:cxnLst/>
              <a:rect l="0" t="0" r="0" b="0"/>
              <a:pathLst>
                <a:path w="415" h="269" fill="none" extrusionOk="0">
                  <a:moveTo>
                    <a:pt x="1" y="269"/>
                  </a:moveTo>
                  <a:lnTo>
                    <a:pt x="25" y="244"/>
                  </a:lnTo>
                  <a:lnTo>
                    <a:pt x="220" y="123"/>
                  </a:lnTo>
                  <a:lnTo>
                    <a:pt x="415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85" name="Shape 744">
              <a:extLst>
                <a:ext uri="{FF2B5EF4-FFF2-40B4-BE49-F238E27FC236}">
                  <a16:creationId xmlns:a16="http://schemas.microsoft.com/office/drawing/2014/main" id="{615D7F8C-C28C-4999-A472-9458BB93D63D}"/>
                </a:ext>
              </a:extLst>
            </p:cNvPr>
            <p:cNvSpPr/>
            <p:nvPr/>
          </p:nvSpPr>
          <p:spPr>
            <a:xfrm>
              <a:off x="4049250" y="440250"/>
              <a:ext cx="11600" cy="2475"/>
            </a:xfrm>
            <a:custGeom>
              <a:avLst/>
              <a:gdLst/>
              <a:ahLst/>
              <a:cxnLst/>
              <a:rect l="0" t="0" r="0" b="0"/>
              <a:pathLst>
                <a:path w="463" h="99" fill="none" extrusionOk="0">
                  <a:moveTo>
                    <a:pt x="1" y="98"/>
                  </a:moveTo>
                  <a:lnTo>
                    <a:pt x="220" y="50"/>
                  </a:lnTo>
                  <a:lnTo>
                    <a:pt x="464" y="1"/>
                  </a:lnTo>
                  <a:lnTo>
                    <a:pt x="464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86" name="Shape 745">
              <a:extLst>
                <a:ext uri="{FF2B5EF4-FFF2-40B4-BE49-F238E27FC236}">
                  <a16:creationId xmlns:a16="http://schemas.microsoft.com/office/drawing/2014/main" id="{CE87C49D-8ECF-4DB9-A7E6-7CE344523E80}"/>
                </a:ext>
              </a:extLst>
            </p:cNvPr>
            <p:cNvSpPr/>
            <p:nvPr/>
          </p:nvSpPr>
          <p:spPr>
            <a:xfrm>
              <a:off x="4080325" y="439650"/>
              <a:ext cx="12200" cy="1850"/>
            </a:xfrm>
            <a:custGeom>
              <a:avLst/>
              <a:gdLst/>
              <a:ahLst/>
              <a:cxnLst/>
              <a:rect l="0" t="0" r="0" b="0"/>
              <a:pathLst>
                <a:path w="488" h="74" fill="none" extrusionOk="0">
                  <a:moveTo>
                    <a:pt x="0" y="0"/>
                  </a:moveTo>
                  <a:lnTo>
                    <a:pt x="146" y="0"/>
                  </a:lnTo>
                  <a:lnTo>
                    <a:pt x="463" y="74"/>
                  </a:lnTo>
                  <a:lnTo>
                    <a:pt x="487" y="74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87" name="Shape 746">
              <a:extLst>
                <a:ext uri="{FF2B5EF4-FFF2-40B4-BE49-F238E27FC236}">
                  <a16:creationId xmlns:a16="http://schemas.microsoft.com/office/drawing/2014/main" id="{B0DC2796-2CA1-4089-95FF-9093E8102691}"/>
                </a:ext>
              </a:extLst>
            </p:cNvPr>
            <p:cNvSpPr/>
            <p:nvPr/>
          </p:nvSpPr>
          <p:spPr>
            <a:xfrm>
              <a:off x="4110150" y="450000"/>
              <a:ext cx="9150" cy="7950"/>
            </a:xfrm>
            <a:custGeom>
              <a:avLst/>
              <a:gdLst/>
              <a:ahLst/>
              <a:cxnLst/>
              <a:rect l="0" t="0" r="0" b="0"/>
              <a:pathLst>
                <a:path w="366" h="318" fill="none" extrusionOk="0">
                  <a:moveTo>
                    <a:pt x="0" y="1"/>
                  </a:moveTo>
                  <a:lnTo>
                    <a:pt x="98" y="74"/>
                  </a:lnTo>
                  <a:lnTo>
                    <a:pt x="317" y="268"/>
                  </a:lnTo>
                  <a:lnTo>
                    <a:pt x="366" y="317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88" name="Shape 747">
              <a:extLst>
                <a:ext uri="{FF2B5EF4-FFF2-40B4-BE49-F238E27FC236}">
                  <a16:creationId xmlns:a16="http://schemas.microsoft.com/office/drawing/2014/main" id="{87514B31-A5F5-4169-9C16-844CC72CDBE8}"/>
                </a:ext>
              </a:extLst>
            </p:cNvPr>
            <p:cNvSpPr/>
            <p:nvPr/>
          </p:nvSpPr>
          <p:spPr>
            <a:xfrm>
              <a:off x="4130250" y="473750"/>
              <a:ext cx="4900" cy="10975"/>
            </a:xfrm>
            <a:custGeom>
              <a:avLst/>
              <a:gdLst/>
              <a:ahLst/>
              <a:cxnLst/>
              <a:rect l="0" t="0" r="0" b="0"/>
              <a:pathLst>
                <a:path w="196" h="439" fill="none" extrusionOk="0">
                  <a:moveTo>
                    <a:pt x="0" y="0"/>
                  </a:moveTo>
                  <a:lnTo>
                    <a:pt x="25" y="73"/>
                  </a:lnTo>
                  <a:lnTo>
                    <a:pt x="171" y="366"/>
                  </a:lnTo>
                  <a:lnTo>
                    <a:pt x="195" y="439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89" name="Shape 748">
              <a:extLst>
                <a:ext uri="{FF2B5EF4-FFF2-40B4-BE49-F238E27FC236}">
                  <a16:creationId xmlns:a16="http://schemas.microsoft.com/office/drawing/2014/main" id="{5795498A-27B4-4BF4-A7D8-41AE8E92D496}"/>
                </a:ext>
              </a:extLst>
            </p:cNvPr>
            <p:cNvSpPr/>
            <p:nvPr/>
          </p:nvSpPr>
          <p:spPr>
            <a:xfrm>
              <a:off x="4141800" y="502975"/>
              <a:ext cx="3700" cy="11600"/>
            </a:xfrm>
            <a:custGeom>
              <a:avLst/>
              <a:gdLst/>
              <a:ahLst/>
              <a:cxnLst/>
              <a:rect l="0" t="0" r="0" b="0"/>
              <a:pathLst>
                <a:path w="148" h="463" fill="none" extrusionOk="0">
                  <a:moveTo>
                    <a:pt x="1" y="0"/>
                  </a:moveTo>
                  <a:lnTo>
                    <a:pt x="147" y="46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90" name="Shape 749">
              <a:extLst>
                <a:ext uri="{FF2B5EF4-FFF2-40B4-BE49-F238E27FC236}">
                  <a16:creationId xmlns:a16="http://schemas.microsoft.com/office/drawing/2014/main" id="{59BBA0DF-06B0-4E35-9E05-D9EBEE423CB2}"/>
                </a:ext>
              </a:extLst>
            </p:cNvPr>
            <p:cNvSpPr/>
            <p:nvPr/>
          </p:nvSpPr>
          <p:spPr>
            <a:xfrm>
              <a:off x="4150950" y="533425"/>
              <a:ext cx="3675" cy="11575"/>
            </a:xfrm>
            <a:custGeom>
              <a:avLst/>
              <a:gdLst/>
              <a:ahLst/>
              <a:cxnLst/>
              <a:rect l="0" t="0" r="0" b="0"/>
              <a:pathLst>
                <a:path w="147" h="462" fill="none" extrusionOk="0">
                  <a:moveTo>
                    <a:pt x="0" y="0"/>
                  </a:moveTo>
                  <a:lnTo>
                    <a:pt x="146" y="46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91" name="Shape 750">
              <a:extLst>
                <a:ext uri="{FF2B5EF4-FFF2-40B4-BE49-F238E27FC236}">
                  <a16:creationId xmlns:a16="http://schemas.microsoft.com/office/drawing/2014/main" id="{2EE53C20-F8CD-41B9-93A9-F644824201D1}"/>
                </a:ext>
              </a:extLst>
            </p:cNvPr>
            <p:cNvSpPr/>
            <p:nvPr/>
          </p:nvSpPr>
          <p:spPr>
            <a:xfrm>
              <a:off x="4160675" y="563850"/>
              <a:ext cx="4900" cy="11000"/>
            </a:xfrm>
            <a:custGeom>
              <a:avLst/>
              <a:gdLst/>
              <a:ahLst/>
              <a:cxnLst/>
              <a:rect l="0" t="0" r="0" b="0"/>
              <a:pathLst>
                <a:path w="196" h="440" fill="none" extrusionOk="0">
                  <a:moveTo>
                    <a:pt x="1" y="1"/>
                  </a:moveTo>
                  <a:lnTo>
                    <a:pt x="50" y="123"/>
                  </a:lnTo>
                  <a:lnTo>
                    <a:pt x="196" y="415"/>
                  </a:lnTo>
                  <a:lnTo>
                    <a:pt x="196" y="439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92" name="Shape 751">
              <a:extLst>
                <a:ext uri="{FF2B5EF4-FFF2-40B4-BE49-F238E27FC236}">
                  <a16:creationId xmlns:a16="http://schemas.microsoft.com/office/drawing/2014/main" id="{D8D5D1F3-82FB-4F95-A0DA-BFA9E208A041}"/>
                </a:ext>
              </a:extLst>
            </p:cNvPr>
            <p:cNvSpPr/>
            <p:nvPr/>
          </p:nvSpPr>
          <p:spPr>
            <a:xfrm>
              <a:off x="4175300" y="591875"/>
              <a:ext cx="7325" cy="9150"/>
            </a:xfrm>
            <a:custGeom>
              <a:avLst/>
              <a:gdLst/>
              <a:ahLst/>
              <a:cxnLst/>
              <a:rect l="0" t="0" r="0" b="0"/>
              <a:pathLst>
                <a:path w="293" h="366" fill="none" extrusionOk="0">
                  <a:moveTo>
                    <a:pt x="0" y="0"/>
                  </a:moveTo>
                  <a:lnTo>
                    <a:pt x="98" y="146"/>
                  </a:lnTo>
                  <a:lnTo>
                    <a:pt x="293" y="366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93" name="Shape 752">
              <a:extLst>
                <a:ext uri="{FF2B5EF4-FFF2-40B4-BE49-F238E27FC236}">
                  <a16:creationId xmlns:a16="http://schemas.microsoft.com/office/drawing/2014/main" id="{9799BC58-F78F-4BFB-A7C6-F653EA55CD64}"/>
                </a:ext>
              </a:extLst>
            </p:cNvPr>
            <p:cNvSpPr/>
            <p:nvPr/>
          </p:nvSpPr>
          <p:spPr>
            <a:xfrm>
              <a:off x="4198425" y="613175"/>
              <a:ext cx="11000" cy="4900"/>
            </a:xfrm>
            <a:custGeom>
              <a:avLst/>
              <a:gdLst/>
              <a:ahLst/>
              <a:cxnLst/>
              <a:rect l="0" t="0" r="0" b="0"/>
              <a:pathLst>
                <a:path w="440" h="196" fill="none" extrusionOk="0">
                  <a:moveTo>
                    <a:pt x="1" y="1"/>
                  </a:moveTo>
                  <a:lnTo>
                    <a:pt x="171" y="98"/>
                  </a:lnTo>
                  <a:lnTo>
                    <a:pt x="439" y="195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94" name="Shape 753">
              <a:extLst>
                <a:ext uri="{FF2B5EF4-FFF2-40B4-BE49-F238E27FC236}">
                  <a16:creationId xmlns:a16="http://schemas.microsoft.com/office/drawing/2014/main" id="{015BE093-824A-4A4C-BD11-6421F720EEAF}"/>
                </a:ext>
              </a:extLst>
            </p:cNvPr>
            <p:cNvSpPr/>
            <p:nvPr/>
          </p:nvSpPr>
          <p:spPr>
            <a:xfrm>
              <a:off x="4228275" y="621100"/>
              <a:ext cx="12200" cy="625"/>
            </a:xfrm>
            <a:custGeom>
              <a:avLst/>
              <a:gdLst/>
              <a:ahLst/>
              <a:cxnLst/>
              <a:rect l="0" t="0" r="0" b="0"/>
              <a:pathLst>
                <a:path w="488" h="25" fill="none" extrusionOk="0">
                  <a:moveTo>
                    <a:pt x="0" y="0"/>
                  </a:moveTo>
                  <a:lnTo>
                    <a:pt x="49" y="25"/>
                  </a:lnTo>
                  <a:lnTo>
                    <a:pt x="487" y="0"/>
                  </a:lnTo>
                  <a:lnTo>
                    <a:pt x="487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95" name="Shape 754">
              <a:extLst>
                <a:ext uri="{FF2B5EF4-FFF2-40B4-BE49-F238E27FC236}">
                  <a16:creationId xmlns:a16="http://schemas.microsoft.com/office/drawing/2014/main" id="{51C8678A-DD13-416D-8EBD-296BAE265500}"/>
                </a:ext>
              </a:extLst>
            </p:cNvPr>
            <p:cNvSpPr/>
            <p:nvPr/>
          </p:nvSpPr>
          <p:spPr>
            <a:xfrm>
              <a:off x="4259925" y="616225"/>
              <a:ext cx="11600" cy="3075"/>
            </a:xfrm>
            <a:custGeom>
              <a:avLst/>
              <a:gdLst/>
              <a:ahLst/>
              <a:cxnLst/>
              <a:rect l="0" t="0" r="0" b="0"/>
              <a:pathLst>
                <a:path w="463" h="123" fill="none" extrusionOk="0">
                  <a:moveTo>
                    <a:pt x="1" y="122"/>
                  </a:moveTo>
                  <a:lnTo>
                    <a:pt x="196" y="73"/>
                  </a:lnTo>
                  <a:lnTo>
                    <a:pt x="464" y="0"/>
                  </a:lnTo>
                  <a:lnTo>
                    <a:pt x="464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96" name="Shape 755">
              <a:extLst>
                <a:ext uri="{FF2B5EF4-FFF2-40B4-BE49-F238E27FC236}">
                  <a16:creationId xmlns:a16="http://schemas.microsoft.com/office/drawing/2014/main" id="{D695F68E-2958-4E8F-A3DB-985908713CC2}"/>
                </a:ext>
              </a:extLst>
            </p:cNvPr>
            <p:cNvSpPr/>
            <p:nvPr/>
          </p:nvSpPr>
          <p:spPr>
            <a:xfrm>
              <a:off x="4289775" y="602225"/>
              <a:ext cx="10375" cy="6725"/>
            </a:xfrm>
            <a:custGeom>
              <a:avLst/>
              <a:gdLst/>
              <a:ahLst/>
              <a:cxnLst/>
              <a:rect l="0" t="0" r="0" b="0"/>
              <a:pathLst>
                <a:path w="415" h="269" fill="none" extrusionOk="0">
                  <a:moveTo>
                    <a:pt x="0" y="268"/>
                  </a:moveTo>
                  <a:lnTo>
                    <a:pt x="195" y="146"/>
                  </a:lnTo>
                  <a:lnTo>
                    <a:pt x="390" y="0"/>
                  </a:lnTo>
                  <a:lnTo>
                    <a:pt x="414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97" name="Shape 756">
              <a:extLst>
                <a:ext uri="{FF2B5EF4-FFF2-40B4-BE49-F238E27FC236}">
                  <a16:creationId xmlns:a16="http://schemas.microsoft.com/office/drawing/2014/main" id="{09BE8CB5-D62F-4699-8A48-8D86FC9C983D}"/>
                </a:ext>
              </a:extLst>
            </p:cNvPr>
            <p:cNvSpPr/>
            <p:nvPr/>
          </p:nvSpPr>
          <p:spPr>
            <a:xfrm>
              <a:off x="4313525" y="577875"/>
              <a:ext cx="6100" cy="10375"/>
            </a:xfrm>
            <a:custGeom>
              <a:avLst/>
              <a:gdLst/>
              <a:ahLst/>
              <a:cxnLst/>
              <a:rect l="0" t="0" r="0" b="0"/>
              <a:pathLst>
                <a:path w="244" h="415" fill="none" extrusionOk="0">
                  <a:moveTo>
                    <a:pt x="0" y="414"/>
                  </a:moveTo>
                  <a:lnTo>
                    <a:pt x="24" y="365"/>
                  </a:lnTo>
                  <a:lnTo>
                    <a:pt x="146" y="195"/>
                  </a:lnTo>
                  <a:lnTo>
                    <a:pt x="244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98" name="Shape 757">
              <a:extLst>
                <a:ext uri="{FF2B5EF4-FFF2-40B4-BE49-F238E27FC236}">
                  <a16:creationId xmlns:a16="http://schemas.microsoft.com/office/drawing/2014/main" id="{90F83DA6-C279-43F4-9C95-0B0BA02311C2}"/>
                </a:ext>
              </a:extLst>
            </p:cNvPr>
            <p:cNvSpPr/>
            <p:nvPr/>
          </p:nvSpPr>
          <p:spPr>
            <a:xfrm>
              <a:off x="4326300" y="547425"/>
              <a:ext cx="2450" cy="12200"/>
            </a:xfrm>
            <a:custGeom>
              <a:avLst/>
              <a:gdLst/>
              <a:ahLst/>
              <a:cxnLst/>
              <a:rect l="0" t="0" r="0" b="0"/>
              <a:pathLst>
                <a:path w="98" h="488" fill="none" extrusionOk="0">
                  <a:moveTo>
                    <a:pt x="0" y="487"/>
                  </a:moveTo>
                  <a:lnTo>
                    <a:pt x="49" y="293"/>
                  </a:lnTo>
                  <a:lnTo>
                    <a:pt x="98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599" name="Shape 758">
              <a:extLst>
                <a:ext uri="{FF2B5EF4-FFF2-40B4-BE49-F238E27FC236}">
                  <a16:creationId xmlns:a16="http://schemas.microsoft.com/office/drawing/2014/main" id="{203663D7-E10A-426F-AC10-A4CC3465FF54}"/>
                </a:ext>
              </a:extLst>
            </p:cNvPr>
            <p:cNvSpPr/>
            <p:nvPr/>
          </p:nvSpPr>
          <p:spPr>
            <a:xfrm>
              <a:off x="4329350" y="515750"/>
              <a:ext cx="625" cy="12200"/>
            </a:xfrm>
            <a:custGeom>
              <a:avLst/>
              <a:gdLst/>
              <a:ahLst/>
              <a:cxnLst/>
              <a:rect l="0" t="0" r="0" b="0"/>
              <a:pathLst>
                <a:path w="25" h="488" fill="none" extrusionOk="0">
                  <a:moveTo>
                    <a:pt x="25" y="488"/>
                  </a:moveTo>
                  <a:lnTo>
                    <a:pt x="25" y="464"/>
                  </a:lnTo>
                  <a:lnTo>
                    <a:pt x="25" y="123"/>
                  </a:lnTo>
                  <a:lnTo>
                    <a:pt x="0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00" name="Shape 759">
              <a:extLst>
                <a:ext uri="{FF2B5EF4-FFF2-40B4-BE49-F238E27FC236}">
                  <a16:creationId xmlns:a16="http://schemas.microsoft.com/office/drawing/2014/main" id="{2FF3C2D2-9DFC-49C7-ADC9-C150D47E64CF}"/>
                </a:ext>
              </a:extLst>
            </p:cNvPr>
            <p:cNvSpPr/>
            <p:nvPr/>
          </p:nvSpPr>
          <p:spPr>
            <a:xfrm>
              <a:off x="4325075" y="488975"/>
              <a:ext cx="1250" cy="6100"/>
            </a:xfrm>
            <a:custGeom>
              <a:avLst/>
              <a:gdLst/>
              <a:ahLst/>
              <a:cxnLst/>
              <a:rect l="0" t="0" r="0" b="0"/>
              <a:pathLst>
                <a:path w="50" h="244" fill="none" extrusionOk="0">
                  <a:moveTo>
                    <a:pt x="49" y="244"/>
                  </a:moveTo>
                  <a:lnTo>
                    <a:pt x="49" y="244"/>
                  </a:lnTo>
                  <a:lnTo>
                    <a:pt x="1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601" name="Shape 760">
            <a:extLst>
              <a:ext uri="{FF2B5EF4-FFF2-40B4-BE49-F238E27FC236}">
                <a16:creationId xmlns:a16="http://schemas.microsoft.com/office/drawing/2014/main" id="{C0731A1E-7D42-4518-98A9-79E5E3D9FD10}"/>
              </a:ext>
            </a:extLst>
          </p:cNvPr>
          <p:cNvGrpSpPr/>
          <p:nvPr/>
        </p:nvGrpSpPr>
        <p:grpSpPr>
          <a:xfrm>
            <a:off x="11266232" y="943175"/>
            <a:ext cx="284400" cy="284400"/>
            <a:chOff x="6649150" y="309350"/>
            <a:chExt cx="395800" cy="395800"/>
          </a:xfrm>
          <a:solidFill>
            <a:srgbClr val="00B050"/>
          </a:solidFill>
        </p:grpSpPr>
        <p:sp>
          <p:nvSpPr>
            <p:cNvPr id="602" name="Shape 761">
              <a:extLst>
                <a:ext uri="{FF2B5EF4-FFF2-40B4-BE49-F238E27FC236}">
                  <a16:creationId xmlns:a16="http://schemas.microsoft.com/office/drawing/2014/main" id="{4CE08033-8445-4A7A-8513-85903600175A}"/>
                </a:ext>
              </a:extLst>
            </p:cNvPr>
            <p:cNvSpPr/>
            <p:nvPr/>
          </p:nvSpPr>
          <p:spPr>
            <a:xfrm>
              <a:off x="6649150" y="309350"/>
              <a:ext cx="395800" cy="395800"/>
            </a:xfrm>
            <a:custGeom>
              <a:avLst/>
              <a:gdLst/>
              <a:ahLst/>
              <a:cxnLst/>
              <a:rect l="0" t="0" r="0" b="0"/>
              <a:pathLst>
                <a:path w="15832" h="15832" fill="none" extrusionOk="0">
                  <a:moveTo>
                    <a:pt x="7916" y="1"/>
                  </a:moveTo>
                  <a:lnTo>
                    <a:pt x="7916" y="1"/>
                  </a:lnTo>
                  <a:lnTo>
                    <a:pt x="7502" y="25"/>
                  </a:lnTo>
                  <a:lnTo>
                    <a:pt x="7112" y="49"/>
                  </a:lnTo>
                  <a:lnTo>
                    <a:pt x="6723" y="98"/>
                  </a:lnTo>
                  <a:lnTo>
                    <a:pt x="6333" y="171"/>
                  </a:lnTo>
                  <a:lnTo>
                    <a:pt x="5943" y="244"/>
                  </a:lnTo>
                  <a:lnTo>
                    <a:pt x="5553" y="366"/>
                  </a:lnTo>
                  <a:lnTo>
                    <a:pt x="5188" y="488"/>
                  </a:lnTo>
                  <a:lnTo>
                    <a:pt x="4847" y="634"/>
                  </a:lnTo>
                  <a:lnTo>
                    <a:pt x="4482" y="780"/>
                  </a:lnTo>
                  <a:lnTo>
                    <a:pt x="4141" y="950"/>
                  </a:lnTo>
                  <a:lnTo>
                    <a:pt x="3824" y="1145"/>
                  </a:lnTo>
                  <a:lnTo>
                    <a:pt x="3483" y="1364"/>
                  </a:lnTo>
                  <a:lnTo>
                    <a:pt x="3191" y="1584"/>
                  </a:lnTo>
                  <a:lnTo>
                    <a:pt x="2874" y="1803"/>
                  </a:lnTo>
                  <a:lnTo>
                    <a:pt x="2607" y="2071"/>
                  </a:lnTo>
                  <a:lnTo>
                    <a:pt x="2314" y="2314"/>
                  </a:lnTo>
                  <a:lnTo>
                    <a:pt x="2071" y="2607"/>
                  </a:lnTo>
                  <a:lnTo>
                    <a:pt x="1803" y="2874"/>
                  </a:lnTo>
                  <a:lnTo>
                    <a:pt x="1584" y="3191"/>
                  </a:lnTo>
                  <a:lnTo>
                    <a:pt x="1364" y="3483"/>
                  </a:lnTo>
                  <a:lnTo>
                    <a:pt x="1145" y="3824"/>
                  </a:lnTo>
                  <a:lnTo>
                    <a:pt x="950" y="4141"/>
                  </a:lnTo>
                  <a:lnTo>
                    <a:pt x="780" y="4482"/>
                  </a:lnTo>
                  <a:lnTo>
                    <a:pt x="634" y="4847"/>
                  </a:lnTo>
                  <a:lnTo>
                    <a:pt x="488" y="5188"/>
                  </a:lnTo>
                  <a:lnTo>
                    <a:pt x="366" y="5553"/>
                  </a:lnTo>
                  <a:lnTo>
                    <a:pt x="244" y="5943"/>
                  </a:lnTo>
                  <a:lnTo>
                    <a:pt x="171" y="6333"/>
                  </a:lnTo>
                  <a:lnTo>
                    <a:pt x="98" y="6722"/>
                  </a:lnTo>
                  <a:lnTo>
                    <a:pt x="49" y="7112"/>
                  </a:lnTo>
                  <a:lnTo>
                    <a:pt x="25" y="7502"/>
                  </a:lnTo>
                  <a:lnTo>
                    <a:pt x="1" y="7916"/>
                  </a:lnTo>
                  <a:lnTo>
                    <a:pt x="1" y="7916"/>
                  </a:lnTo>
                  <a:lnTo>
                    <a:pt x="25" y="8330"/>
                  </a:lnTo>
                  <a:lnTo>
                    <a:pt x="49" y="8720"/>
                  </a:lnTo>
                  <a:lnTo>
                    <a:pt x="98" y="9109"/>
                  </a:lnTo>
                  <a:lnTo>
                    <a:pt x="171" y="9499"/>
                  </a:lnTo>
                  <a:lnTo>
                    <a:pt x="244" y="9889"/>
                  </a:lnTo>
                  <a:lnTo>
                    <a:pt x="366" y="10278"/>
                  </a:lnTo>
                  <a:lnTo>
                    <a:pt x="488" y="10644"/>
                  </a:lnTo>
                  <a:lnTo>
                    <a:pt x="634" y="10985"/>
                  </a:lnTo>
                  <a:lnTo>
                    <a:pt x="780" y="11350"/>
                  </a:lnTo>
                  <a:lnTo>
                    <a:pt x="950" y="11691"/>
                  </a:lnTo>
                  <a:lnTo>
                    <a:pt x="1145" y="12008"/>
                  </a:lnTo>
                  <a:lnTo>
                    <a:pt x="1364" y="12348"/>
                  </a:lnTo>
                  <a:lnTo>
                    <a:pt x="1584" y="12641"/>
                  </a:lnTo>
                  <a:lnTo>
                    <a:pt x="1803" y="12957"/>
                  </a:lnTo>
                  <a:lnTo>
                    <a:pt x="2071" y="13225"/>
                  </a:lnTo>
                  <a:lnTo>
                    <a:pt x="2314" y="13518"/>
                  </a:lnTo>
                  <a:lnTo>
                    <a:pt x="2607" y="13761"/>
                  </a:lnTo>
                  <a:lnTo>
                    <a:pt x="2874" y="14029"/>
                  </a:lnTo>
                  <a:lnTo>
                    <a:pt x="3191" y="14248"/>
                  </a:lnTo>
                  <a:lnTo>
                    <a:pt x="3483" y="14467"/>
                  </a:lnTo>
                  <a:lnTo>
                    <a:pt x="3824" y="14687"/>
                  </a:lnTo>
                  <a:lnTo>
                    <a:pt x="4141" y="14881"/>
                  </a:lnTo>
                  <a:lnTo>
                    <a:pt x="4482" y="15052"/>
                  </a:lnTo>
                  <a:lnTo>
                    <a:pt x="4847" y="15198"/>
                  </a:lnTo>
                  <a:lnTo>
                    <a:pt x="5188" y="15344"/>
                  </a:lnTo>
                  <a:lnTo>
                    <a:pt x="5553" y="15466"/>
                  </a:lnTo>
                  <a:lnTo>
                    <a:pt x="5943" y="15588"/>
                  </a:lnTo>
                  <a:lnTo>
                    <a:pt x="6333" y="15661"/>
                  </a:lnTo>
                  <a:lnTo>
                    <a:pt x="6723" y="15734"/>
                  </a:lnTo>
                  <a:lnTo>
                    <a:pt x="7112" y="15783"/>
                  </a:lnTo>
                  <a:lnTo>
                    <a:pt x="7502" y="15807"/>
                  </a:lnTo>
                  <a:lnTo>
                    <a:pt x="7916" y="15831"/>
                  </a:lnTo>
                  <a:lnTo>
                    <a:pt x="7916" y="15831"/>
                  </a:lnTo>
                  <a:lnTo>
                    <a:pt x="8330" y="15807"/>
                  </a:lnTo>
                  <a:lnTo>
                    <a:pt x="8720" y="15783"/>
                  </a:lnTo>
                  <a:lnTo>
                    <a:pt x="9109" y="15734"/>
                  </a:lnTo>
                  <a:lnTo>
                    <a:pt x="9499" y="15661"/>
                  </a:lnTo>
                  <a:lnTo>
                    <a:pt x="9889" y="15588"/>
                  </a:lnTo>
                  <a:lnTo>
                    <a:pt x="10278" y="15466"/>
                  </a:lnTo>
                  <a:lnTo>
                    <a:pt x="10644" y="15344"/>
                  </a:lnTo>
                  <a:lnTo>
                    <a:pt x="10985" y="15198"/>
                  </a:lnTo>
                  <a:lnTo>
                    <a:pt x="11350" y="15052"/>
                  </a:lnTo>
                  <a:lnTo>
                    <a:pt x="11691" y="14881"/>
                  </a:lnTo>
                  <a:lnTo>
                    <a:pt x="12008" y="14687"/>
                  </a:lnTo>
                  <a:lnTo>
                    <a:pt x="12349" y="14467"/>
                  </a:lnTo>
                  <a:lnTo>
                    <a:pt x="12641" y="14248"/>
                  </a:lnTo>
                  <a:lnTo>
                    <a:pt x="12957" y="14029"/>
                  </a:lnTo>
                  <a:lnTo>
                    <a:pt x="13225" y="13761"/>
                  </a:lnTo>
                  <a:lnTo>
                    <a:pt x="13518" y="13518"/>
                  </a:lnTo>
                  <a:lnTo>
                    <a:pt x="13761" y="13225"/>
                  </a:lnTo>
                  <a:lnTo>
                    <a:pt x="14029" y="12957"/>
                  </a:lnTo>
                  <a:lnTo>
                    <a:pt x="14248" y="12641"/>
                  </a:lnTo>
                  <a:lnTo>
                    <a:pt x="14467" y="12348"/>
                  </a:lnTo>
                  <a:lnTo>
                    <a:pt x="14687" y="12008"/>
                  </a:lnTo>
                  <a:lnTo>
                    <a:pt x="14881" y="11691"/>
                  </a:lnTo>
                  <a:lnTo>
                    <a:pt x="15052" y="11350"/>
                  </a:lnTo>
                  <a:lnTo>
                    <a:pt x="15198" y="10985"/>
                  </a:lnTo>
                  <a:lnTo>
                    <a:pt x="15344" y="10644"/>
                  </a:lnTo>
                  <a:lnTo>
                    <a:pt x="15466" y="10278"/>
                  </a:lnTo>
                  <a:lnTo>
                    <a:pt x="15588" y="9889"/>
                  </a:lnTo>
                  <a:lnTo>
                    <a:pt x="15661" y="9499"/>
                  </a:lnTo>
                  <a:lnTo>
                    <a:pt x="15734" y="9109"/>
                  </a:lnTo>
                  <a:lnTo>
                    <a:pt x="15783" y="8720"/>
                  </a:lnTo>
                  <a:lnTo>
                    <a:pt x="15807" y="8330"/>
                  </a:lnTo>
                  <a:lnTo>
                    <a:pt x="15831" y="7916"/>
                  </a:lnTo>
                  <a:lnTo>
                    <a:pt x="15831" y="7916"/>
                  </a:lnTo>
                  <a:lnTo>
                    <a:pt x="15807" y="7502"/>
                  </a:lnTo>
                  <a:lnTo>
                    <a:pt x="15783" y="7112"/>
                  </a:lnTo>
                  <a:lnTo>
                    <a:pt x="15734" y="6722"/>
                  </a:lnTo>
                  <a:lnTo>
                    <a:pt x="15661" y="6333"/>
                  </a:lnTo>
                  <a:lnTo>
                    <a:pt x="15588" y="5943"/>
                  </a:lnTo>
                  <a:lnTo>
                    <a:pt x="15466" y="5553"/>
                  </a:lnTo>
                  <a:lnTo>
                    <a:pt x="15344" y="5188"/>
                  </a:lnTo>
                  <a:lnTo>
                    <a:pt x="15198" y="4847"/>
                  </a:lnTo>
                  <a:lnTo>
                    <a:pt x="15052" y="4482"/>
                  </a:lnTo>
                  <a:lnTo>
                    <a:pt x="14881" y="4141"/>
                  </a:lnTo>
                  <a:lnTo>
                    <a:pt x="14687" y="3824"/>
                  </a:lnTo>
                  <a:lnTo>
                    <a:pt x="14467" y="3483"/>
                  </a:lnTo>
                  <a:lnTo>
                    <a:pt x="14248" y="3191"/>
                  </a:lnTo>
                  <a:lnTo>
                    <a:pt x="14029" y="2874"/>
                  </a:lnTo>
                  <a:lnTo>
                    <a:pt x="13761" y="2607"/>
                  </a:lnTo>
                  <a:lnTo>
                    <a:pt x="13518" y="2314"/>
                  </a:lnTo>
                  <a:lnTo>
                    <a:pt x="13225" y="2071"/>
                  </a:lnTo>
                  <a:lnTo>
                    <a:pt x="12957" y="1803"/>
                  </a:lnTo>
                  <a:lnTo>
                    <a:pt x="12641" y="1584"/>
                  </a:lnTo>
                  <a:lnTo>
                    <a:pt x="12349" y="1364"/>
                  </a:lnTo>
                  <a:lnTo>
                    <a:pt x="12008" y="1145"/>
                  </a:lnTo>
                  <a:lnTo>
                    <a:pt x="11691" y="950"/>
                  </a:lnTo>
                  <a:lnTo>
                    <a:pt x="11350" y="780"/>
                  </a:lnTo>
                  <a:lnTo>
                    <a:pt x="10985" y="634"/>
                  </a:lnTo>
                  <a:lnTo>
                    <a:pt x="10644" y="488"/>
                  </a:lnTo>
                  <a:lnTo>
                    <a:pt x="10278" y="366"/>
                  </a:lnTo>
                  <a:lnTo>
                    <a:pt x="9889" y="244"/>
                  </a:lnTo>
                  <a:lnTo>
                    <a:pt x="9499" y="171"/>
                  </a:lnTo>
                  <a:lnTo>
                    <a:pt x="9109" y="98"/>
                  </a:lnTo>
                  <a:lnTo>
                    <a:pt x="8720" y="49"/>
                  </a:lnTo>
                  <a:lnTo>
                    <a:pt x="8330" y="25"/>
                  </a:lnTo>
                  <a:lnTo>
                    <a:pt x="7916" y="1"/>
                  </a:lnTo>
                  <a:lnTo>
                    <a:pt x="7916" y="1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03" name="Shape 762">
              <a:extLst>
                <a:ext uri="{FF2B5EF4-FFF2-40B4-BE49-F238E27FC236}">
                  <a16:creationId xmlns:a16="http://schemas.microsoft.com/office/drawing/2014/main" id="{165CA78C-DE65-4839-B762-D977F6961EEC}"/>
                </a:ext>
              </a:extLst>
            </p:cNvPr>
            <p:cNvSpPr/>
            <p:nvPr/>
          </p:nvSpPr>
          <p:spPr>
            <a:xfrm>
              <a:off x="6673500" y="333700"/>
              <a:ext cx="347100" cy="347100"/>
            </a:xfrm>
            <a:custGeom>
              <a:avLst/>
              <a:gdLst/>
              <a:ahLst/>
              <a:cxnLst/>
              <a:rect l="0" t="0" r="0" b="0"/>
              <a:pathLst>
                <a:path w="13884" h="13884" fill="none" extrusionOk="0">
                  <a:moveTo>
                    <a:pt x="6942" y="13883"/>
                  </a:moveTo>
                  <a:lnTo>
                    <a:pt x="6942" y="13883"/>
                  </a:lnTo>
                  <a:lnTo>
                    <a:pt x="6577" y="13883"/>
                  </a:lnTo>
                  <a:lnTo>
                    <a:pt x="6236" y="13834"/>
                  </a:lnTo>
                  <a:lnTo>
                    <a:pt x="5895" y="13810"/>
                  </a:lnTo>
                  <a:lnTo>
                    <a:pt x="5554" y="13737"/>
                  </a:lnTo>
                  <a:lnTo>
                    <a:pt x="5213" y="13664"/>
                  </a:lnTo>
                  <a:lnTo>
                    <a:pt x="4872" y="13566"/>
                  </a:lnTo>
                  <a:lnTo>
                    <a:pt x="4555" y="13469"/>
                  </a:lnTo>
                  <a:lnTo>
                    <a:pt x="4239" y="13323"/>
                  </a:lnTo>
                  <a:lnTo>
                    <a:pt x="3946" y="13201"/>
                  </a:lnTo>
                  <a:lnTo>
                    <a:pt x="3630" y="13031"/>
                  </a:lnTo>
                  <a:lnTo>
                    <a:pt x="3337" y="12884"/>
                  </a:lnTo>
                  <a:lnTo>
                    <a:pt x="3069" y="12690"/>
                  </a:lnTo>
                  <a:lnTo>
                    <a:pt x="2802" y="12495"/>
                  </a:lnTo>
                  <a:lnTo>
                    <a:pt x="2534" y="12300"/>
                  </a:lnTo>
                  <a:lnTo>
                    <a:pt x="2290" y="12081"/>
                  </a:lnTo>
                  <a:lnTo>
                    <a:pt x="2047" y="11837"/>
                  </a:lnTo>
                  <a:lnTo>
                    <a:pt x="1803" y="11594"/>
                  </a:lnTo>
                  <a:lnTo>
                    <a:pt x="1584" y="11350"/>
                  </a:lnTo>
                  <a:lnTo>
                    <a:pt x="1389" y="11082"/>
                  </a:lnTo>
                  <a:lnTo>
                    <a:pt x="1194" y="10814"/>
                  </a:lnTo>
                  <a:lnTo>
                    <a:pt x="999" y="10546"/>
                  </a:lnTo>
                  <a:lnTo>
                    <a:pt x="853" y="10254"/>
                  </a:lnTo>
                  <a:lnTo>
                    <a:pt x="683" y="9938"/>
                  </a:lnTo>
                  <a:lnTo>
                    <a:pt x="561" y="9645"/>
                  </a:lnTo>
                  <a:lnTo>
                    <a:pt x="415" y="9329"/>
                  </a:lnTo>
                  <a:lnTo>
                    <a:pt x="317" y="9012"/>
                  </a:lnTo>
                  <a:lnTo>
                    <a:pt x="220" y="8671"/>
                  </a:lnTo>
                  <a:lnTo>
                    <a:pt x="147" y="8330"/>
                  </a:lnTo>
                  <a:lnTo>
                    <a:pt x="74" y="7989"/>
                  </a:lnTo>
                  <a:lnTo>
                    <a:pt x="49" y="7648"/>
                  </a:lnTo>
                  <a:lnTo>
                    <a:pt x="1" y="7307"/>
                  </a:lnTo>
                  <a:lnTo>
                    <a:pt x="1" y="6942"/>
                  </a:lnTo>
                  <a:lnTo>
                    <a:pt x="1" y="6942"/>
                  </a:lnTo>
                  <a:lnTo>
                    <a:pt x="1" y="6577"/>
                  </a:lnTo>
                  <a:lnTo>
                    <a:pt x="49" y="6236"/>
                  </a:lnTo>
                  <a:lnTo>
                    <a:pt x="74" y="5895"/>
                  </a:lnTo>
                  <a:lnTo>
                    <a:pt x="147" y="5554"/>
                  </a:lnTo>
                  <a:lnTo>
                    <a:pt x="220" y="5213"/>
                  </a:lnTo>
                  <a:lnTo>
                    <a:pt x="317" y="4872"/>
                  </a:lnTo>
                  <a:lnTo>
                    <a:pt x="415" y="4555"/>
                  </a:lnTo>
                  <a:lnTo>
                    <a:pt x="561" y="4238"/>
                  </a:lnTo>
                  <a:lnTo>
                    <a:pt x="683" y="3946"/>
                  </a:lnTo>
                  <a:lnTo>
                    <a:pt x="853" y="3630"/>
                  </a:lnTo>
                  <a:lnTo>
                    <a:pt x="999" y="3337"/>
                  </a:lnTo>
                  <a:lnTo>
                    <a:pt x="1194" y="3069"/>
                  </a:lnTo>
                  <a:lnTo>
                    <a:pt x="1389" y="2802"/>
                  </a:lnTo>
                  <a:lnTo>
                    <a:pt x="1584" y="2534"/>
                  </a:lnTo>
                  <a:lnTo>
                    <a:pt x="1803" y="2290"/>
                  </a:lnTo>
                  <a:lnTo>
                    <a:pt x="2047" y="2047"/>
                  </a:lnTo>
                  <a:lnTo>
                    <a:pt x="2290" y="1803"/>
                  </a:lnTo>
                  <a:lnTo>
                    <a:pt x="2534" y="1584"/>
                  </a:lnTo>
                  <a:lnTo>
                    <a:pt x="2802" y="1389"/>
                  </a:lnTo>
                  <a:lnTo>
                    <a:pt x="3069" y="1194"/>
                  </a:lnTo>
                  <a:lnTo>
                    <a:pt x="3337" y="999"/>
                  </a:lnTo>
                  <a:lnTo>
                    <a:pt x="3630" y="853"/>
                  </a:lnTo>
                  <a:lnTo>
                    <a:pt x="3946" y="683"/>
                  </a:lnTo>
                  <a:lnTo>
                    <a:pt x="4239" y="561"/>
                  </a:lnTo>
                  <a:lnTo>
                    <a:pt x="4555" y="415"/>
                  </a:lnTo>
                  <a:lnTo>
                    <a:pt x="4872" y="317"/>
                  </a:lnTo>
                  <a:lnTo>
                    <a:pt x="5213" y="220"/>
                  </a:lnTo>
                  <a:lnTo>
                    <a:pt x="5554" y="147"/>
                  </a:lnTo>
                  <a:lnTo>
                    <a:pt x="5895" y="74"/>
                  </a:lnTo>
                  <a:lnTo>
                    <a:pt x="6236" y="49"/>
                  </a:lnTo>
                  <a:lnTo>
                    <a:pt x="6577" y="1"/>
                  </a:lnTo>
                  <a:lnTo>
                    <a:pt x="6942" y="1"/>
                  </a:lnTo>
                  <a:lnTo>
                    <a:pt x="6942" y="1"/>
                  </a:lnTo>
                  <a:lnTo>
                    <a:pt x="7307" y="1"/>
                  </a:lnTo>
                  <a:lnTo>
                    <a:pt x="7648" y="49"/>
                  </a:lnTo>
                  <a:lnTo>
                    <a:pt x="7989" y="74"/>
                  </a:lnTo>
                  <a:lnTo>
                    <a:pt x="8330" y="147"/>
                  </a:lnTo>
                  <a:lnTo>
                    <a:pt x="8671" y="220"/>
                  </a:lnTo>
                  <a:lnTo>
                    <a:pt x="9012" y="317"/>
                  </a:lnTo>
                  <a:lnTo>
                    <a:pt x="9329" y="415"/>
                  </a:lnTo>
                  <a:lnTo>
                    <a:pt x="9645" y="561"/>
                  </a:lnTo>
                  <a:lnTo>
                    <a:pt x="9938" y="683"/>
                  </a:lnTo>
                  <a:lnTo>
                    <a:pt x="10254" y="853"/>
                  </a:lnTo>
                  <a:lnTo>
                    <a:pt x="10546" y="999"/>
                  </a:lnTo>
                  <a:lnTo>
                    <a:pt x="10814" y="1194"/>
                  </a:lnTo>
                  <a:lnTo>
                    <a:pt x="11082" y="1389"/>
                  </a:lnTo>
                  <a:lnTo>
                    <a:pt x="11350" y="1584"/>
                  </a:lnTo>
                  <a:lnTo>
                    <a:pt x="11594" y="1803"/>
                  </a:lnTo>
                  <a:lnTo>
                    <a:pt x="11837" y="2047"/>
                  </a:lnTo>
                  <a:lnTo>
                    <a:pt x="12081" y="2290"/>
                  </a:lnTo>
                  <a:lnTo>
                    <a:pt x="12300" y="2534"/>
                  </a:lnTo>
                  <a:lnTo>
                    <a:pt x="12495" y="2802"/>
                  </a:lnTo>
                  <a:lnTo>
                    <a:pt x="12690" y="3069"/>
                  </a:lnTo>
                  <a:lnTo>
                    <a:pt x="12885" y="3337"/>
                  </a:lnTo>
                  <a:lnTo>
                    <a:pt x="13031" y="3630"/>
                  </a:lnTo>
                  <a:lnTo>
                    <a:pt x="13201" y="3946"/>
                  </a:lnTo>
                  <a:lnTo>
                    <a:pt x="13323" y="4238"/>
                  </a:lnTo>
                  <a:lnTo>
                    <a:pt x="13469" y="4555"/>
                  </a:lnTo>
                  <a:lnTo>
                    <a:pt x="13566" y="4872"/>
                  </a:lnTo>
                  <a:lnTo>
                    <a:pt x="13664" y="5213"/>
                  </a:lnTo>
                  <a:lnTo>
                    <a:pt x="13737" y="5554"/>
                  </a:lnTo>
                  <a:lnTo>
                    <a:pt x="13810" y="5895"/>
                  </a:lnTo>
                  <a:lnTo>
                    <a:pt x="13834" y="6236"/>
                  </a:lnTo>
                  <a:lnTo>
                    <a:pt x="13883" y="6577"/>
                  </a:lnTo>
                  <a:lnTo>
                    <a:pt x="13883" y="6942"/>
                  </a:lnTo>
                  <a:lnTo>
                    <a:pt x="13883" y="6942"/>
                  </a:lnTo>
                  <a:lnTo>
                    <a:pt x="13883" y="7307"/>
                  </a:lnTo>
                  <a:lnTo>
                    <a:pt x="13834" y="7648"/>
                  </a:lnTo>
                  <a:lnTo>
                    <a:pt x="13810" y="7989"/>
                  </a:lnTo>
                  <a:lnTo>
                    <a:pt x="13737" y="8330"/>
                  </a:lnTo>
                  <a:lnTo>
                    <a:pt x="13664" y="8671"/>
                  </a:lnTo>
                  <a:lnTo>
                    <a:pt x="13566" y="9012"/>
                  </a:lnTo>
                  <a:lnTo>
                    <a:pt x="13469" y="9329"/>
                  </a:lnTo>
                  <a:lnTo>
                    <a:pt x="13323" y="9645"/>
                  </a:lnTo>
                  <a:lnTo>
                    <a:pt x="13201" y="9938"/>
                  </a:lnTo>
                  <a:lnTo>
                    <a:pt x="13031" y="10254"/>
                  </a:lnTo>
                  <a:lnTo>
                    <a:pt x="12885" y="10546"/>
                  </a:lnTo>
                  <a:lnTo>
                    <a:pt x="12690" y="10814"/>
                  </a:lnTo>
                  <a:lnTo>
                    <a:pt x="12495" y="11082"/>
                  </a:lnTo>
                  <a:lnTo>
                    <a:pt x="12300" y="11350"/>
                  </a:lnTo>
                  <a:lnTo>
                    <a:pt x="12081" y="11594"/>
                  </a:lnTo>
                  <a:lnTo>
                    <a:pt x="11837" y="11837"/>
                  </a:lnTo>
                  <a:lnTo>
                    <a:pt x="11594" y="12081"/>
                  </a:lnTo>
                  <a:lnTo>
                    <a:pt x="11350" y="12300"/>
                  </a:lnTo>
                  <a:lnTo>
                    <a:pt x="11082" y="12495"/>
                  </a:lnTo>
                  <a:lnTo>
                    <a:pt x="10814" y="12690"/>
                  </a:lnTo>
                  <a:lnTo>
                    <a:pt x="10546" y="12884"/>
                  </a:lnTo>
                  <a:lnTo>
                    <a:pt x="10254" y="13031"/>
                  </a:lnTo>
                  <a:lnTo>
                    <a:pt x="9938" y="13201"/>
                  </a:lnTo>
                  <a:lnTo>
                    <a:pt x="9645" y="13323"/>
                  </a:lnTo>
                  <a:lnTo>
                    <a:pt x="9329" y="13469"/>
                  </a:lnTo>
                  <a:lnTo>
                    <a:pt x="9012" y="13566"/>
                  </a:lnTo>
                  <a:lnTo>
                    <a:pt x="8671" y="13664"/>
                  </a:lnTo>
                  <a:lnTo>
                    <a:pt x="8330" y="13737"/>
                  </a:lnTo>
                  <a:lnTo>
                    <a:pt x="7989" y="13810"/>
                  </a:lnTo>
                  <a:lnTo>
                    <a:pt x="7648" y="13834"/>
                  </a:lnTo>
                  <a:lnTo>
                    <a:pt x="7307" y="13883"/>
                  </a:lnTo>
                  <a:lnTo>
                    <a:pt x="6942" y="13883"/>
                  </a:lnTo>
                  <a:lnTo>
                    <a:pt x="6942" y="13883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04" name="Shape 763">
              <a:extLst>
                <a:ext uri="{FF2B5EF4-FFF2-40B4-BE49-F238E27FC236}">
                  <a16:creationId xmlns:a16="http://schemas.microsoft.com/office/drawing/2014/main" id="{CAF84057-DBA5-43F5-B0A9-DCA8DFBB911E}"/>
                </a:ext>
              </a:extLst>
            </p:cNvPr>
            <p:cNvSpPr/>
            <p:nvPr/>
          </p:nvSpPr>
          <p:spPr>
            <a:xfrm>
              <a:off x="6848850" y="397625"/>
              <a:ext cx="54825" cy="169300"/>
            </a:xfrm>
            <a:custGeom>
              <a:avLst/>
              <a:gdLst/>
              <a:ahLst/>
              <a:cxnLst/>
              <a:rect l="0" t="0" r="0" b="0"/>
              <a:pathLst>
                <a:path w="2193" h="6772" fill="none" extrusionOk="0">
                  <a:moveTo>
                    <a:pt x="1" y="1"/>
                  </a:moveTo>
                  <a:lnTo>
                    <a:pt x="1" y="4580"/>
                  </a:lnTo>
                  <a:lnTo>
                    <a:pt x="2193" y="6772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05" name="Shape 764">
              <a:extLst>
                <a:ext uri="{FF2B5EF4-FFF2-40B4-BE49-F238E27FC236}">
                  <a16:creationId xmlns:a16="http://schemas.microsoft.com/office/drawing/2014/main" id="{82E24415-F390-41EE-A5DF-0313FA2691B5}"/>
                </a:ext>
              </a:extLst>
            </p:cNvPr>
            <p:cNvSpPr/>
            <p:nvPr/>
          </p:nvSpPr>
          <p:spPr>
            <a:xfrm>
              <a:off x="6847025" y="333700"/>
              <a:ext cx="25" cy="29250"/>
            </a:xfrm>
            <a:custGeom>
              <a:avLst/>
              <a:gdLst/>
              <a:ahLst/>
              <a:cxnLst/>
              <a:rect l="0" t="0" r="0" b="0"/>
              <a:pathLst>
                <a:path w="1" h="1170" fill="none" extrusionOk="0">
                  <a:moveTo>
                    <a:pt x="1" y="1170"/>
                  </a:moveTo>
                  <a:lnTo>
                    <a:pt x="1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06" name="Shape 765">
              <a:extLst>
                <a:ext uri="{FF2B5EF4-FFF2-40B4-BE49-F238E27FC236}">
                  <a16:creationId xmlns:a16="http://schemas.microsoft.com/office/drawing/2014/main" id="{3037480F-6620-48DC-ADFC-F21CBF5142D0}"/>
                </a:ext>
              </a:extLst>
            </p:cNvPr>
            <p:cNvSpPr/>
            <p:nvPr/>
          </p:nvSpPr>
          <p:spPr>
            <a:xfrm>
              <a:off x="6760575" y="356850"/>
              <a:ext cx="25" cy="25"/>
            </a:xfrm>
            <a:custGeom>
              <a:avLst/>
              <a:gdLst/>
              <a:ahLst/>
              <a:cxnLst/>
              <a:rect l="0" t="0" r="0" b="0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07" name="Shape 766">
              <a:extLst>
                <a:ext uri="{FF2B5EF4-FFF2-40B4-BE49-F238E27FC236}">
                  <a16:creationId xmlns:a16="http://schemas.microsoft.com/office/drawing/2014/main" id="{BC474656-9EA2-464F-8B67-95D6458C9F49}"/>
                </a:ext>
              </a:extLst>
            </p:cNvPr>
            <p:cNvSpPr/>
            <p:nvPr/>
          </p:nvSpPr>
          <p:spPr>
            <a:xfrm>
              <a:off x="6760575" y="356850"/>
              <a:ext cx="14025" cy="24975"/>
            </a:xfrm>
            <a:custGeom>
              <a:avLst/>
              <a:gdLst/>
              <a:ahLst/>
              <a:cxnLst/>
              <a:rect l="0" t="0" r="0" b="0"/>
              <a:pathLst>
                <a:path w="561" h="999" fill="none" extrusionOk="0">
                  <a:moveTo>
                    <a:pt x="1" y="0"/>
                  </a:moveTo>
                  <a:lnTo>
                    <a:pt x="561" y="999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08" name="Shape 767">
              <a:extLst>
                <a:ext uri="{FF2B5EF4-FFF2-40B4-BE49-F238E27FC236}">
                  <a16:creationId xmlns:a16="http://schemas.microsoft.com/office/drawing/2014/main" id="{A1199601-7616-4116-BC65-3A1FFC9B51CE}"/>
                </a:ext>
              </a:extLst>
            </p:cNvPr>
            <p:cNvSpPr/>
            <p:nvPr/>
          </p:nvSpPr>
          <p:spPr>
            <a:xfrm>
              <a:off x="6696650" y="420775"/>
              <a:ext cx="25" cy="25"/>
            </a:xfrm>
            <a:custGeom>
              <a:avLst/>
              <a:gdLst/>
              <a:ahLst/>
              <a:cxnLst/>
              <a:rect l="0" t="0" r="0" b="0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09" name="Shape 768">
              <a:extLst>
                <a:ext uri="{FF2B5EF4-FFF2-40B4-BE49-F238E27FC236}">
                  <a16:creationId xmlns:a16="http://schemas.microsoft.com/office/drawing/2014/main" id="{506EE1E6-4725-4A9A-83A3-AC416DD25DCD}"/>
                </a:ext>
              </a:extLst>
            </p:cNvPr>
            <p:cNvSpPr/>
            <p:nvPr/>
          </p:nvSpPr>
          <p:spPr>
            <a:xfrm>
              <a:off x="6696650" y="420775"/>
              <a:ext cx="24975" cy="14025"/>
            </a:xfrm>
            <a:custGeom>
              <a:avLst/>
              <a:gdLst/>
              <a:ahLst/>
              <a:cxnLst/>
              <a:rect l="0" t="0" r="0" b="0"/>
              <a:pathLst>
                <a:path w="999" h="561" fill="none" extrusionOk="0">
                  <a:moveTo>
                    <a:pt x="0" y="0"/>
                  </a:moveTo>
                  <a:lnTo>
                    <a:pt x="999" y="56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10" name="Shape 769">
              <a:extLst>
                <a:ext uri="{FF2B5EF4-FFF2-40B4-BE49-F238E27FC236}">
                  <a16:creationId xmlns:a16="http://schemas.microsoft.com/office/drawing/2014/main" id="{A2C2AAB0-E209-407A-B8FA-BD295C103236}"/>
                </a:ext>
              </a:extLst>
            </p:cNvPr>
            <p:cNvSpPr/>
            <p:nvPr/>
          </p:nvSpPr>
          <p:spPr>
            <a:xfrm>
              <a:off x="6673500" y="507225"/>
              <a:ext cx="29250" cy="25"/>
            </a:xfrm>
            <a:custGeom>
              <a:avLst/>
              <a:gdLst/>
              <a:ahLst/>
              <a:cxnLst/>
              <a:rect l="0" t="0" r="0" b="0"/>
              <a:pathLst>
                <a:path w="1170" h="1" fill="none" extrusionOk="0">
                  <a:moveTo>
                    <a:pt x="1" y="1"/>
                  </a:moveTo>
                  <a:lnTo>
                    <a:pt x="1170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11" name="Shape 770">
              <a:extLst>
                <a:ext uri="{FF2B5EF4-FFF2-40B4-BE49-F238E27FC236}">
                  <a16:creationId xmlns:a16="http://schemas.microsoft.com/office/drawing/2014/main" id="{2C39D7D3-F760-4424-BAEA-74A36F929675}"/>
                </a:ext>
              </a:extLst>
            </p:cNvPr>
            <p:cNvSpPr/>
            <p:nvPr/>
          </p:nvSpPr>
          <p:spPr>
            <a:xfrm>
              <a:off x="6696650" y="593700"/>
              <a:ext cx="25" cy="25"/>
            </a:xfrm>
            <a:custGeom>
              <a:avLst/>
              <a:gdLst/>
              <a:ahLst/>
              <a:cxnLst/>
              <a:rect l="0" t="0" r="0" b="0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12" name="Shape 771">
              <a:extLst>
                <a:ext uri="{FF2B5EF4-FFF2-40B4-BE49-F238E27FC236}">
                  <a16:creationId xmlns:a16="http://schemas.microsoft.com/office/drawing/2014/main" id="{7021D730-DCDA-4F6E-BCE6-E83F54B87F8E}"/>
                </a:ext>
              </a:extLst>
            </p:cNvPr>
            <p:cNvSpPr/>
            <p:nvPr/>
          </p:nvSpPr>
          <p:spPr>
            <a:xfrm>
              <a:off x="6696650" y="579700"/>
              <a:ext cx="24975" cy="14025"/>
            </a:xfrm>
            <a:custGeom>
              <a:avLst/>
              <a:gdLst/>
              <a:ahLst/>
              <a:cxnLst/>
              <a:rect l="0" t="0" r="0" b="0"/>
              <a:pathLst>
                <a:path w="999" h="561" fill="none" extrusionOk="0">
                  <a:moveTo>
                    <a:pt x="0" y="560"/>
                  </a:moveTo>
                  <a:lnTo>
                    <a:pt x="999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13" name="Shape 772">
              <a:extLst>
                <a:ext uri="{FF2B5EF4-FFF2-40B4-BE49-F238E27FC236}">
                  <a16:creationId xmlns:a16="http://schemas.microsoft.com/office/drawing/2014/main" id="{B6687D89-048B-4501-A3B4-581E0B189E2D}"/>
                </a:ext>
              </a:extLst>
            </p:cNvPr>
            <p:cNvSpPr/>
            <p:nvPr/>
          </p:nvSpPr>
          <p:spPr>
            <a:xfrm>
              <a:off x="6760575" y="632675"/>
              <a:ext cx="14025" cy="24975"/>
            </a:xfrm>
            <a:custGeom>
              <a:avLst/>
              <a:gdLst/>
              <a:ahLst/>
              <a:cxnLst/>
              <a:rect l="0" t="0" r="0" b="0"/>
              <a:pathLst>
                <a:path w="561" h="999" fill="none" extrusionOk="0">
                  <a:moveTo>
                    <a:pt x="1" y="999"/>
                  </a:moveTo>
                  <a:lnTo>
                    <a:pt x="561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14" name="Shape 773">
              <a:extLst>
                <a:ext uri="{FF2B5EF4-FFF2-40B4-BE49-F238E27FC236}">
                  <a16:creationId xmlns:a16="http://schemas.microsoft.com/office/drawing/2014/main" id="{0CE5F2C6-0B22-4CF0-9CAE-623A6986634E}"/>
                </a:ext>
              </a:extLst>
            </p:cNvPr>
            <p:cNvSpPr/>
            <p:nvPr/>
          </p:nvSpPr>
          <p:spPr>
            <a:xfrm>
              <a:off x="6760575" y="657625"/>
              <a:ext cx="25" cy="25"/>
            </a:xfrm>
            <a:custGeom>
              <a:avLst/>
              <a:gdLst/>
              <a:ahLst/>
              <a:cxnLst/>
              <a:rect l="0" t="0" r="0" b="0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15" name="Shape 774">
              <a:extLst>
                <a:ext uri="{FF2B5EF4-FFF2-40B4-BE49-F238E27FC236}">
                  <a16:creationId xmlns:a16="http://schemas.microsoft.com/office/drawing/2014/main" id="{718733B5-B3ED-4B4E-A49A-495E30C52487}"/>
                </a:ext>
              </a:extLst>
            </p:cNvPr>
            <p:cNvSpPr/>
            <p:nvPr/>
          </p:nvSpPr>
          <p:spPr>
            <a:xfrm>
              <a:off x="6847025" y="651550"/>
              <a:ext cx="25" cy="29250"/>
            </a:xfrm>
            <a:custGeom>
              <a:avLst/>
              <a:gdLst/>
              <a:ahLst/>
              <a:cxnLst/>
              <a:rect l="0" t="0" r="0" b="0"/>
              <a:pathLst>
                <a:path w="1" h="1170" fill="none" extrusionOk="0">
                  <a:moveTo>
                    <a:pt x="1" y="0"/>
                  </a:moveTo>
                  <a:lnTo>
                    <a:pt x="1" y="1169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16" name="Shape 775">
              <a:extLst>
                <a:ext uri="{FF2B5EF4-FFF2-40B4-BE49-F238E27FC236}">
                  <a16:creationId xmlns:a16="http://schemas.microsoft.com/office/drawing/2014/main" id="{6B06C9EE-64CF-4C22-84E4-B4936CEBB6E7}"/>
                </a:ext>
              </a:extLst>
            </p:cNvPr>
            <p:cNvSpPr/>
            <p:nvPr/>
          </p:nvSpPr>
          <p:spPr>
            <a:xfrm>
              <a:off x="6919500" y="632675"/>
              <a:ext cx="14025" cy="24975"/>
            </a:xfrm>
            <a:custGeom>
              <a:avLst/>
              <a:gdLst/>
              <a:ahLst/>
              <a:cxnLst/>
              <a:rect l="0" t="0" r="0" b="0"/>
              <a:pathLst>
                <a:path w="561" h="999" fill="none" extrusionOk="0">
                  <a:moveTo>
                    <a:pt x="560" y="999"/>
                  </a:moveTo>
                  <a:lnTo>
                    <a:pt x="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17" name="Shape 776">
              <a:extLst>
                <a:ext uri="{FF2B5EF4-FFF2-40B4-BE49-F238E27FC236}">
                  <a16:creationId xmlns:a16="http://schemas.microsoft.com/office/drawing/2014/main" id="{A8169DD1-67CB-4579-837E-BB832439CF54}"/>
                </a:ext>
              </a:extLst>
            </p:cNvPr>
            <p:cNvSpPr/>
            <p:nvPr/>
          </p:nvSpPr>
          <p:spPr>
            <a:xfrm>
              <a:off x="6933500" y="657625"/>
              <a:ext cx="25" cy="25"/>
            </a:xfrm>
            <a:custGeom>
              <a:avLst/>
              <a:gdLst/>
              <a:ahLst/>
              <a:cxnLst/>
              <a:rect l="0" t="0" r="0" b="0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18" name="Shape 777">
              <a:extLst>
                <a:ext uri="{FF2B5EF4-FFF2-40B4-BE49-F238E27FC236}">
                  <a16:creationId xmlns:a16="http://schemas.microsoft.com/office/drawing/2014/main" id="{6D2BE4CA-3F8A-4CBC-856D-BE5A62AA848A}"/>
                </a:ext>
              </a:extLst>
            </p:cNvPr>
            <p:cNvSpPr/>
            <p:nvPr/>
          </p:nvSpPr>
          <p:spPr>
            <a:xfrm>
              <a:off x="6972475" y="579700"/>
              <a:ext cx="24975" cy="14025"/>
            </a:xfrm>
            <a:custGeom>
              <a:avLst/>
              <a:gdLst/>
              <a:ahLst/>
              <a:cxnLst/>
              <a:rect l="0" t="0" r="0" b="0"/>
              <a:pathLst>
                <a:path w="999" h="561" fill="none" extrusionOk="0">
                  <a:moveTo>
                    <a:pt x="999" y="560"/>
                  </a:moveTo>
                  <a:lnTo>
                    <a:pt x="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19" name="Shape 778">
              <a:extLst>
                <a:ext uri="{FF2B5EF4-FFF2-40B4-BE49-F238E27FC236}">
                  <a16:creationId xmlns:a16="http://schemas.microsoft.com/office/drawing/2014/main" id="{8B24E051-FE93-4135-A3ED-DACD0FEF9A99}"/>
                </a:ext>
              </a:extLst>
            </p:cNvPr>
            <p:cNvSpPr/>
            <p:nvPr/>
          </p:nvSpPr>
          <p:spPr>
            <a:xfrm>
              <a:off x="6997425" y="593700"/>
              <a:ext cx="25" cy="25"/>
            </a:xfrm>
            <a:custGeom>
              <a:avLst/>
              <a:gdLst/>
              <a:ahLst/>
              <a:cxnLst/>
              <a:rect l="0" t="0" r="0" b="0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20" name="Shape 779">
              <a:extLst>
                <a:ext uri="{FF2B5EF4-FFF2-40B4-BE49-F238E27FC236}">
                  <a16:creationId xmlns:a16="http://schemas.microsoft.com/office/drawing/2014/main" id="{D923A146-9620-4095-B056-B045B452A1D9}"/>
                </a:ext>
              </a:extLst>
            </p:cNvPr>
            <p:cNvSpPr/>
            <p:nvPr/>
          </p:nvSpPr>
          <p:spPr>
            <a:xfrm>
              <a:off x="6991350" y="507225"/>
              <a:ext cx="29250" cy="25"/>
            </a:xfrm>
            <a:custGeom>
              <a:avLst/>
              <a:gdLst/>
              <a:ahLst/>
              <a:cxnLst/>
              <a:rect l="0" t="0" r="0" b="0"/>
              <a:pathLst>
                <a:path w="1170" h="1" fill="none" extrusionOk="0">
                  <a:moveTo>
                    <a:pt x="1169" y="1"/>
                  </a:moveTo>
                  <a:lnTo>
                    <a:pt x="0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21" name="Shape 780">
              <a:extLst>
                <a:ext uri="{FF2B5EF4-FFF2-40B4-BE49-F238E27FC236}">
                  <a16:creationId xmlns:a16="http://schemas.microsoft.com/office/drawing/2014/main" id="{53EB0441-13B7-400D-8ECD-CDA6FF38D685}"/>
                </a:ext>
              </a:extLst>
            </p:cNvPr>
            <p:cNvSpPr/>
            <p:nvPr/>
          </p:nvSpPr>
          <p:spPr>
            <a:xfrm>
              <a:off x="6972475" y="420775"/>
              <a:ext cx="24975" cy="14025"/>
            </a:xfrm>
            <a:custGeom>
              <a:avLst/>
              <a:gdLst/>
              <a:ahLst/>
              <a:cxnLst/>
              <a:rect l="0" t="0" r="0" b="0"/>
              <a:pathLst>
                <a:path w="999" h="561" fill="none" extrusionOk="0">
                  <a:moveTo>
                    <a:pt x="0" y="561"/>
                  </a:moveTo>
                  <a:lnTo>
                    <a:pt x="999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22" name="Shape 781">
              <a:extLst>
                <a:ext uri="{FF2B5EF4-FFF2-40B4-BE49-F238E27FC236}">
                  <a16:creationId xmlns:a16="http://schemas.microsoft.com/office/drawing/2014/main" id="{4D4C40D3-D2F2-4D0C-9FF0-5C93B4F2AE88}"/>
                </a:ext>
              </a:extLst>
            </p:cNvPr>
            <p:cNvSpPr/>
            <p:nvPr/>
          </p:nvSpPr>
          <p:spPr>
            <a:xfrm>
              <a:off x="6997425" y="420775"/>
              <a:ext cx="25" cy="25"/>
            </a:xfrm>
            <a:custGeom>
              <a:avLst/>
              <a:gdLst/>
              <a:ahLst/>
              <a:cxnLst/>
              <a:rect l="0" t="0" r="0" b="0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23" name="Shape 782">
              <a:extLst>
                <a:ext uri="{FF2B5EF4-FFF2-40B4-BE49-F238E27FC236}">
                  <a16:creationId xmlns:a16="http://schemas.microsoft.com/office/drawing/2014/main" id="{BE394B4A-C0FC-433D-A909-9EE6BD39F0F7}"/>
                </a:ext>
              </a:extLst>
            </p:cNvPr>
            <p:cNvSpPr/>
            <p:nvPr/>
          </p:nvSpPr>
          <p:spPr>
            <a:xfrm>
              <a:off x="6919500" y="356850"/>
              <a:ext cx="14025" cy="24975"/>
            </a:xfrm>
            <a:custGeom>
              <a:avLst/>
              <a:gdLst/>
              <a:ahLst/>
              <a:cxnLst/>
              <a:rect l="0" t="0" r="0" b="0"/>
              <a:pathLst>
                <a:path w="561" h="999" fill="none" extrusionOk="0">
                  <a:moveTo>
                    <a:pt x="560" y="0"/>
                  </a:moveTo>
                  <a:lnTo>
                    <a:pt x="0" y="999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24" name="Shape 783">
              <a:extLst>
                <a:ext uri="{FF2B5EF4-FFF2-40B4-BE49-F238E27FC236}">
                  <a16:creationId xmlns:a16="http://schemas.microsoft.com/office/drawing/2014/main" id="{392E2F98-0C99-4829-A4AE-BDEC041EA409}"/>
                </a:ext>
              </a:extLst>
            </p:cNvPr>
            <p:cNvSpPr/>
            <p:nvPr/>
          </p:nvSpPr>
          <p:spPr>
            <a:xfrm>
              <a:off x="6933500" y="356850"/>
              <a:ext cx="25" cy="25"/>
            </a:xfrm>
            <a:custGeom>
              <a:avLst/>
              <a:gdLst/>
              <a:ahLst/>
              <a:cxnLst/>
              <a:rect l="0" t="0" r="0" b="0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625" name="Shape 784">
            <a:extLst>
              <a:ext uri="{FF2B5EF4-FFF2-40B4-BE49-F238E27FC236}">
                <a16:creationId xmlns:a16="http://schemas.microsoft.com/office/drawing/2014/main" id="{3A95804A-B699-4B55-A505-75AFA1E77747}"/>
              </a:ext>
            </a:extLst>
          </p:cNvPr>
          <p:cNvGrpSpPr/>
          <p:nvPr/>
        </p:nvGrpSpPr>
        <p:grpSpPr>
          <a:xfrm>
            <a:off x="10698684" y="950845"/>
            <a:ext cx="288784" cy="273461"/>
            <a:chOff x="5973900" y="318475"/>
            <a:chExt cx="401900" cy="380575"/>
          </a:xfrm>
          <a:solidFill>
            <a:srgbClr val="00B050"/>
          </a:solidFill>
        </p:grpSpPr>
        <p:sp>
          <p:nvSpPr>
            <p:cNvPr id="626" name="Shape 785">
              <a:extLst>
                <a:ext uri="{FF2B5EF4-FFF2-40B4-BE49-F238E27FC236}">
                  <a16:creationId xmlns:a16="http://schemas.microsoft.com/office/drawing/2014/main" id="{D0C07DC0-E8A8-40AB-AE26-66051395A6DF}"/>
                </a:ext>
              </a:extLst>
            </p:cNvPr>
            <p:cNvSpPr/>
            <p:nvPr/>
          </p:nvSpPr>
          <p:spPr>
            <a:xfrm>
              <a:off x="5973900" y="337975"/>
              <a:ext cx="401900" cy="67000"/>
            </a:xfrm>
            <a:custGeom>
              <a:avLst/>
              <a:gdLst/>
              <a:ahLst/>
              <a:cxnLst/>
              <a:rect l="0" t="0" r="0" b="0"/>
              <a:pathLst>
                <a:path w="16076" h="2680" fill="none" extrusionOk="0">
                  <a:moveTo>
                    <a:pt x="16075" y="2679"/>
                  </a:moveTo>
                  <a:lnTo>
                    <a:pt x="16075" y="0"/>
                  </a:lnTo>
                  <a:lnTo>
                    <a:pt x="1" y="0"/>
                  </a:lnTo>
                  <a:lnTo>
                    <a:pt x="1" y="2679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27" name="Shape 786">
              <a:extLst>
                <a:ext uri="{FF2B5EF4-FFF2-40B4-BE49-F238E27FC236}">
                  <a16:creationId xmlns:a16="http://schemas.microsoft.com/office/drawing/2014/main" id="{B580C557-8C71-4879-889F-9B1625085C33}"/>
                </a:ext>
              </a:extLst>
            </p:cNvPr>
            <p:cNvSpPr/>
            <p:nvPr/>
          </p:nvSpPr>
          <p:spPr>
            <a:xfrm>
              <a:off x="6024450" y="348325"/>
              <a:ext cx="45075" cy="45075"/>
            </a:xfrm>
            <a:custGeom>
              <a:avLst/>
              <a:gdLst/>
              <a:ahLst/>
              <a:cxnLst/>
              <a:rect l="0" t="0" r="0" b="0"/>
              <a:pathLst>
                <a:path w="1803" h="1803" fill="none" extrusionOk="0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3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3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2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2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28" name="Shape 787">
              <a:extLst>
                <a:ext uri="{FF2B5EF4-FFF2-40B4-BE49-F238E27FC236}">
                  <a16:creationId xmlns:a16="http://schemas.microsoft.com/office/drawing/2014/main" id="{758C2779-F9E8-4651-AD6D-50499B2FB82E}"/>
                </a:ext>
              </a:extLst>
            </p:cNvPr>
            <p:cNvSpPr/>
            <p:nvPr/>
          </p:nvSpPr>
          <p:spPr>
            <a:xfrm>
              <a:off x="6280175" y="348325"/>
              <a:ext cx="45075" cy="45075"/>
            </a:xfrm>
            <a:custGeom>
              <a:avLst/>
              <a:gdLst/>
              <a:ahLst/>
              <a:cxnLst/>
              <a:rect l="0" t="0" r="0" b="0"/>
              <a:pathLst>
                <a:path w="1803" h="1803" fill="none" extrusionOk="0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4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4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3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3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29" name="Shape 788">
              <a:extLst>
                <a:ext uri="{FF2B5EF4-FFF2-40B4-BE49-F238E27FC236}">
                  <a16:creationId xmlns:a16="http://schemas.microsoft.com/office/drawing/2014/main" id="{F4C8AF6F-CC31-4B79-9F9A-DF6B5CDEDFB1}"/>
                </a:ext>
              </a:extLst>
            </p:cNvPr>
            <p:cNvSpPr/>
            <p:nvPr/>
          </p:nvSpPr>
          <p:spPr>
            <a:xfrm>
              <a:off x="5973900" y="667375"/>
              <a:ext cx="401900" cy="31675"/>
            </a:xfrm>
            <a:custGeom>
              <a:avLst/>
              <a:gdLst/>
              <a:ahLst/>
              <a:cxnLst/>
              <a:rect l="0" t="0" r="0" b="0"/>
              <a:pathLst>
                <a:path w="16076" h="1267" fill="none" extrusionOk="0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58"/>
                  </a:lnTo>
                  <a:lnTo>
                    <a:pt x="74" y="804"/>
                  </a:lnTo>
                  <a:lnTo>
                    <a:pt x="147" y="926"/>
                  </a:lnTo>
                  <a:lnTo>
                    <a:pt x="220" y="1048"/>
                  </a:lnTo>
                  <a:lnTo>
                    <a:pt x="342" y="1145"/>
                  </a:lnTo>
                  <a:lnTo>
                    <a:pt x="488" y="1218"/>
                  </a:lnTo>
                  <a:lnTo>
                    <a:pt x="634" y="1267"/>
                  </a:lnTo>
                  <a:lnTo>
                    <a:pt x="780" y="1267"/>
                  </a:lnTo>
                  <a:lnTo>
                    <a:pt x="15296" y="1267"/>
                  </a:lnTo>
                  <a:lnTo>
                    <a:pt x="15296" y="1267"/>
                  </a:lnTo>
                  <a:lnTo>
                    <a:pt x="15442" y="1267"/>
                  </a:lnTo>
                  <a:lnTo>
                    <a:pt x="15588" y="1218"/>
                  </a:lnTo>
                  <a:lnTo>
                    <a:pt x="15734" y="1145"/>
                  </a:lnTo>
                  <a:lnTo>
                    <a:pt x="15856" y="1048"/>
                  </a:lnTo>
                  <a:lnTo>
                    <a:pt x="15929" y="926"/>
                  </a:lnTo>
                  <a:lnTo>
                    <a:pt x="16002" y="804"/>
                  </a:lnTo>
                  <a:lnTo>
                    <a:pt x="16051" y="658"/>
                  </a:lnTo>
                  <a:lnTo>
                    <a:pt x="16075" y="487"/>
                  </a:lnTo>
                  <a:lnTo>
                    <a:pt x="16075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30" name="Shape 789">
              <a:extLst>
                <a:ext uri="{FF2B5EF4-FFF2-40B4-BE49-F238E27FC236}">
                  <a16:creationId xmlns:a16="http://schemas.microsoft.com/office/drawing/2014/main" id="{0590CFF5-0541-42BA-B825-9D5CD97C0BC5}"/>
                </a:ext>
              </a:extLst>
            </p:cNvPr>
            <p:cNvSpPr/>
            <p:nvPr/>
          </p:nvSpPr>
          <p:spPr>
            <a:xfrm>
              <a:off x="6302700" y="318475"/>
              <a:ext cx="28650" cy="63350"/>
            </a:xfrm>
            <a:custGeom>
              <a:avLst/>
              <a:gdLst/>
              <a:ahLst/>
              <a:cxnLst/>
              <a:rect l="0" t="0" r="0" b="0"/>
              <a:pathLst>
                <a:path w="1146" h="2534" fill="none" extrusionOk="0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4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31" name="Shape 790">
              <a:extLst>
                <a:ext uri="{FF2B5EF4-FFF2-40B4-BE49-F238E27FC236}">
                  <a16:creationId xmlns:a16="http://schemas.microsoft.com/office/drawing/2014/main" id="{AD7DF028-8900-4014-95C5-8BD4FC7DC078}"/>
                </a:ext>
              </a:extLst>
            </p:cNvPr>
            <p:cNvSpPr/>
            <p:nvPr/>
          </p:nvSpPr>
          <p:spPr>
            <a:xfrm>
              <a:off x="6046975" y="318475"/>
              <a:ext cx="28650" cy="63350"/>
            </a:xfrm>
            <a:custGeom>
              <a:avLst/>
              <a:gdLst/>
              <a:ahLst/>
              <a:cxnLst/>
              <a:rect l="0" t="0" r="0" b="0"/>
              <a:pathLst>
                <a:path w="1146" h="2534" fill="none" extrusionOk="0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2" y="1"/>
                  </a:lnTo>
                  <a:lnTo>
                    <a:pt x="682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3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32" name="Shape 791">
              <a:extLst>
                <a:ext uri="{FF2B5EF4-FFF2-40B4-BE49-F238E27FC236}">
                  <a16:creationId xmlns:a16="http://schemas.microsoft.com/office/drawing/2014/main" id="{5B858CAF-3377-400E-862C-FB2D16C0BAE6}"/>
                </a:ext>
              </a:extLst>
            </p:cNvPr>
            <p:cNvSpPr/>
            <p:nvPr/>
          </p:nvSpPr>
          <p:spPr>
            <a:xfrm>
              <a:off x="5973900" y="407375"/>
              <a:ext cx="401900" cy="272200"/>
            </a:xfrm>
            <a:custGeom>
              <a:avLst/>
              <a:gdLst/>
              <a:ahLst/>
              <a:cxnLst/>
              <a:rect l="0" t="0" r="0" b="0"/>
              <a:pathLst>
                <a:path w="16076" h="10888" fill="none" extrusionOk="0">
                  <a:moveTo>
                    <a:pt x="1" y="1"/>
                  </a:moveTo>
                  <a:lnTo>
                    <a:pt x="1" y="10303"/>
                  </a:lnTo>
                  <a:lnTo>
                    <a:pt x="1" y="10303"/>
                  </a:lnTo>
                  <a:lnTo>
                    <a:pt x="25" y="10400"/>
                  </a:lnTo>
                  <a:lnTo>
                    <a:pt x="74" y="10498"/>
                  </a:lnTo>
                  <a:lnTo>
                    <a:pt x="147" y="10595"/>
                  </a:lnTo>
                  <a:lnTo>
                    <a:pt x="220" y="10693"/>
                  </a:lnTo>
                  <a:lnTo>
                    <a:pt x="342" y="10766"/>
                  </a:lnTo>
                  <a:lnTo>
                    <a:pt x="488" y="10839"/>
                  </a:lnTo>
                  <a:lnTo>
                    <a:pt x="634" y="10887"/>
                  </a:lnTo>
                  <a:lnTo>
                    <a:pt x="780" y="10887"/>
                  </a:lnTo>
                  <a:lnTo>
                    <a:pt x="15296" y="10887"/>
                  </a:lnTo>
                  <a:lnTo>
                    <a:pt x="15296" y="10887"/>
                  </a:lnTo>
                  <a:lnTo>
                    <a:pt x="15442" y="10887"/>
                  </a:lnTo>
                  <a:lnTo>
                    <a:pt x="15588" y="10839"/>
                  </a:lnTo>
                  <a:lnTo>
                    <a:pt x="15734" y="10766"/>
                  </a:lnTo>
                  <a:lnTo>
                    <a:pt x="15856" y="10668"/>
                  </a:lnTo>
                  <a:lnTo>
                    <a:pt x="15929" y="10546"/>
                  </a:lnTo>
                  <a:lnTo>
                    <a:pt x="16002" y="10425"/>
                  </a:lnTo>
                  <a:lnTo>
                    <a:pt x="16051" y="10278"/>
                  </a:lnTo>
                  <a:lnTo>
                    <a:pt x="16075" y="10108"/>
                  </a:lnTo>
                  <a:lnTo>
                    <a:pt x="16075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33" name="Shape 792">
              <a:extLst>
                <a:ext uri="{FF2B5EF4-FFF2-40B4-BE49-F238E27FC236}">
                  <a16:creationId xmlns:a16="http://schemas.microsoft.com/office/drawing/2014/main" id="{6293FAB6-0DFA-4CF1-9DB8-1596C7AAF220}"/>
                </a:ext>
              </a:extLst>
            </p:cNvPr>
            <p:cNvSpPr/>
            <p:nvPr/>
          </p:nvSpPr>
          <p:spPr>
            <a:xfrm>
              <a:off x="6024450" y="456100"/>
              <a:ext cx="300800" cy="175375"/>
            </a:xfrm>
            <a:custGeom>
              <a:avLst/>
              <a:gdLst/>
              <a:ahLst/>
              <a:cxnLst/>
              <a:rect l="0" t="0" r="0" b="0"/>
              <a:pathLst>
                <a:path w="12032" h="7015" fill="none" extrusionOk="0">
                  <a:moveTo>
                    <a:pt x="0" y="0"/>
                  </a:moveTo>
                  <a:lnTo>
                    <a:pt x="12032" y="0"/>
                  </a:lnTo>
                  <a:lnTo>
                    <a:pt x="12032" y="7014"/>
                  </a:lnTo>
                  <a:lnTo>
                    <a:pt x="0" y="701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34" name="Shape 793">
              <a:extLst>
                <a:ext uri="{FF2B5EF4-FFF2-40B4-BE49-F238E27FC236}">
                  <a16:creationId xmlns:a16="http://schemas.microsoft.com/office/drawing/2014/main" id="{D9E2310C-1C95-4FBD-9273-1956DB84697C}"/>
                </a:ext>
              </a:extLst>
            </p:cNvPr>
            <p:cNvSpPr/>
            <p:nvPr/>
          </p:nvSpPr>
          <p:spPr>
            <a:xfrm>
              <a:off x="6024450" y="573000"/>
              <a:ext cx="300800" cy="25"/>
            </a:xfrm>
            <a:custGeom>
              <a:avLst/>
              <a:gdLst/>
              <a:ahLst/>
              <a:cxnLst/>
              <a:rect l="0" t="0" r="0" b="0"/>
              <a:pathLst>
                <a:path w="12032" h="1" fill="none" extrusionOk="0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35" name="Shape 794">
              <a:extLst>
                <a:ext uri="{FF2B5EF4-FFF2-40B4-BE49-F238E27FC236}">
                  <a16:creationId xmlns:a16="http://schemas.microsoft.com/office/drawing/2014/main" id="{420500B7-6952-4397-B8E4-44E323243306}"/>
                </a:ext>
              </a:extLst>
            </p:cNvPr>
            <p:cNvSpPr/>
            <p:nvPr/>
          </p:nvSpPr>
          <p:spPr>
            <a:xfrm>
              <a:off x="6024450" y="514550"/>
              <a:ext cx="300800" cy="25"/>
            </a:xfrm>
            <a:custGeom>
              <a:avLst/>
              <a:gdLst/>
              <a:ahLst/>
              <a:cxnLst/>
              <a:rect l="0" t="0" r="0" b="0"/>
              <a:pathLst>
                <a:path w="12032" h="1" fill="none" extrusionOk="0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36" name="Shape 795">
              <a:extLst>
                <a:ext uri="{FF2B5EF4-FFF2-40B4-BE49-F238E27FC236}">
                  <a16:creationId xmlns:a16="http://schemas.microsoft.com/office/drawing/2014/main" id="{681B82DD-685A-4421-B27E-676B06F1F970}"/>
                </a:ext>
              </a:extLst>
            </p:cNvPr>
            <p:cNvSpPr/>
            <p:nvPr/>
          </p:nvSpPr>
          <p:spPr>
            <a:xfrm>
              <a:off x="6264950" y="456100"/>
              <a:ext cx="25" cy="175375"/>
            </a:xfrm>
            <a:custGeom>
              <a:avLst/>
              <a:gdLst/>
              <a:ahLst/>
              <a:cxnLst/>
              <a:rect l="0" t="0" r="0" b="0"/>
              <a:pathLst>
                <a:path w="1" h="7015" fill="none" extrusionOk="0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37" name="Shape 796">
              <a:extLst>
                <a:ext uri="{FF2B5EF4-FFF2-40B4-BE49-F238E27FC236}">
                  <a16:creationId xmlns:a16="http://schemas.microsoft.com/office/drawing/2014/main" id="{AF00D113-2DB6-4361-AD47-F2640D988E76}"/>
                </a:ext>
              </a:extLst>
            </p:cNvPr>
            <p:cNvSpPr/>
            <p:nvPr/>
          </p:nvSpPr>
          <p:spPr>
            <a:xfrm>
              <a:off x="6204675" y="456100"/>
              <a:ext cx="25" cy="175375"/>
            </a:xfrm>
            <a:custGeom>
              <a:avLst/>
              <a:gdLst/>
              <a:ahLst/>
              <a:cxnLst/>
              <a:rect l="0" t="0" r="0" b="0"/>
              <a:pathLst>
                <a:path w="1" h="7015" fill="none" extrusionOk="0">
                  <a:moveTo>
                    <a:pt x="0" y="0"/>
                  </a:moveTo>
                  <a:lnTo>
                    <a:pt x="0" y="7014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38" name="Shape 797">
              <a:extLst>
                <a:ext uri="{FF2B5EF4-FFF2-40B4-BE49-F238E27FC236}">
                  <a16:creationId xmlns:a16="http://schemas.microsoft.com/office/drawing/2014/main" id="{8FD02DA2-0322-49CC-A5C4-3E9C34AFC0B1}"/>
                </a:ext>
              </a:extLst>
            </p:cNvPr>
            <p:cNvSpPr/>
            <p:nvPr/>
          </p:nvSpPr>
          <p:spPr>
            <a:xfrm>
              <a:off x="6145000" y="456100"/>
              <a:ext cx="25" cy="175375"/>
            </a:xfrm>
            <a:custGeom>
              <a:avLst/>
              <a:gdLst/>
              <a:ahLst/>
              <a:cxnLst/>
              <a:rect l="0" t="0" r="0" b="0"/>
              <a:pathLst>
                <a:path w="1" h="7015" fill="none" extrusionOk="0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39" name="Shape 798">
              <a:extLst>
                <a:ext uri="{FF2B5EF4-FFF2-40B4-BE49-F238E27FC236}">
                  <a16:creationId xmlns:a16="http://schemas.microsoft.com/office/drawing/2014/main" id="{B5D0821F-1D30-4976-8548-C4CA74AB6A45}"/>
                </a:ext>
              </a:extLst>
            </p:cNvPr>
            <p:cNvSpPr/>
            <p:nvPr/>
          </p:nvSpPr>
          <p:spPr>
            <a:xfrm>
              <a:off x="6084725" y="456100"/>
              <a:ext cx="25" cy="175375"/>
            </a:xfrm>
            <a:custGeom>
              <a:avLst/>
              <a:gdLst/>
              <a:ahLst/>
              <a:cxnLst/>
              <a:rect l="0" t="0" r="0" b="0"/>
              <a:pathLst>
                <a:path w="1" h="7015" fill="none" extrusionOk="0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640" name="Shape 799">
            <a:extLst>
              <a:ext uri="{FF2B5EF4-FFF2-40B4-BE49-F238E27FC236}">
                <a16:creationId xmlns:a16="http://schemas.microsoft.com/office/drawing/2014/main" id="{7A20B4F6-590A-44B0-BDA0-494FED7C2E6E}"/>
              </a:ext>
            </a:extLst>
          </p:cNvPr>
          <p:cNvGrpSpPr/>
          <p:nvPr/>
        </p:nvGrpSpPr>
        <p:grpSpPr>
          <a:xfrm>
            <a:off x="6743837" y="1464138"/>
            <a:ext cx="293131" cy="357460"/>
            <a:chOff x="1268550" y="929175"/>
            <a:chExt cx="407950" cy="497475"/>
          </a:xfrm>
          <a:solidFill>
            <a:srgbClr val="00B050"/>
          </a:solidFill>
        </p:grpSpPr>
        <p:sp>
          <p:nvSpPr>
            <p:cNvPr id="641" name="Shape 800">
              <a:extLst>
                <a:ext uri="{FF2B5EF4-FFF2-40B4-BE49-F238E27FC236}">
                  <a16:creationId xmlns:a16="http://schemas.microsoft.com/office/drawing/2014/main" id="{9AAE8FDB-0B35-40B6-B1E1-B712EE24F5A8}"/>
                </a:ext>
              </a:extLst>
            </p:cNvPr>
            <p:cNvSpPr/>
            <p:nvPr/>
          </p:nvSpPr>
          <p:spPr>
            <a:xfrm>
              <a:off x="1268550" y="953550"/>
              <a:ext cx="387250" cy="473100"/>
            </a:xfrm>
            <a:custGeom>
              <a:avLst/>
              <a:gdLst/>
              <a:ahLst/>
              <a:cxnLst/>
              <a:rect l="0" t="0" r="0" b="0"/>
              <a:pathLst>
                <a:path w="15489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5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7" y="18534"/>
                  </a:lnTo>
                  <a:lnTo>
                    <a:pt x="15051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2" y="18900"/>
                  </a:lnTo>
                  <a:lnTo>
                    <a:pt x="682" y="18802"/>
                  </a:lnTo>
                  <a:lnTo>
                    <a:pt x="511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7" y="18169"/>
                  </a:lnTo>
                  <a:lnTo>
                    <a:pt x="24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4" y="706"/>
                  </a:lnTo>
                  <a:lnTo>
                    <a:pt x="97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42" name="Shape 801">
              <a:extLst>
                <a:ext uri="{FF2B5EF4-FFF2-40B4-BE49-F238E27FC236}">
                  <a16:creationId xmlns:a16="http://schemas.microsoft.com/office/drawing/2014/main" id="{4F0C5AC6-CDEE-4ECC-8078-45F61AC80AAE}"/>
                </a:ext>
              </a:extLst>
            </p:cNvPr>
            <p:cNvSpPr/>
            <p:nvPr/>
          </p:nvSpPr>
          <p:spPr>
            <a:xfrm>
              <a:off x="1298975" y="9291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6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1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43" name="Shape 802">
              <a:extLst>
                <a:ext uri="{FF2B5EF4-FFF2-40B4-BE49-F238E27FC236}">
                  <a16:creationId xmlns:a16="http://schemas.microsoft.com/office/drawing/2014/main" id="{608549D2-E022-498B-A6A3-3A7F5F6AFBBE}"/>
                </a:ext>
              </a:extLst>
            </p:cNvPr>
            <p:cNvSpPr/>
            <p:nvPr/>
          </p:nvSpPr>
          <p:spPr>
            <a:xfrm>
              <a:off x="1592450" y="929175"/>
              <a:ext cx="84050" cy="84050"/>
            </a:xfrm>
            <a:custGeom>
              <a:avLst/>
              <a:gdLst/>
              <a:ahLst/>
              <a:cxnLst/>
              <a:rect l="0" t="0" r="0" b="0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644" name="Shape 803">
            <a:extLst>
              <a:ext uri="{FF2B5EF4-FFF2-40B4-BE49-F238E27FC236}">
                <a16:creationId xmlns:a16="http://schemas.microsoft.com/office/drawing/2014/main" id="{586C64B6-11F5-40A2-847A-C966AED8B69B}"/>
              </a:ext>
            </a:extLst>
          </p:cNvPr>
          <p:cNvGrpSpPr/>
          <p:nvPr/>
        </p:nvGrpSpPr>
        <p:grpSpPr>
          <a:xfrm>
            <a:off x="11229901" y="1480002"/>
            <a:ext cx="346520" cy="332526"/>
            <a:chOff x="6605925" y="948050"/>
            <a:chExt cx="482250" cy="462775"/>
          </a:xfrm>
          <a:solidFill>
            <a:srgbClr val="00B050"/>
          </a:solidFill>
        </p:grpSpPr>
        <p:sp>
          <p:nvSpPr>
            <p:cNvPr id="645" name="Shape 804">
              <a:extLst>
                <a:ext uri="{FF2B5EF4-FFF2-40B4-BE49-F238E27FC236}">
                  <a16:creationId xmlns:a16="http://schemas.microsoft.com/office/drawing/2014/main" id="{2969619D-C6D6-47CE-BDC6-84FB962A1A06}"/>
                </a:ext>
              </a:extLst>
            </p:cNvPr>
            <p:cNvSpPr/>
            <p:nvPr/>
          </p:nvSpPr>
          <p:spPr>
            <a:xfrm>
              <a:off x="6847025" y="1209875"/>
              <a:ext cx="60325" cy="200950"/>
            </a:xfrm>
            <a:custGeom>
              <a:avLst/>
              <a:gdLst/>
              <a:ahLst/>
              <a:cxnLst/>
              <a:rect l="0" t="0" r="0" b="0"/>
              <a:pathLst>
                <a:path w="2413" h="8038" fill="none" extrusionOk="0">
                  <a:moveTo>
                    <a:pt x="2412" y="6820"/>
                  </a:moveTo>
                  <a:lnTo>
                    <a:pt x="2412" y="6820"/>
                  </a:lnTo>
                  <a:lnTo>
                    <a:pt x="2388" y="7063"/>
                  </a:lnTo>
                  <a:lnTo>
                    <a:pt x="2315" y="7283"/>
                  </a:lnTo>
                  <a:lnTo>
                    <a:pt x="2217" y="7502"/>
                  </a:lnTo>
                  <a:lnTo>
                    <a:pt x="2071" y="7672"/>
                  </a:lnTo>
                  <a:lnTo>
                    <a:pt x="1876" y="7818"/>
                  </a:lnTo>
                  <a:lnTo>
                    <a:pt x="1681" y="7940"/>
                  </a:lnTo>
                  <a:lnTo>
                    <a:pt x="1462" y="8013"/>
                  </a:lnTo>
                  <a:lnTo>
                    <a:pt x="1219" y="8038"/>
                  </a:lnTo>
                  <a:lnTo>
                    <a:pt x="1219" y="8038"/>
                  </a:lnTo>
                  <a:lnTo>
                    <a:pt x="975" y="8013"/>
                  </a:lnTo>
                  <a:lnTo>
                    <a:pt x="732" y="7940"/>
                  </a:lnTo>
                  <a:lnTo>
                    <a:pt x="537" y="7818"/>
                  </a:lnTo>
                  <a:lnTo>
                    <a:pt x="366" y="7672"/>
                  </a:lnTo>
                  <a:lnTo>
                    <a:pt x="196" y="7502"/>
                  </a:lnTo>
                  <a:lnTo>
                    <a:pt x="98" y="7283"/>
                  </a:lnTo>
                  <a:lnTo>
                    <a:pt x="25" y="7063"/>
                  </a:lnTo>
                  <a:lnTo>
                    <a:pt x="1" y="6820"/>
                  </a:lnTo>
                  <a:lnTo>
                    <a:pt x="1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46" name="Shape 805">
              <a:extLst>
                <a:ext uri="{FF2B5EF4-FFF2-40B4-BE49-F238E27FC236}">
                  <a16:creationId xmlns:a16="http://schemas.microsoft.com/office/drawing/2014/main" id="{195E4882-AC71-45F5-8A0C-1A3CFDDBD165}"/>
                </a:ext>
              </a:extLst>
            </p:cNvPr>
            <p:cNvSpPr/>
            <p:nvPr/>
          </p:nvSpPr>
          <p:spPr>
            <a:xfrm>
              <a:off x="6605925" y="971800"/>
              <a:ext cx="482250" cy="228350"/>
            </a:xfrm>
            <a:custGeom>
              <a:avLst/>
              <a:gdLst/>
              <a:ahLst/>
              <a:cxnLst/>
              <a:rect l="0" t="0" r="0" b="0"/>
              <a:pathLst>
                <a:path w="19290" h="9134" fill="none" extrusionOk="0">
                  <a:moveTo>
                    <a:pt x="4993" y="8817"/>
                  </a:moveTo>
                  <a:lnTo>
                    <a:pt x="4993" y="8817"/>
                  </a:lnTo>
                  <a:lnTo>
                    <a:pt x="5212" y="8671"/>
                  </a:lnTo>
                  <a:lnTo>
                    <a:pt x="5456" y="8501"/>
                  </a:lnTo>
                  <a:lnTo>
                    <a:pt x="5748" y="8330"/>
                  </a:lnTo>
                  <a:lnTo>
                    <a:pt x="6040" y="8184"/>
                  </a:lnTo>
                  <a:lnTo>
                    <a:pt x="6357" y="8038"/>
                  </a:lnTo>
                  <a:lnTo>
                    <a:pt x="6674" y="7940"/>
                  </a:lnTo>
                  <a:lnTo>
                    <a:pt x="6990" y="7867"/>
                  </a:lnTo>
                  <a:lnTo>
                    <a:pt x="7307" y="7843"/>
                  </a:lnTo>
                  <a:lnTo>
                    <a:pt x="7307" y="7843"/>
                  </a:lnTo>
                  <a:lnTo>
                    <a:pt x="7623" y="7867"/>
                  </a:lnTo>
                  <a:lnTo>
                    <a:pt x="7916" y="7892"/>
                  </a:lnTo>
                  <a:lnTo>
                    <a:pt x="8184" y="7940"/>
                  </a:lnTo>
                  <a:lnTo>
                    <a:pt x="8452" y="8038"/>
                  </a:lnTo>
                  <a:lnTo>
                    <a:pt x="8719" y="8135"/>
                  </a:lnTo>
                  <a:lnTo>
                    <a:pt x="8963" y="8257"/>
                  </a:lnTo>
                  <a:lnTo>
                    <a:pt x="9182" y="8379"/>
                  </a:lnTo>
                  <a:lnTo>
                    <a:pt x="9401" y="8525"/>
                  </a:lnTo>
                  <a:lnTo>
                    <a:pt x="9888" y="8525"/>
                  </a:lnTo>
                  <a:lnTo>
                    <a:pt x="9888" y="8525"/>
                  </a:lnTo>
                  <a:lnTo>
                    <a:pt x="10108" y="8379"/>
                  </a:lnTo>
                  <a:lnTo>
                    <a:pt x="10327" y="8257"/>
                  </a:lnTo>
                  <a:lnTo>
                    <a:pt x="10570" y="8135"/>
                  </a:lnTo>
                  <a:lnTo>
                    <a:pt x="10838" y="8038"/>
                  </a:lnTo>
                  <a:lnTo>
                    <a:pt x="11106" y="7940"/>
                  </a:lnTo>
                  <a:lnTo>
                    <a:pt x="11374" y="7892"/>
                  </a:lnTo>
                  <a:lnTo>
                    <a:pt x="11666" y="7867"/>
                  </a:lnTo>
                  <a:lnTo>
                    <a:pt x="11983" y="7843"/>
                  </a:lnTo>
                  <a:lnTo>
                    <a:pt x="11983" y="7843"/>
                  </a:lnTo>
                  <a:lnTo>
                    <a:pt x="12300" y="7867"/>
                  </a:lnTo>
                  <a:lnTo>
                    <a:pt x="12616" y="7940"/>
                  </a:lnTo>
                  <a:lnTo>
                    <a:pt x="12933" y="8038"/>
                  </a:lnTo>
                  <a:lnTo>
                    <a:pt x="13249" y="8184"/>
                  </a:lnTo>
                  <a:lnTo>
                    <a:pt x="13542" y="8330"/>
                  </a:lnTo>
                  <a:lnTo>
                    <a:pt x="13834" y="8501"/>
                  </a:lnTo>
                  <a:lnTo>
                    <a:pt x="14078" y="8671"/>
                  </a:lnTo>
                  <a:lnTo>
                    <a:pt x="14297" y="8817"/>
                  </a:lnTo>
                  <a:lnTo>
                    <a:pt x="14297" y="8817"/>
                  </a:lnTo>
                  <a:lnTo>
                    <a:pt x="14516" y="8647"/>
                  </a:lnTo>
                  <a:lnTo>
                    <a:pt x="14784" y="8476"/>
                  </a:lnTo>
                  <a:lnTo>
                    <a:pt x="15052" y="8330"/>
                  </a:lnTo>
                  <a:lnTo>
                    <a:pt x="15368" y="8184"/>
                  </a:lnTo>
                  <a:lnTo>
                    <a:pt x="15685" y="8038"/>
                  </a:lnTo>
                  <a:lnTo>
                    <a:pt x="16002" y="7940"/>
                  </a:lnTo>
                  <a:lnTo>
                    <a:pt x="16343" y="7867"/>
                  </a:lnTo>
                  <a:lnTo>
                    <a:pt x="16659" y="7843"/>
                  </a:lnTo>
                  <a:lnTo>
                    <a:pt x="16659" y="7843"/>
                  </a:lnTo>
                  <a:lnTo>
                    <a:pt x="17073" y="7867"/>
                  </a:lnTo>
                  <a:lnTo>
                    <a:pt x="17487" y="7940"/>
                  </a:lnTo>
                  <a:lnTo>
                    <a:pt x="17853" y="8062"/>
                  </a:lnTo>
                  <a:lnTo>
                    <a:pt x="18218" y="8208"/>
                  </a:lnTo>
                  <a:lnTo>
                    <a:pt x="18534" y="8379"/>
                  </a:lnTo>
                  <a:lnTo>
                    <a:pt x="18827" y="8598"/>
                  </a:lnTo>
                  <a:lnTo>
                    <a:pt x="19095" y="8866"/>
                  </a:lnTo>
                  <a:lnTo>
                    <a:pt x="19289" y="9134"/>
                  </a:lnTo>
                  <a:lnTo>
                    <a:pt x="19289" y="9134"/>
                  </a:lnTo>
                  <a:lnTo>
                    <a:pt x="19265" y="8695"/>
                  </a:lnTo>
                  <a:lnTo>
                    <a:pt x="19192" y="8233"/>
                  </a:lnTo>
                  <a:lnTo>
                    <a:pt x="19119" y="7819"/>
                  </a:lnTo>
                  <a:lnTo>
                    <a:pt x="19046" y="7380"/>
                  </a:lnTo>
                  <a:lnTo>
                    <a:pt x="18924" y="6942"/>
                  </a:lnTo>
                  <a:lnTo>
                    <a:pt x="18802" y="6528"/>
                  </a:lnTo>
                  <a:lnTo>
                    <a:pt x="18632" y="6114"/>
                  </a:lnTo>
                  <a:lnTo>
                    <a:pt x="18486" y="5724"/>
                  </a:lnTo>
                  <a:lnTo>
                    <a:pt x="18291" y="5334"/>
                  </a:lnTo>
                  <a:lnTo>
                    <a:pt x="18072" y="4945"/>
                  </a:lnTo>
                  <a:lnTo>
                    <a:pt x="17853" y="4555"/>
                  </a:lnTo>
                  <a:lnTo>
                    <a:pt x="17609" y="4190"/>
                  </a:lnTo>
                  <a:lnTo>
                    <a:pt x="17365" y="3824"/>
                  </a:lnTo>
                  <a:lnTo>
                    <a:pt x="17073" y="3483"/>
                  </a:lnTo>
                  <a:lnTo>
                    <a:pt x="16781" y="3143"/>
                  </a:lnTo>
                  <a:lnTo>
                    <a:pt x="16464" y="2826"/>
                  </a:lnTo>
                  <a:lnTo>
                    <a:pt x="16464" y="2826"/>
                  </a:lnTo>
                  <a:lnTo>
                    <a:pt x="16148" y="2509"/>
                  </a:lnTo>
                  <a:lnTo>
                    <a:pt x="15831" y="2217"/>
                  </a:lnTo>
                  <a:lnTo>
                    <a:pt x="15490" y="1949"/>
                  </a:lnTo>
                  <a:lnTo>
                    <a:pt x="15125" y="1706"/>
                  </a:lnTo>
                  <a:lnTo>
                    <a:pt x="14759" y="1462"/>
                  </a:lnTo>
                  <a:lnTo>
                    <a:pt x="14394" y="1243"/>
                  </a:lnTo>
                  <a:lnTo>
                    <a:pt x="14004" y="1024"/>
                  </a:lnTo>
                  <a:lnTo>
                    <a:pt x="13615" y="853"/>
                  </a:lnTo>
                  <a:lnTo>
                    <a:pt x="13225" y="683"/>
                  </a:lnTo>
                  <a:lnTo>
                    <a:pt x="12811" y="512"/>
                  </a:lnTo>
                  <a:lnTo>
                    <a:pt x="12397" y="390"/>
                  </a:lnTo>
                  <a:lnTo>
                    <a:pt x="11983" y="269"/>
                  </a:lnTo>
                  <a:lnTo>
                    <a:pt x="11545" y="171"/>
                  </a:lnTo>
                  <a:lnTo>
                    <a:pt x="11131" y="98"/>
                  </a:lnTo>
                  <a:lnTo>
                    <a:pt x="10692" y="49"/>
                  </a:lnTo>
                  <a:lnTo>
                    <a:pt x="10254" y="1"/>
                  </a:lnTo>
                  <a:lnTo>
                    <a:pt x="9036" y="1"/>
                  </a:lnTo>
                  <a:lnTo>
                    <a:pt x="9036" y="1"/>
                  </a:lnTo>
                  <a:lnTo>
                    <a:pt x="8598" y="49"/>
                  </a:lnTo>
                  <a:lnTo>
                    <a:pt x="8159" y="98"/>
                  </a:lnTo>
                  <a:lnTo>
                    <a:pt x="7745" y="171"/>
                  </a:lnTo>
                  <a:lnTo>
                    <a:pt x="7307" y="269"/>
                  </a:lnTo>
                  <a:lnTo>
                    <a:pt x="6893" y="390"/>
                  </a:lnTo>
                  <a:lnTo>
                    <a:pt x="6479" y="512"/>
                  </a:lnTo>
                  <a:lnTo>
                    <a:pt x="6065" y="683"/>
                  </a:lnTo>
                  <a:lnTo>
                    <a:pt x="5675" y="853"/>
                  </a:lnTo>
                  <a:lnTo>
                    <a:pt x="5285" y="1024"/>
                  </a:lnTo>
                  <a:lnTo>
                    <a:pt x="4896" y="1243"/>
                  </a:lnTo>
                  <a:lnTo>
                    <a:pt x="4530" y="1462"/>
                  </a:lnTo>
                  <a:lnTo>
                    <a:pt x="4165" y="1706"/>
                  </a:lnTo>
                  <a:lnTo>
                    <a:pt x="3800" y="1949"/>
                  </a:lnTo>
                  <a:lnTo>
                    <a:pt x="3459" y="2217"/>
                  </a:lnTo>
                  <a:lnTo>
                    <a:pt x="3142" y="2509"/>
                  </a:lnTo>
                  <a:lnTo>
                    <a:pt x="2826" y="2826"/>
                  </a:lnTo>
                  <a:lnTo>
                    <a:pt x="2826" y="2826"/>
                  </a:lnTo>
                  <a:lnTo>
                    <a:pt x="2509" y="3143"/>
                  </a:lnTo>
                  <a:lnTo>
                    <a:pt x="2217" y="3483"/>
                  </a:lnTo>
                  <a:lnTo>
                    <a:pt x="1924" y="3824"/>
                  </a:lnTo>
                  <a:lnTo>
                    <a:pt x="1681" y="4190"/>
                  </a:lnTo>
                  <a:lnTo>
                    <a:pt x="1437" y="4555"/>
                  </a:lnTo>
                  <a:lnTo>
                    <a:pt x="1218" y="4945"/>
                  </a:lnTo>
                  <a:lnTo>
                    <a:pt x="999" y="5334"/>
                  </a:lnTo>
                  <a:lnTo>
                    <a:pt x="804" y="5724"/>
                  </a:lnTo>
                  <a:lnTo>
                    <a:pt x="658" y="6114"/>
                  </a:lnTo>
                  <a:lnTo>
                    <a:pt x="487" y="6528"/>
                  </a:lnTo>
                  <a:lnTo>
                    <a:pt x="366" y="6942"/>
                  </a:lnTo>
                  <a:lnTo>
                    <a:pt x="244" y="7380"/>
                  </a:lnTo>
                  <a:lnTo>
                    <a:pt x="171" y="7819"/>
                  </a:lnTo>
                  <a:lnTo>
                    <a:pt x="98" y="8233"/>
                  </a:lnTo>
                  <a:lnTo>
                    <a:pt x="25" y="8695"/>
                  </a:lnTo>
                  <a:lnTo>
                    <a:pt x="0" y="9134"/>
                  </a:lnTo>
                  <a:lnTo>
                    <a:pt x="0" y="9134"/>
                  </a:lnTo>
                  <a:lnTo>
                    <a:pt x="195" y="8866"/>
                  </a:lnTo>
                  <a:lnTo>
                    <a:pt x="463" y="8598"/>
                  </a:lnTo>
                  <a:lnTo>
                    <a:pt x="755" y="8379"/>
                  </a:lnTo>
                  <a:lnTo>
                    <a:pt x="1072" y="8208"/>
                  </a:lnTo>
                  <a:lnTo>
                    <a:pt x="1437" y="8062"/>
                  </a:lnTo>
                  <a:lnTo>
                    <a:pt x="1803" y="7940"/>
                  </a:lnTo>
                  <a:lnTo>
                    <a:pt x="2217" y="7867"/>
                  </a:lnTo>
                  <a:lnTo>
                    <a:pt x="2631" y="7843"/>
                  </a:lnTo>
                  <a:lnTo>
                    <a:pt x="2631" y="7843"/>
                  </a:lnTo>
                  <a:lnTo>
                    <a:pt x="2947" y="7867"/>
                  </a:lnTo>
                  <a:lnTo>
                    <a:pt x="3288" y="7940"/>
                  </a:lnTo>
                  <a:lnTo>
                    <a:pt x="3605" y="8038"/>
                  </a:lnTo>
                  <a:lnTo>
                    <a:pt x="3922" y="8184"/>
                  </a:lnTo>
                  <a:lnTo>
                    <a:pt x="4238" y="8330"/>
                  </a:lnTo>
                  <a:lnTo>
                    <a:pt x="4506" y="8476"/>
                  </a:lnTo>
                  <a:lnTo>
                    <a:pt x="4774" y="8647"/>
                  </a:lnTo>
                  <a:lnTo>
                    <a:pt x="4993" y="8817"/>
                  </a:lnTo>
                  <a:lnTo>
                    <a:pt x="4993" y="8817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47" name="Shape 806">
              <a:extLst>
                <a:ext uri="{FF2B5EF4-FFF2-40B4-BE49-F238E27FC236}">
                  <a16:creationId xmlns:a16="http://schemas.microsoft.com/office/drawing/2014/main" id="{89CA6EBC-3D70-425D-B203-115D24507FFD}"/>
                </a:ext>
              </a:extLst>
            </p:cNvPr>
            <p:cNvSpPr/>
            <p:nvPr/>
          </p:nvSpPr>
          <p:spPr>
            <a:xfrm>
              <a:off x="6847025" y="948050"/>
              <a:ext cx="25" cy="23775"/>
            </a:xfrm>
            <a:custGeom>
              <a:avLst/>
              <a:gdLst/>
              <a:ahLst/>
              <a:cxnLst/>
              <a:rect l="0" t="0" r="0" b="0"/>
              <a:pathLst>
                <a:path w="1" h="951" fill="none" extrusionOk="0">
                  <a:moveTo>
                    <a:pt x="1" y="951"/>
                  </a:moveTo>
                  <a:lnTo>
                    <a:pt x="1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48" name="Shape 807">
              <a:extLst>
                <a:ext uri="{FF2B5EF4-FFF2-40B4-BE49-F238E27FC236}">
                  <a16:creationId xmlns:a16="http://schemas.microsoft.com/office/drawing/2014/main" id="{42438057-24B0-4583-A102-D27318AE8243}"/>
                </a:ext>
              </a:extLst>
            </p:cNvPr>
            <p:cNvSpPr/>
            <p:nvPr/>
          </p:nvSpPr>
          <p:spPr>
            <a:xfrm>
              <a:off x="6847025" y="1001025"/>
              <a:ext cx="25" cy="183900"/>
            </a:xfrm>
            <a:custGeom>
              <a:avLst/>
              <a:gdLst/>
              <a:ahLst/>
              <a:cxnLst/>
              <a:rect l="0" t="0" r="0" b="0"/>
              <a:pathLst>
                <a:path w="1" h="7356" fill="none" extrusionOk="0">
                  <a:moveTo>
                    <a:pt x="1" y="1"/>
                  </a:moveTo>
                  <a:lnTo>
                    <a:pt x="1" y="7356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49" name="Shape 808">
              <a:extLst>
                <a:ext uri="{FF2B5EF4-FFF2-40B4-BE49-F238E27FC236}">
                  <a16:creationId xmlns:a16="http://schemas.microsoft.com/office/drawing/2014/main" id="{073BC9B4-A5ED-473B-83B6-0B5843C29B61}"/>
                </a:ext>
              </a:extLst>
            </p:cNvPr>
            <p:cNvSpPr/>
            <p:nvPr/>
          </p:nvSpPr>
          <p:spPr>
            <a:xfrm>
              <a:off x="6872000" y="994325"/>
              <a:ext cx="85275" cy="190600"/>
            </a:xfrm>
            <a:custGeom>
              <a:avLst/>
              <a:gdLst/>
              <a:ahLst/>
              <a:cxnLst/>
              <a:rect l="0" t="0" r="0" b="0"/>
              <a:pathLst>
                <a:path w="3411" h="7624" fill="none" extrusionOk="0">
                  <a:moveTo>
                    <a:pt x="3410" y="7624"/>
                  </a:moveTo>
                  <a:lnTo>
                    <a:pt x="3410" y="7624"/>
                  </a:lnTo>
                  <a:lnTo>
                    <a:pt x="3337" y="7112"/>
                  </a:lnTo>
                  <a:lnTo>
                    <a:pt x="3215" y="6406"/>
                  </a:lnTo>
                  <a:lnTo>
                    <a:pt x="3142" y="5968"/>
                  </a:lnTo>
                  <a:lnTo>
                    <a:pt x="3020" y="5505"/>
                  </a:lnTo>
                  <a:lnTo>
                    <a:pt x="2874" y="4994"/>
                  </a:lnTo>
                  <a:lnTo>
                    <a:pt x="2704" y="4482"/>
                  </a:lnTo>
                  <a:lnTo>
                    <a:pt x="2509" y="3922"/>
                  </a:lnTo>
                  <a:lnTo>
                    <a:pt x="2265" y="3362"/>
                  </a:lnTo>
                  <a:lnTo>
                    <a:pt x="1998" y="2802"/>
                  </a:lnTo>
                  <a:lnTo>
                    <a:pt x="1681" y="2217"/>
                  </a:lnTo>
                  <a:lnTo>
                    <a:pt x="1340" y="1633"/>
                  </a:lnTo>
                  <a:lnTo>
                    <a:pt x="950" y="1072"/>
                  </a:lnTo>
                  <a:lnTo>
                    <a:pt x="488" y="512"/>
                  </a:lnTo>
                  <a:lnTo>
                    <a:pt x="0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50" name="Shape 809">
              <a:extLst>
                <a:ext uri="{FF2B5EF4-FFF2-40B4-BE49-F238E27FC236}">
                  <a16:creationId xmlns:a16="http://schemas.microsoft.com/office/drawing/2014/main" id="{CD7611C0-4ACB-44EF-A12D-0E5BFA8015FE}"/>
                </a:ext>
              </a:extLst>
            </p:cNvPr>
            <p:cNvSpPr/>
            <p:nvPr/>
          </p:nvSpPr>
          <p:spPr>
            <a:xfrm>
              <a:off x="6736825" y="994325"/>
              <a:ext cx="85275" cy="190600"/>
            </a:xfrm>
            <a:custGeom>
              <a:avLst/>
              <a:gdLst/>
              <a:ahLst/>
              <a:cxnLst/>
              <a:rect l="0" t="0" r="0" b="0"/>
              <a:pathLst>
                <a:path w="3411" h="7624" fill="none" extrusionOk="0">
                  <a:moveTo>
                    <a:pt x="3410" y="1"/>
                  </a:moveTo>
                  <a:lnTo>
                    <a:pt x="3410" y="1"/>
                  </a:lnTo>
                  <a:lnTo>
                    <a:pt x="2923" y="512"/>
                  </a:lnTo>
                  <a:lnTo>
                    <a:pt x="2461" y="1072"/>
                  </a:lnTo>
                  <a:lnTo>
                    <a:pt x="2071" y="1633"/>
                  </a:lnTo>
                  <a:lnTo>
                    <a:pt x="1706" y="2217"/>
                  </a:lnTo>
                  <a:lnTo>
                    <a:pt x="1413" y="2802"/>
                  </a:lnTo>
                  <a:lnTo>
                    <a:pt x="1121" y="3362"/>
                  </a:lnTo>
                  <a:lnTo>
                    <a:pt x="902" y="3922"/>
                  </a:lnTo>
                  <a:lnTo>
                    <a:pt x="707" y="4482"/>
                  </a:lnTo>
                  <a:lnTo>
                    <a:pt x="536" y="4994"/>
                  </a:lnTo>
                  <a:lnTo>
                    <a:pt x="390" y="5505"/>
                  </a:lnTo>
                  <a:lnTo>
                    <a:pt x="269" y="5968"/>
                  </a:lnTo>
                  <a:lnTo>
                    <a:pt x="171" y="6406"/>
                  </a:lnTo>
                  <a:lnTo>
                    <a:pt x="49" y="7112"/>
                  </a:lnTo>
                  <a:lnTo>
                    <a:pt x="1" y="7624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651" name="Shape 810">
            <a:extLst>
              <a:ext uri="{FF2B5EF4-FFF2-40B4-BE49-F238E27FC236}">
                <a16:creationId xmlns:a16="http://schemas.microsoft.com/office/drawing/2014/main" id="{7E99E337-BC55-421D-8C3A-E392E75EE4AE}"/>
              </a:ext>
            </a:extLst>
          </p:cNvPr>
          <p:cNvGrpSpPr/>
          <p:nvPr/>
        </p:nvGrpSpPr>
        <p:grpSpPr>
          <a:xfrm>
            <a:off x="11324582" y="2631970"/>
            <a:ext cx="184631" cy="292719"/>
            <a:chOff x="6718575" y="2318625"/>
            <a:chExt cx="256950" cy="407375"/>
          </a:xfrm>
          <a:solidFill>
            <a:srgbClr val="00B050"/>
          </a:solidFill>
        </p:grpSpPr>
        <p:sp>
          <p:nvSpPr>
            <p:cNvPr id="652" name="Shape 811">
              <a:extLst>
                <a:ext uri="{FF2B5EF4-FFF2-40B4-BE49-F238E27FC236}">
                  <a16:creationId xmlns:a16="http://schemas.microsoft.com/office/drawing/2014/main" id="{B6378EE6-6F4D-4A24-BBED-B9B0AE7365F5}"/>
                </a:ext>
              </a:extLst>
            </p:cNvPr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53" name="Shape 812">
              <a:extLst>
                <a:ext uri="{FF2B5EF4-FFF2-40B4-BE49-F238E27FC236}">
                  <a16:creationId xmlns:a16="http://schemas.microsoft.com/office/drawing/2014/main" id="{5CDD890E-C6CF-4A85-AD64-EBD514404784}"/>
                </a:ext>
              </a:extLst>
            </p:cNvPr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54" name="Shape 813">
              <a:extLst>
                <a:ext uri="{FF2B5EF4-FFF2-40B4-BE49-F238E27FC236}">
                  <a16:creationId xmlns:a16="http://schemas.microsoft.com/office/drawing/2014/main" id="{DE319F48-D1F0-453C-BE0F-80080D241E7C}"/>
                </a:ext>
              </a:extLst>
            </p:cNvPr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0" t="0" r="0" b="0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55" name="Shape 814">
              <a:extLst>
                <a:ext uri="{FF2B5EF4-FFF2-40B4-BE49-F238E27FC236}">
                  <a16:creationId xmlns:a16="http://schemas.microsoft.com/office/drawing/2014/main" id="{7125DC1F-C06E-4C27-821B-AF1089DDC6E1}"/>
                </a:ext>
              </a:extLst>
            </p:cNvPr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414" h="6674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56" name="Shape 815">
              <a:extLst>
                <a:ext uri="{FF2B5EF4-FFF2-40B4-BE49-F238E27FC236}">
                  <a16:creationId xmlns:a16="http://schemas.microsoft.com/office/drawing/2014/main" id="{3FB4B440-CC2A-421A-9245-6FB370F4F792}"/>
                </a:ext>
              </a:extLst>
            </p:cNvPr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0" t="0" r="0" b="0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57" name="Shape 816">
              <a:extLst>
                <a:ext uri="{FF2B5EF4-FFF2-40B4-BE49-F238E27FC236}">
                  <a16:creationId xmlns:a16="http://schemas.microsoft.com/office/drawing/2014/main" id="{C9860BB9-2CEA-4D6B-B2A2-97D65E1B482D}"/>
                </a:ext>
              </a:extLst>
            </p:cNvPr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414" h="6674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58" name="Shape 817">
              <a:extLst>
                <a:ext uri="{FF2B5EF4-FFF2-40B4-BE49-F238E27FC236}">
                  <a16:creationId xmlns:a16="http://schemas.microsoft.com/office/drawing/2014/main" id="{791C99D4-D8DF-4DFF-9608-81CD797740F4}"/>
                </a:ext>
              </a:extLst>
            </p:cNvPr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0" t="0" r="0" b="0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59" name="Shape 818">
              <a:extLst>
                <a:ext uri="{FF2B5EF4-FFF2-40B4-BE49-F238E27FC236}">
                  <a16:creationId xmlns:a16="http://schemas.microsoft.com/office/drawing/2014/main" id="{42D88771-6943-4C12-A9A6-AF58BA55359D}"/>
                </a:ext>
              </a:extLst>
            </p:cNvPr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0" t="0" r="0" b="0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660" name="Shape 819">
            <a:extLst>
              <a:ext uri="{FF2B5EF4-FFF2-40B4-BE49-F238E27FC236}">
                <a16:creationId xmlns:a16="http://schemas.microsoft.com/office/drawing/2014/main" id="{3B44B209-5C49-4107-8E16-849DE10F935B}"/>
              </a:ext>
            </a:extLst>
          </p:cNvPr>
          <p:cNvGrpSpPr/>
          <p:nvPr/>
        </p:nvGrpSpPr>
        <p:grpSpPr>
          <a:xfrm>
            <a:off x="8425972" y="3258879"/>
            <a:ext cx="310646" cy="189032"/>
            <a:chOff x="3269900" y="3064500"/>
            <a:chExt cx="432325" cy="263075"/>
          </a:xfrm>
          <a:solidFill>
            <a:srgbClr val="00B050"/>
          </a:solidFill>
        </p:grpSpPr>
        <p:sp>
          <p:nvSpPr>
            <p:cNvPr id="661" name="Shape 820">
              <a:extLst>
                <a:ext uri="{FF2B5EF4-FFF2-40B4-BE49-F238E27FC236}">
                  <a16:creationId xmlns:a16="http://schemas.microsoft.com/office/drawing/2014/main" id="{249A7F0D-9AF1-430C-8AFA-9D8DA407B1AC}"/>
                </a:ext>
              </a:extLst>
            </p:cNvPr>
            <p:cNvSpPr/>
            <p:nvPr/>
          </p:nvSpPr>
          <p:spPr>
            <a:xfrm>
              <a:off x="3269900" y="3064500"/>
              <a:ext cx="432325" cy="263075"/>
            </a:xfrm>
            <a:custGeom>
              <a:avLst/>
              <a:gdLst/>
              <a:ahLst/>
              <a:cxnLst/>
              <a:rect l="0" t="0" r="0" b="0"/>
              <a:pathLst>
                <a:path w="17293" h="10523" fill="none" extrusionOk="0">
                  <a:moveTo>
                    <a:pt x="14711" y="7916"/>
                  </a:moveTo>
                  <a:lnTo>
                    <a:pt x="14711" y="7916"/>
                  </a:lnTo>
                  <a:lnTo>
                    <a:pt x="14151" y="8379"/>
                  </a:lnTo>
                  <a:lnTo>
                    <a:pt x="13493" y="8842"/>
                  </a:lnTo>
                  <a:lnTo>
                    <a:pt x="12811" y="9280"/>
                  </a:lnTo>
                  <a:lnTo>
                    <a:pt x="12446" y="9475"/>
                  </a:lnTo>
                  <a:lnTo>
                    <a:pt x="12056" y="9670"/>
                  </a:lnTo>
                  <a:lnTo>
                    <a:pt x="11667" y="9840"/>
                  </a:lnTo>
                  <a:lnTo>
                    <a:pt x="11253" y="10011"/>
                  </a:lnTo>
                  <a:lnTo>
                    <a:pt x="10839" y="10157"/>
                  </a:lnTo>
                  <a:lnTo>
                    <a:pt x="10425" y="10278"/>
                  </a:lnTo>
                  <a:lnTo>
                    <a:pt x="9986" y="10376"/>
                  </a:lnTo>
                  <a:lnTo>
                    <a:pt x="9548" y="10449"/>
                  </a:lnTo>
                  <a:lnTo>
                    <a:pt x="9109" y="10498"/>
                  </a:lnTo>
                  <a:lnTo>
                    <a:pt x="8647" y="10522"/>
                  </a:lnTo>
                  <a:lnTo>
                    <a:pt x="8647" y="10522"/>
                  </a:lnTo>
                  <a:lnTo>
                    <a:pt x="8233" y="10522"/>
                  </a:lnTo>
                  <a:lnTo>
                    <a:pt x="7843" y="10473"/>
                  </a:lnTo>
                  <a:lnTo>
                    <a:pt x="7453" y="10425"/>
                  </a:lnTo>
                  <a:lnTo>
                    <a:pt x="7064" y="10327"/>
                  </a:lnTo>
                  <a:lnTo>
                    <a:pt x="6674" y="10230"/>
                  </a:lnTo>
                  <a:lnTo>
                    <a:pt x="6284" y="10108"/>
                  </a:lnTo>
                  <a:lnTo>
                    <a:pt x="5919" y="9986"/>
                  </a:lnTo>
                  <a:lnTo>
                    <a:pt x="5554" y="9840"/>
                  </a:lnTo>
                  <a:lnTo>
                    <a:pt x="5213" y="9670"/>
                  </a:lnTo>
                  <a:lnTo>
                    <a:pt x="4847" y="9499"/>
                  </a:lnTo>
                  <a:lnTo>
                    <a:pt x="4190" y="9109"/>
                  </a:lnTo>
                  <a:lnTo>
                    <a:pt x="3557" y="8695"/>
                  </a:lnTo>
                  <a:lnTo>
                    <a:pt x="2972" y="8233"/>
                  </a:lnTo>
                  <a:lnTo>
                    <a:pt x="2412" y="7794"/>
                  </a:lnTo>
                  <a:lnTo>
                    <a:pt x="1900" y="7332"/>
                  </a:lnTo>
                  <a:lnTo>
                    <a:pt x="1438" y="6893"/>
                  </a:lnTo>
                  <a:lnTo>
                    <a:pt x="1048" y="6479"/>
                  </a:lnTo>
                  <a:lnTo>
                    <a:pt x="390" y="5748"/>
                  </a:lnTo>
                  <a:lnTo>
                    <a:pt x="1" y="5261"/>
                  </a:lnTo>
                  <a:lnTo>
                    <a:pt x="1" y="5261"/>
                  </a:lnTo>
                  <a:lnTo>
                    <a:pt x="390" y="4774"/>
                  </a:lnTo>
                  <a:lnTo>
                    <a:pt x="1048" y="4044"/>
                  </a:lnTo>
                  <a:lnTo>
                    <a:pt x="1438" y="3630"/>
                  </a:lnTo>
                  <a:lnTo>
                    <a:pt x="1900" y="3191"/>
                  </a:lnTo>
                  <a:lnTo>
                    <a:pt x="2412" y="2728"/>
                  </a:lnTo>
                  <a:lnTo>
                    <a:pt x="2972" y="2290"/>
                  </a:lnTo>
                  <a:lnTo>
                    <a:pt x="3557" y="1852"/>
                  </a:lnTo>
                  <a:lnTo>
                    <a:pt x="4190" y="1413"/>
                  </a:lnTo>
                  <a:lnTo>
                    <a:pt x="4847" y="1024"/>
                  </a:lnTo>
                  <a:lnTo>
                    <a:pt x="5213" y="853"/>
                  </a:lnTo>
                  <a:lnTo>
                    <a:pt x="5554" y="683"/>
                  </a:lnTo>
                  <a:lnTo>
                    <a:pt x="5919" y="536"/>
                  </a:lnTo>
                  <a:lnTo>
                    <a:pt x="6284" y="415"/>
                  </a:lnTo>
                  <a:lnTo>
                    <a:pt x="6674" y="293"/>
                  </a:lnTo>
                  <a:lnTo>
                    <a:pt x="7064" y="196"/>
                  </a:lnTo>
                  <a:lnTo>
                    <a:pt x="7453" y="98"/>
                  </a:lnTo>
                  <a:lnTo>
                    <a:pt x="7843" y="49"/>
                  </a:lnTo>
                  <a:lnTo>
                    <a:pt x="8233" y="1"/>
                  </a:lnTo>
                  <a:lnTo>
                    <a:pt x="8647" y="1"/>
                  </a:lnTo>
                  <a:lnTo>
                    <a:pt x="8647" y="1"/>
                  </a:lnTo>
                  <a:lnTo>
                    <a:pt x="9109" y="25"/>
                  </a:lnTo>
                  <a:lnTo>
                    <a:pt x="9548" y="74"/>
                  </a:lnTo>
                  <a:lnTo>
                    <a:pt x="9986" y="147"/>
                  </a:lnTo>
                  <a:lnTo>
                    <a:pt x="10425" y="244"/>
                  </a:lnTo>
                  <a:lnTo>
                    <a:pt x="10839" y="366"/>
                  </a:lnTo>
                  <a:lnTo>
                    <a:pt x="11253" y="512"/>
                  </a:lnTo>
                  <a:lnTo>
                    <a:pt x="11667" y="683"/>
                  </a:lnTo>
                  <a:lnTo>
                    <a:pt x="12056" y="853"/>
                  </a:lnTo>
                  <a:lnTo>
                    <a:pt x="12446" y="1048"/>
                  </a:lnTo>
                  <a:lnTo>
                    <a:pt x="12811" y="1243"/>
                  </a:lnTo>
                  <a:lnTo>
                    <a:pt x="13493" y="1681"/>
                  </a:lnTo>
                  <a:lnTo>
                    <a:pt x="14151" y="2144"/>
                  </a:lnTo>
                  <a:lnTo>
                    <a:pt x="14711" y="2607"/>
                  </a:lnTo>
                  <a:lnTo>
                    <a:pt x="14711" y="2607"/>
                  </a:lnTo>
                  <a:lnTo>
                    <a:pt x="15198" y="3021"/>
                  </a:lnTo>
                  <a:lnTo>
                    <a:pt x="15637" y="3435"/>
                  </a:lnTo>
                  <a:lnTo>
                    <a:pt x="16026" y="3824"/>
                  </a:lnTo>
                  <a:lnTo>
                    <a:pt x="16367" y="4190"/>
                  </a:lnTo>
                  <a:lnTo>
                    <a:pt x="16927" y="4823"/>
                  </a:lnTo>
                  <a:lnTo>
                    <a:pt x="17293" y="5261"/>
                  </a:lnTo>
                  <a:lnTo>
                    <a:pt x="17293" y="5261"/>
                  </a:lnTo>
                  <a:lnTo>
                    <a:pt x="16927" y="5700"/>
                  </a:lnTo>
                  <a:lnTo>
                    <a:pt x="16367" y="6333"/>
                  </a:lnTo>
                  <a:lnTo>
                    <a:pt x="16026" y="6698"/>
                  </a:lnTo>
                  <a:lnTo>
                    <a:pt x="15637" y="7088"/>
                  </a:lnTo>
                  <a:lnTo>
                    <a:pt x="15198" y="7502"/>
                  </a:lnTo>
                  <a:lnTo>
                    <a:pt x="14711" y="7916"/>
                  </a:lnTo>
                  <a:lnTo>
                    <a:pt x="14711" y="7916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62" name="Shape 821">
              <a:extLst>
                <a:ext uri="{FF2B5EF4-FFF2-40B4-BE49-F238E27FC236}">
                  <a16:creationId xmlns:a16="http://schemas.microsoft.com/office/drawing/2014/main" id="{A8FD2C04-F506-4DE1-8C3E-3E2042EA6586}"/>
                </a:ext>
              </a:extLst>
            </p:cNvPr>
            <p:cNvSpPr/>
            <p:nvPr/>
          </p:nvSpPr>
          <p:spPr>
            <a:xfrm>
              <a:off x="3445875" y="3155825"/>
              <a:ext cx="80400" cy="80400"/>
            </a:xfrm>
            <a:custGeom>
              <a:avLst/>
              <a:gdLst/>
              <a:ahLst/>
              <a:cxnLst/>
              <a:rect l="0" t="0" r="0" b="0"/>
              <a:pathLst>
                <a:path w="3216" h="3216" fill="none" extrusionOk="0">
                  <a:moveTo>
                    <a:pt x="0" y="1608"/>
                  </a:moveTo>
                  <a:lnTo>
                    <a:pt x="0" y="1608"/>
                  </a:lnTo>
                  <a:lnTo>
                    <a:pt x="25" y="1438"/>
                  </a:lnTo>
                  <a:lnTo>
                    <a:pt x="49" y="1292"/>
                  </a:lnTo>
                  <a:lnTo>
                    <a:pt x="73" y="1121"/>
                  </a:lnTo>
                  <a:lnTo>
                    <a:pt x="146" y="975"/>
                  </a:lnTo>
                  <a:lnTo>
                    <a:pt x="195" y="853"/>
                  </a:lnTo>
                  <a:lnTo>
                    <a:pt x="293" y="707"/>
                  </a:lnTo>
                  <a:lnTo>
                    <a:pt x="366" y="585"/>
                  </a:lnTo>
                  <a:lnTo>
                    <a:pt x="487" y="488"/>
                  </a:lnTo>
                  <a:lnTo>
                    <a:pt x="585" y="366"/>
                  </a:lnTo>
                  <a:lnTo>
                    <a:pt x="707" y="293"/>
                  </a:lnTo>
                  <a:lnTo>
                    <a:pt x="853" y="196"/>
                  </a:lnTo>
                  <a:lnTo>
                    <a:pt x="974" y="147"/>
                  </a:lnTo>
                  <a:lnTo>
                    <a:pt x="1121" y="74"/>
                  </a:lnTo>
                  <a:lnTo>
                    <a:pt x="1291" y="50"/>
                  </a:lnTo>
                  <a:lnTo>
                    <a:pt x="1437" y="25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778" y="25"/>
                  </a:lnTo>
                  <a:lnTo>
                    <a:pt x="1924" y="50"/>
                  </a:lnTo>
                  <a:lnTo>
                    <a:pt x="2095" y="74"/>
                  </a:lnTo>
                  <a:lnTo>
                    <a:pt x="2241" y="147"/>
                  </a:lnTo>
                  <a:lnTo>
                    <a:pt x="2363" y="196"/>
                  </a:lnTo>
                  <a:lnTo>
                    <a:pt x="2509" y="293"/>
                  </a:lnTo>
                  <a:lnTo>
                    <a:pt x="2631" y="366"/>
                  </a:lnTo>
                  <a:lnTo>
                    <a:pt x="2728" y="488"/>
                  </a:lnTo>
                  <a:lnTo>
                    <a:pt x="2850" y="585"/>
                  </a:lnTo>
                  <a:lnTo>
                    <a:pt x="2923" y="707"/>
                  </a:lnTo>
                  <a:lnTo>
                    <a:pt x="3020" y="853"/>
                  </a:lnTo>
                  <a:lnTo>
                    <a:pt x="3069" y="975"/>
                  </a:lnTo>
                  <a:lnTo>
                    <a:pt x="3142" y="1121"/>
                  </a:lnTo>
                  <a:lnTo>
                    <a:pt x="3166" y="1292"/>
                  </a:lnTo>
                  <a:lnTo>
                    <a:pt x="3191" y="1438"/>
                  </a:lnTo>
                  <a:lnTo>
                    <a:pt x="3215" y="1608"/>
                  </a:lnTo>
                  <a:lnTo>
                    <a:pt x="3215" y="1608"/>
                  </a:lnTo>
                  <a:lnTo>
                    <a:pt x="3191" y="1779"/>
                  </a:lnTo>
                  <a:lnTo>
                    <a:pt x="3166" y="1925"/>
                  </a:lnTo>
                  <a:lnTo>
                    <a:pt x="3142" y="2095"/>
                  </a:lnTo>
                  <a:lnTo>
                    <a:pt x="3069" y="2242"/>
                  </a:lnTo>
                  <a:lnTo>
                    <a:pt x="3020" y="2363"/>
                  </a:lnTo>
                  <a:lnTo>
                    <a:pt x="2923" y="2509"/>
                  </a:lnTo>
                  <a:lnTo>
                    <a:pt x="2850" y="2631"/>
                  </a:lnTo>
                  <a:lnTo>
                    <a:pt x="2728" y="2729"/>
                  </a:lnTo>
                  <a:lnTo>
                    <a:pt x="2631" y="2850"/>
                  </a:lnTo>
                  <a:lnTo>
                    <a:pt x="2509" y="2924"/>
                  </a:lnTo>
                  <a:lnTo>
                    <a:pt x="2363" y="3021"/>
                  </a:lnTo>
                  <a:lnTo>
                    <a:pt x="2241" y="3070"/>
                  </a:lnTo>
                  <a:lnTo>
                    <a:pt x="2095" y="3143"/>
                  </a:lnTo>
                  <a:lnTo>
                    <a:pt x="1924" y="3167"/>
                  </a:lnTo>
                  <a:lnTo>
                    <a:pt x="1778" y="3191"/>
                  </a:lnTo>
                  <a:lnTo>
                    <a:pt x="1608" y="3216"/>
                  </a:lnTo>
                  <a:lnTo>
                    <a:pt x="1608" y="3216"/>
                  </a:lnTo>
                  <a:lnTo>
                    <a:pt x="1437" y="3191"/>
                  </a:lnTo>
                  <a:lnTo>
                    <a:pt x="1291" y="3167"/>
                  </a:lnTo>
                  <a:lnTo>
                    <a:pt x="1121" y="3143"/>
                  </a:lnTo>
                  <a:lnTo>
                    <a:pt x="974" y="3070"/>
                  </a:lnTo>
                  <a:lnTo>
                    <a:pt x="853" y="3021"/>
                  </a:lnTo>
                  <a:lnTo>
                    <a:pt x="707" y="2924"/>
                  </a:lnTo>
                  <a:lnTo>
                    <a:pt x="585" y="2850"/>
                  </a:lnTo>
                  <a:lnTo>
                    <a:pt x="487" y="2729"/>
                  </a:lnTo>
                  <a:lnTo>
                    <a:pt x="366" y="2631"/>
                  </a:lnTo>
                  <a:lnTo>
                    <a:pt x="293" y="2509"/>
                  </a:lnTo>
                  <a:lnTo>
                    <a:pt x="195" y="2363"/>
                  </a:lnTo>
                  <a:lnTo>
                    <a:pt x="146" y="2242"/>
                  </a:lnTo>
                  <a:lnTo>
                    <a:pt x="73" y="2095"/>
                  </a:lnTo>
                  <a:lnTo>
                    <a:pt x="49" y="1925"/>
                  </a:lnTo>
                  <a:lnTo>
                    <a:pt x="25" y="1779"/>
                  </a:lnTo>
                  <a:lnTo>
                    <a:pt x="0" y="1608"/>
                  </a:lnTo>
                  <a:lnTo>
                    <a:pt x="0" y="1608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63" name="Shape 822">
              <a:extLst>
                <a:ext uri="{FF2B5EF4-FFF2-40B4-BE49-F238E27FC236}">
                  <a16:creationId xmlns:a16="http://schemas.microsoft.com/office/drawing/2014/main" id="{C1D11DCA-59AB-4221-B83E-C29656064B94}"/>
                </a:ext>
              </a:extLst>
            </p:cNvPr>
            <p:cNvSpPr/>
            <p:nvPr/>
          </p:nvSpPr>
          <p:spPr>
            <a:xfrm>
              <a:off x="3381925" y="3091900"/>
              <a:ext cx="208275" cy="208275"/>
            </a:xfrm>
            <a:custGeom>
              <a:avLst/>
              <a:gdLst/>
              <a:ahLst/>
              <a:cxnLst/>
              <a:rect l="0" t="0" r="0" b="0"/>
              <a:pathLst>
                <a:path w="8331" h="8331" fill="none" extrusionOk="0">
                  <a:moveTo>
                    <a:pt x="1" y="4165"/>
                  </a:moveTo>
                  <a:lnTo>
                    <a:pt x="1" y="4165"/>
                  </a:lnTo>
                  <a:lnTo>
                    <a:pt x="25" y="3751"/>
                  </a:lnTo>
                  <a:lnTo>
                    <a:pt x="74" y="3337"/>
                  </a:lnTo>
                  <a:lnTo>
                    <a:pt x="196" y="2923"/>
                  </a:lnTo>
                  <a:lnTo>
                    <a:pt x="318" y="2534"/>
                  </a:lnTo>
                  <a:lnTo>
                    <a:pt x="512" y="2168"/>
                  </a:lnTo>
                  <a:lnTo>
                    <a:pt x="707" y="1827"/>
                  </a:lnTo>
                  <a:lnTo>
                    <a:pt x="951" y="1511"/>
                  </a:lnTo>
                  <a:lnTo>
                    <a:pt x="1219" y="1218"/>
                  </a:lnTo>
                  <a:lnTo>
                    <a:pt x="1511" y="951"/>
                  </a:lnTo>
                  <a:lnTo>
                    <a:pt x="1828" y="707"/>
                  </a:lnTo>
                  <a:lnTo>
                    <a:pt x="2169" y="512"/>
                  </a:lnTo>
                  <a:lnTo>
                    <a:pt x="2534" y="317"/>
                  </a:lnTo>
                  <a:lnTo>
                    <a:pt x="2924" y="195"/>
                  </a:lnTo>
                  <a:lnTo>
                    <a:pt x="3313" y="74"/>
                  </a:lnTo>
                  <a:lnTo>
                    <a:pt x="3727" y="25"/>
                  </a:lnTo>
                  <a:lnTo>
                    <a:pt x="4166" y="1"/>
                  </a:lnTo>
                  <a:lnTo>
                    <a:pt x="4166" y="1"/>
                  </a:lnTo>
                  <a:lnTo>
                    <a:pt x="4580" y="25"/>
                  </a:lnTo>
                  <a:lnTo>
                    <a:pt x="4994" y="74"/>
                  </a:lnTo>
                  <a:lnTo>
                    <a:pt x="5408" y="195"/>
                  </a:lnTo>
                  <a:lnTo>
                    <a:pt x="5797" y="317"/>
                  </a:lnTo>
                  <a:lnTo>
                    <a:pt x="6163" y="512"/>
                  </a:lnTo>
                  <a:lnTo>
                    <a:pt x="6504" y="707"/>
                  </a:lnTo>
                  <a:lnTo>
                    <a:pt x="6820" y="951"/>
                  </a:lnTo>
                  <a:lnTo>
                    <a:pt x="7113" y="1218"/>
                  </a:lnTo>
                  <a:lnTo>
                    <a:pt x="7381" y="1511"/>
                  </a:lnTo>
                  <a:lnTo>
                    <a:pt x="7624" y="1827"/>
                  </a:lnTo>
                  <a:lnTo>
                    <a:pt x="7819" y="2168"/>
                  </a:lnTo>
                  <a:lnTo>
                    <a:pt x="8014" y="2534"/>
                  </a:lnTo>
                  <a:lnTo>
                    <a:pt x="8136" y="2923"/>
                  </a:lnTo>
                  <a:lnTo>
                    <a:pt x="8257" y="3337"/>
                  </a:lnTo>
                  <a:lnTo>
                    <a:pt x="8306" y="3751"/>
                  </a:lnTo>
                  <a:lnTo>
                    <a:pt x="8330" y="4165"/>
                  </a:lnTo>
                  <a:lnTo>
                    <a:pt x="8330" y="4165"/>
                  </a:lnTo>
                  <a:lnTo>
                    <a:pt x="8306" y="4579"/>
                  </a:lnTo>
                  <a:lnTo>
                    <a:pt x="8257" y="4993"/>
                  </a:lnTo>
                  <a:lnTo>
                    <a:pt x="8136" y="5407"/>
                  </a:lnTo>
                  <a:lnTo>
                    <a:pt x="8014" y="5797"/>
                  </a:lnTo>
                  <a:lnTo>
                    <a:pt x="7819" y="6162"/>
                  </a:lnTo>
                  <a:lnTo>
                    <a:pt x="7624" y="6503"/>
                  </a:lnTo>
                  <a:lnTo>
                    <a:pt x="7381" y="6820"/>
                  </a:lnTo>
                  <a:lnTo>
                    <a:pt x="7113" y="7112"/>
                  </a:lnTo>
                  <a:lnTo>
                    <a:pt x="6820" y="7380"/>
                  </a:lnTo>
                  <a:lnTo>
                    <a:pt x="6504" y="7624"/>
                  </a:lnTo>
                  <a:lnTo>
                    <a:pt x="6163" y="7819"/>
                  </a:lnTo>
                  <a:lnTo>
                    <a:pt x="5797" y="8013"/>
                  </a:lnTo>
                  <a:lnTo>
                    <a:pt x="5408" y="8135"/>
                  </a:lnTo>
                  <a:lnTo>
                    <a:pt x="4994" y="8257"/>
                  </a:lnTo>
                  <a:lnTo>
                    <a:pt x="4580" y="8306"/>
                  </a:lnTo>
                  <a:lnTo>
                    <a:pt x="4166" y="8330"/>
                  </a:lnTo>
                  <a:lnTo>
                    <a:pt x="4166" y="8330"/>
                  </a:lnTo>
                  <a:lnTo>
                    <a:pt x="3727" y="8306"/>
                  </a:lnTo>
                  <a:lnTo>
                    <a:pt x="3313" y="8257"/>
                  </a:lnTo>
                  <a:lnTo>
                    <a:pt x="2924" y="8135"/>
                  </a:lnTo>
                  <a:lnTo>
                    <a:pt x="2534" y="8013"/>
                  </a:lnTo>
                  <a:lnTo>
                    <a:pt x="2169" y="7819"/>
                  </a:lnTo>
                  <a:lnTo>
                    <a:pt x="1828" y="7624"/>
                  </a:lnTo>
                  <a:lnTo>
                    <a:pt x="1511" y="7380"/>
                  </a:lnTo>
                  <a:lnTo>
                    <a:pt x="1219" y="7112"/>
                  </a:lnTo>
                  <a:lnTo>
                    <a:pt x="951" y="6820"/>
                  </a:lnTo>
                  <a:lnTo>
                    <a:pt x="707" y="6503"/>
                  </a:lnTo>
                  <a:lnTo>
                    <a:pt x="512" y="6162"/>
                  </a:lnTo>
                  <a:lnTo>
                    <a:pt x="318" y="5797"/>
                  </a:lnTo>
                  <a:lnTo>
                    <a:pt x="196" y="5407"/>
                  </a:lnTo>
                  <a:lnTo>
                    <a:pt x="74" y="4993"/>
                  </a:lnTo>
                  <a:lnTo>
                    <a:pt x="25" y="4579"/>
                  </a:lnTo>
                  <a:lnTo>
                    <a:pt x="1" y="4165"/>
                  </a:lnTo>
                  <a:lnTo>
                    <a:pt x="1" y="4165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664" name="Shape 823">
            <a:extLst>
              <a:ext uri="{FF2B5EF4-FFF2-40B4-BE49-F238E27FC236}">
                <a16:creationId xmlns:a16="http://schemas.microsoft.com/office/drawing/2014/main" id="{E8C3B0AF-8F7B-4980-8BDA-16A6ABC42C92}"/>
              </a:ext>
            </a:extLst>
          </p:cNvPr>
          <p:cNvGrpSpPr/>
          <p:nvPr/>
        </p:nvGrpSpPr>
        <p:grpSpPr>
          <a:xfrm>
            <a:off x="11299999" y="3191323"/>
            <a:ext cx="226648" cy="318533"/>
            <a:chOff x="6689325" y="2984125"/>
            <a:chExt cx="315425" cy="443300"/>
          </a:xfrm>
          <a:solidFill>
            <a:srgbClr val="00B050"/>
          </a:solidFill>
        </p:grpSpPr>
        <p:sp>
          <p:nvSpPr>
            <p:cNvPr id="665" name="Shape 824">
              <a:extLst>
                <a:ext uri="{FF2B5EF4-FFF2-40B4-BE49-F238E27FC236}">
                  <a16:creationId xmlns:a16="http://schemas.microsoft.com/office/drawing/2014/main" id="{828D8230-54FA-49E6-A82C-7FE0BBFDEC1C}"/>
                </a:ext>
              </a:extLst>
            </p:cNvPr>
            <p:cNvSpPr/>
            <p:nvPr/>
          </p:nvSpPr>
          <p:spPr>
            <a:xfrm>
              <a:off x="6689325" y="2984125"/>
              <a:ext cx="315425" cy="77975"/>
            </a:xfrm>
            <a:custGeom>
              <a:avLst/>
              <a:gdLst/>
              <a:ahLst/>
              <a:cxnLst/>
              <a:rect l="0" t="0" r="0" b="0"/>
              <a:pathLst>
                <a:path w="12617" h="3119" fill="none" extrusionOk="0">
                  <a:moveTo>
                    <a:pt x="12130" y="1413"/>
                  </a:moveTo>
                  <a:lnTo>
                    <a:pt x="8647" y="1413"/>
                  </a:lnTo>
                  <a:lnTo>
                    <a:pt x="8647" y="878"/>
                  </a:lnTo>
                  <a:lnTo>
                    <a:pt x="8647" y="878"/>
                  </a:lnTo>
                  <a:lnTo>
                    <a:pt x="8623" y="707"/>
                  </a:lnTo>
                  <a:lnTo>
                    <a:pt x="8574" y="537"/>
                  </a:lnTo>
                  <a:lnTo>
                    <a:pt x="8501" y="391"/>
                  </a:lnTo>
                  <a:lnTo>
                    <a:pt x="8379" y="269"/>
                  </a:lnTo>
                  <a:lnTo>
                    <a:pt x="8257" y="147"/>
                  </a:lnTo>
                  <a:lnTo>
                    <a:pt x="8111" y="74"/>
                  </a:lnTo>
                  <a:lnTo>
                    <a:pt x="7941" y="25"/>
                  </a:lnTo>
                  <a:lnTo>
                    <a:pt x="7770" y="1"/>
                  </a:lnTo>
                  <a:lnTo>
                    <a:pt x="4848" y="1"/>
                  </a:lnTo>
                  <a:lnTo>
                    <a:pt x="4848" y="1"/>
                  </a:lnTo>
                  <a:lnTo>
                    <a:pt x="4677" y="25"/>
                  </a:lnTo>
                  <a:lnTo>
                    <a:pt x="4507" y="74"/>
                  </a:lnTo>
                  <a:lnTo>
                    <a:pt x="4361" y="147"/>
                  </a:lnTo>
                  <a:lnTo>
                    <a:pt x="4239" y="269"/>
                  </a:lnTo>
                  <a:lnTo>
                    <a:pt x="4117" y="391"/>
                  </a:lnTo>
                  <a:lnTo>
                    <a:pt x="4044" y="537"/>
                  </a:lnTo>
                  <a:lnTo>
                    <a:pt x="3995" y="707"/>
                  </a:lnTo>
                  <a:lnTo>
                    <a:pt x="3971" y="878"/>
                  </a:lnTo>
                  <a:lnTo>
                    <a:pt x="3971" y="1413"/>
                  </a:lnTo>
                  <a:lnTo>
                    <a:pt x="488" y="1413"/>
                  </a:lnTo>
                  <a:lnTo>
                    <a:pt x="488" y="1413"/>
                  </a:lnTo>
                  <a:lnTo>
                    <a:pt x="391" y="1413"/>
                  </a:lnTo>
                  <a:lnTo>
                    <a:pt x="293" y="1462"/>
                  </a:lnTo>
                  <a:lnTo>
                    <a:pt x="220" y="1486"/>
                  </a:lnTo>
                  <a:lnTo>
                    <a:pt x="147" y="1560"/>
                  </a:lnTo>
                  <a:lnTo>
                    <a:pt x="74" y="1633"/>
                  </a:lnTo>
                  <a:lnTo>
                    <a:pt x="50" y="1706"/>
                  </a:lnTo>
                  <a:lnTo>
                    <a:pt x="1" y="1803"/>
                  </a:lnTo>
                  <a:lnTo>
                    <a:pt x="1" y="1901"/>
                  </a:lnTo>
                  <a:lnTo>
                    <a:pt x="1" y="3118"/>
                  </a:lnTo>
                  <a:lnTo>
                    <a:pt x="12617" y="3118"/>
                  </a:lnTo>
                  <a:lnTo>
                    <a:pt x="12617" y="1901"/>
                  </a:lnTo>
                  <a:lnTo>
                    <a:pt x="12617" y="1901"/>
                  </a:lnTo>
                  <a:lnTo>
                    <a:pt x="12617" y="1803"/>
                  </a:lnTo>
                  <a:lnTo>
                    <a:pt x="12568" y="1706"/>
                  </a:lnTo>
                  <a:lnTo>
                    <a:pt x="12544" y="1633"/>
                  </a:lnTo>
                  <a:lnTo>
                    <a:pt x="12471" y="1560"/>
                  </a:lnTo>
                  <a:lnTo>
                    <a:pt x="12398" y="1486"/>
                  </a:lnTo>
                  <a:lnTo>
                    <a:pt x="12325" y="1462"/>
                  </a:lnTo>
                  <a:lnTo>
                    <a:pt x="12227" y="1413"/>
                  </a:lnTo>
                  <a:lnTo>
                    <a:pt x="12130" y="1413"/>
                  </a:lnTo>
                  <a:lnTo>
                    <a:pt x="12130" y="1413"/>
                  </a:lnTo>
                  <a:close/>
                  <a:moveTo>
                    <a:pt x="4750" y="878"/>
                  </a:moveTo>
                  <a:lnTo>
                    <a:pt x="4750" y="878"/>
                  </a:lnTo>
                  <a:lnTo>
                    <a:pt x="4750" y="829"/>
                  </a:lnTo>
                  <a:lnTo>
                    <a:pt x="4775" y="805"/>
                  </a:lnTo>
                  <a:lnTo>
                    <a:pt x="4799" y="780"/>
                  </a:lnTo>
                  <a:lnTo>
                    <a:pt x="4848" y="780"/>
                  </a:lnTo>
                  <a:lnTo>
                    <a:pt x="7770" y="780"/>
                  </a:lnTo>
                  <a:lnTo>
                    <a:pt x="7770" y="780"/>
                  </a:lnTo>
                  <a:lnTo>
                    <a:pt x="7819" y="780"/>
                  </a:lnTo>
                  <a:lnTo>
                    <a:pt x="7843" y="805"/>
                  </a:lnTo>
                  <a:lnTo>
                    <a:pt x="7868" y="829"/>
                  </a:lnTo>
                  <a:lnTo>
                    <a:pt x="7868" y="878"/>
                  </a:lnTo>
                  <a:lnTo>
                    <a:pt x="7868" y="1413"/>
                  </a:lnTo>
                  <a:lnTo>
                    <a:pt x="4750" y="1413"/>
                  </a:lnTo>
                  <a:lnTo>
                    <a:pt x="4750" y="878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66" name="Shape 825">
              <a:extLst>
                <a:ext uri="{FF2B5EF4-FFF2-40B4-BE49-F238E27FC236}">
                  <a16:creationId xmlns:a16="http://schemas.microsoft.com/office/drawing/2014/main" id="{64103676-EAAF-486F-8510-EBE88627EA07}"/>
                </a:ext>
              </a:extLst>
            </p:cNvPr>
            <p:cNvSpPr/>
            <p:nvPr/>
          </p:nvSpPr>
          <p:spPr>
            <a:xfrm>
              <a:off x="6702125" y="3069375"/>
              <a:ext cx="289850" cy="358050"/>
            </a:xfrm>
            <a:custGeom>
              <a:avLst/>
              <a:gdLst/>
              <a:ahLst/>
              <a:cxnLst/>
              <a:rect l="0" t="0" r="0" b="0"/>
              <a:pathLst>
                <a:path w="11594" h="14322" fill="none" extrusionOk="0">
                  <a:moveTo>
                    <a:pt x="0" y="1"/>
                  </a:moveTo>
                  <a:lnTo>
                    <a:pt x="0" y="13834"/>
                  </a:lnTo>
                  <a:lnTo>
                    <a:pt x="0" y="13834"/>
                  </a:lnTo>
                  <a:lnTo>
                    <a:pt x="0" y="13932"/>
                  </a:lnTo>
                  <a:lnTo>
                    <a:pt x="49" y="14029"/>
                  </a:lnTo>
                  <a:lnTo>
                    <a:pt x="74" y="14102"/>
                  </a:lnTo>
                  <a:lnTo>
                    <a:pt x="147" y="14175"/>
                  </a:lnTo>
                  <a:lnTo>
                    <a:pt x="220" y="14224"/>
                  </a:lnTo>
                  <a:lnTo>
                    <a:pt x="293" y="14273"/>
                  </a:lnTo>
                  <a:lnTo>
                    <a:pt x="390" y="14297"/>
                  </a:lnTo>
                  <a:lnTo>
                    <a:pt x="488" y="14321"/>
                  </a:lnTo>
                  <a:lnTo>
                    <a:pt x="11106" y="14321"/>
                  </a:lnTo>
                  <a:lnTo>
                    <a:pt x="11106" y="14321"/>
                  </a:lnTo>
                  <a:lnTo>
                    <a:pt x="11204" y="14297"/>
                  </a:lnTo>
                  <a:lnTo>
                    <a:pt x="11301" y="14273"/>
                  </a:lnTo>
                  <a:lnTo>
                    <a:pt x="11374" y="14224"/>
                  </a:lnTo>
                  <a:lnTo>
                    <a:pt x="11447" y="14175"/>
                  </a:lnTo>
                  <a:lnTo>
                    <a:pt x="11520" y="14102"/>
                  </a:lnTo>
                  <a:lnTo>
                    <a:pt x="11545" y="14029"/>
                  </a:lnTo>
                  <a:lnTo>
                    <a:pt x="11593" y="13932"/>
                  </a:lnTo>
                  <a:lnTo>
                    <a:pt x="11593" y="13834"/>
                  </a:lnTo>
                  <a:lnTo>
                    <a:pt x="11593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67" name="Shape 826">
              <a:extLst>
                <a:ext uri="{FF2B5EF4-FFF2-40B4-BE49-F238E27FC236}">
                  <a16:creationId xmlns:a16="http://schemas.microsoft.com/office/drawing/2014/main" id="{5A61F8A1-53E7-4225-90DE-615EB0F2F61F}"/>
                </a:ext>
              </a:extLst>
            </p:cNvPr>
            <p:cNvSpPr/>
            <p:nvPr/>
          </p:nvSpPr>
          <p:spPr>
            <a:xfrm>
              <a:off x="6761175" y="3117475"/>
              <a:ext cx="25" cy="261850"/>
            </a:xfrm>
            <a:custGeom>
              <a:avLst/>
              <a:gdLst/>
              <a:ahLst/>
              <a:cxnLst/>
              <a:rect l="0" t="0" r="0" b="0"/>
              <a:pathLst>
                <a:path w="1" h="10474" fill="none" extrusionOk="0">
                  <a:moveTo>
                    <a:pt x="1" y="10473"/>
                  </a:moveTo>
                  <a:lnTo>
                    <a:pt x="1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68" name="Shape 827">
              <a:extLst>
                <a:ext uri="{FF2B5EF4-FFF2-40B4-BE49-F238E27FC236}">
                  <a16:creationId xmlns:a16="http://schemas.microsoft.com/office/drawing/2014/main" id="{3C406B1D-C529-4464-92FC-D0BEA458EBAB}"/>
                </a:ext>
              </a:extLst>
            </p:cNvPr>
            <p:cNvSpPr/>
            <p:nvPr/>
          </p:nvSpPr>
          <p:spPr>
            <a:xfrm>
              <a:off x="6847025" y="3117475"/>
              <a:ext cx="25" cy="261850"/>
            </a:xfrm>
            <a:custGeom>
              <a:avLst/>
              <a:gdLst/>
              <a:ahLst/>
              <a:cxnLst/>
              <a:rect l="0" t="0" r="0" b="0"/>
              <a:pathLst>
                <a:path w="1" h="10474" fill="none" extrusionOk="0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69" name="Shape 828">
              <a:extLst>
                <a:ext uri="{FF2B5EF4-FFF2-40B4-BE49-F238E27FC236}">
                  <a16:creationId xmlns:a16="http://schemas.microsoft.com/office/drawing/2014/main" id="{8750C81A-260A-4561-AC96-D1C4F1266964}"/>
                </a:ext>
              </a:extLst>
            </p:cNvPr>
            <p:cNvSpPr/>
            <p:nvPr/>
          </p:nvSpPr>
          <p:spPr>
            <a:xfrm>
              <a:off x="6932875" y="3117475"/>
              <a:ext cx="25" cy="261850"/>
            </a:xfrm>
            <a:custGeom>
              <a:avLst/>
              <a:gdLst/>
              <a:ahLst/>
              <a:cxnLst/>
              <a:rect l="0" t="0" r="0" b="0"/>
              <a:pathLst>
                <a:path w="1" h="10474" fill="none" extrusionOk="0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670" name="Shape 829">
            <a:extLst>
              <a:ext uri="{FF2B5EF4-FFF2-40B4-BE49-F238E27FC236}">
                <a16:creationId xmlns:a16="http://schemas.microsoft.com/office/drawing/2014/main" id="{7E52B915-24F1-43F6-A283-02BDDA809C10}"/>
              </a:ext>
            </a:extLst>
          </p:cNvPr>
          <p:cNvGrpSpPr/>
          <p:nvPr/>
        </p:nvGrpSpPr>
        <p:grpSpPr>
          <a:xfrm>
            <a:off x="7348724" y="4285990"/>
            <a:ext cx="219211" cy="354387"/>
            <a:chOff x="1988225" y="4286525"/>
            <a:chExt cx="305075" cy="493200"/>
          </a:xfrm>
          <a:solidFill>
            <a:srgbClr val="00B050"/>
          </a:solidFill>
        </p:grpSpPr>
        <p:sp>
          <p:nvSpPr>
            <p:cNvPr id="671" name="Shape 830">
              <a:extLst>
                <a:ext uri="{FF2B5EF4-FFF2-40B4-BE49-F238E27FC236}">
                  <a16:creationId xmlns:a16="http://schemas.microsoft.com/office/drawing/2014/main" id="{E466056D-8E8E-41A8-8E78-CE8D1717DC27}"/>
                </a:ext>
              </a:extLst>
            </p:cNvPr>
            <p:cNvSpPr/>
            <p:nvPr/>
          </p:nvSpPr>
          <p:spPr>
            <a:xfrm>
              <a:off x="2178800" y="4519725"/>
              <a:ext cx="114500" cy="114475"/>
            </a:xfrm>
            <a:custGeom>
              <a:avLst/>
              <a:gdLst/>
              <a:ahLst/>
              <a:cxnLst/>
              <a:rect l="0" t="0" r="0" b="0"/>
              <a:pathLst>
                <a:path w="4580" h="4579" fill="none" extrusionOk="0">
                  <a:moveTo>
                    <a:pt x="731" y="4189"/>
                  </a:moveTo>
                  <a:lnTo>
                    <a:pt x="731" y="4189"/>
                  </a:lnTo>
                  <a:lnTo>
                    <a:pt x="853" y="4286"/>
                  </a:lnTo>
                  <a:lnTo>
                    <a:pt x="999" y="4384"/>
                  </a:lnTo>
                  <a:lnTo>
                    <a:pt x="1170" y="4457"/>
                  </a:lnTo>
                  <a:lnTo>
                    <a:pt x="1316" y="4506"/>
                  </a:lnTo>
                  <a:lnTo>
                    <a:pt x="1486" y="4554"/>
                  </a:lnTo>
                  <a:lnTo>
                    <a:pt x="1657" y="4579"/>
                  </a:lnTo>
                  <a:lnTo>
                    <a:pt x="1827" y="4579"/>
                  </a:lnTo>
                  <a:lnTo>
                    <a:pt x="1973" y="4579"/>
                  </a:lnTo>
                  <a:lnTo>
                    <a:pt x="2144" y="4579"/>
                  </a:lnTo>
                  <a:lnTo>
                    <a:pt x="2314" y="4530"/>
                  </a:lnTo>
                  <a:lnTo>
                    <a:pt x="2485" y="4481"/>
                  </a:lnTo>
                  <a:lnTo>
                    <a:pt x="2631" y="4433"/>
                  </a:lnTo>
                  <a:lnTo>
                    <a:pt x="2777" y="4360"/>
                  </a:lnTo>
                  <a:lnTo>
                    <a:pt x="2923" y="4262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2"/>
                  </a:lnTo>
                  <a:lnTo>
                    <a:pt x="3483" y="3653"/>
                  </a:lnTo>
                  <a:lnTo>
                    <a:pt x="3605" y="3410"/>
                  </a:lnTo>
                  <a:lnTo>
                    <a:pt x="3751" y="3117"/>
                  </a:lnTo>
                  <a:lnTo>
                    <a:pt x="3995" y="2484"/>
                  </a:lnTo>
                  <a:lnTo>
                    <a:pt x="4214" y="1827"/>
                  </a:lnTo>
                  <a:lnTo>
                    <a:pt x="4409" y="1169"/>
                  </a:lnTo>
                  <a:lnTo>
                    <a:pt x="4531" y="609"/>
                  </a:lnTo>
                  <a:lnTo>
                    <a:pt x="4579" y="219"/>
                  </a:lnTo>
                  <a:lnTo>
                    <a:pt x="4579" y="97"/>
                  </a:lnTo>
                  <a:lnTo>
                    <a:pt x="4579" y="24"/>
                  </a:lnTo>
                  <a:lnTo>
                    <a:pt x="4579" y="24"/>
                  </a:lnTo>
                  <a:lnTo>
                    <a:pt x="4506" y="0"/>
                  </a:lnTo>
                  <a:lnTo>
                    <a:pt x="4385" y="0"/>
                  </a:lnTo>
                  <a:lnTo>
                    <a:pt x="3970" y="73"/>
                  </a:lnTo>
                  <a:lnTo>
                    <a:pt x="3410" y="195"/>
                  </a:lnTo>
                  <a:lnTo>
                    <a:pt x="2777" y="365"/>
                  </a:lnTo>
                  <a:lnTo>
                    <a:pt x="2095" y="609"/>
                  </a:lnTo>
                  <a:lnTo>
                    <a:pt x="1462" y="852"/>
                  </a:lnTo>
                  <a:lnTo>
                    <a:pt x="1194" y="974"/>
                  </a:lnTo>
                  <a:lnTo>
                    <a:pt x="926" y="1120"/>
                  </a:lnTo>
                  <a:lnTo>
                    <a:pt x="707" y="1266"/>
                  </a:lnTo>
                  <a:lnTo>
                    <a:pt x="561" y="1388"/>
                  </a:lnTo>
                  <a:lnTo>
                    <a:pt x="561" y="1388"/>
                  </a:lnTo>
                  <a:lnTo>
                    <a:pt x="439" y="1534"/>
                  </a:lnTo>
                  <a:lnTo>
                    <a:pt x="342" y="1656"/>
                  </a:lnTo>
                  <a:lnTo>
                    <a:pt x="244" y="1802"/>
                  </a:lnTo>
                  <a:lnTo>
                    <a:pt x="171" y="1973"/>
                  </a:lnTo>
                  <a:lnTo>
                    <a:pt x="98" y="2119"/>
                  </a:lnTo>
                  <a:lnTo>
                    <a:pt x="49" y="2289"/>
                  </a:lnTo>
                  <a:lnTo>
                    <a:pt x="25" y="2436"/>
                  </a:lnTo>
                  <a:lnTo>
                    <a:pt x="1" y="2606"/>
                  </a:lnTo>
                  <a:lnTo>
                    <a:pt x="1" y="2776"/>
                  </a:lnTo>
                  <a:lnTo>
                    <a:pt x="25" y="2947"/>
                  </a:lnTo>
                  <a:lnTo>
                    <a:pt x="49" y="3117"/>
                  </a:lnTo>
                  <a:lnTo>
                    <a:pt x="98" y="3264"/>
                  </a:lnTo>
                  <a:lnTo>
                    <a:pt x="147" y="3434"/>
                  </a:lnTo>
                  <a:lnTo>
                    <a:pt x="220" y="3580"/>
                  </a:lnTo>
                  <a:lnTo>
                    <a:pt x="317" y="3726"/>
                  </a:lnTo>
                  <a:lnTo>
                    <a:pt x="415" y="3872"/>
                  </a:lnTo>
                  <a:lnTo>
                    <a:pt x="731" y="4189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72" name="Shape 831">
              <a:extLst>
                <a:ext uri="{FF2B5EF4-FFF2-40B4-BE49-F238E27FC236}">
                  <a16:creationId xmlns:a16="http://schemas.microsoft.com/office/drawing/2014/main" id="{33BA2CDD-01EE-4D96-B595-65E77D9B0895}"/>
                </a:ext>
              </a:extLst>
            </p:cNvPr>
            <p:cNvSpPr/>
            <p:nvPr/>
          </p:nvSpPr>
          <p:spPr>
            <a:xfrm>
              <a:off x="1988225" y="4539200"/>
              <a:ext cx="156500" cy="156500"/>
            </a:xfrm>
            <a:custGeom>
              <a:avLst/>
              <a:gdLst/>
              <a:ahLst/>
              <a:cxnLst/>
              <a:rect l="0" t="0" r="0" b="0"/>
              <a:pathLst>
                <a:path w="6260" h="6260" fill="none" extrusionOk="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4"/>
                  </a:lnTo>
                  <a:lnTo>
                    <a:pt x="6041" y="4725"/>
                  </a:lnTo>
                  <a:lnTo>
                    <a:pt x="6138" y="4506"/>
                  </a:lnTo>
                  <a:lnTo>
                    <a:pt x="6187" y="4287"/>
                  </a:lnTo>
                  <a:lnTo>
                    <a:pt x="6235" y="4043"/>
                  </a:lnTo>
                  <a:lnTo>
                    <a:pt x="6260" y="3824"/>
                  </a:lnTo>
                  <a:lnTo>
                    <a:pt x="6260" y="3581"/>
                  </a:lnTo>
                  <a:lnTo>
                    <a:pt x="6235" y="3361"/>
                  </a:lnTo>
                  <a:lnTo>
                    <a:pt x="6187" y="3118"/>
                  </a:lnTo>
                  <a:lnTo>
                    <a:pt x="6138" y="2899"/>
                  </a:lnTo>
                  <a:lnTo>
                    <a:pt x="6041" y="2679"/>
                  </a:lnTo>
                  <a:lnTo>
                    <a:pt x="5943" y="2460"/>
                  </a:lnTo>
                  <a:lnTo>
                    <a:pt x="5821" y="2265"/>
                  </a:lnTo>
                  <a:lnTo>
                    <a:pt x="5675" y="2071"/>
                  </a:lnTo>
                  <a:lnTo>
                    <a:pt x="5505" y="1900"/>
                  </a:lnTo>
                  <a:lnTo>
                    <a:pt x="5505" y="1900"/>
                  </a:lnTo>
                  <a:lnTo>
                    <a:pt x="5286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3" y="1145"/>
                  </a:lnTo>
                  <a:lnTo>
                    <a:pt x="3849" y="975"/>
                  </a:lnTo>
                  <a:lnTo>
                    <a:pt x="3410" y="804"/>
                  </a:lnTo>
                  <a:lnTo>
                    <a:pt x="2485" y="487"/>
                  </a:lnTo>
                  <a:lnTo>
                    <a:pt x="1608" y="244"/>
                  </a:lnTo>
                  <a:lnTo>
                    <a:pt x="853" y="73"/>
                  </a:lnTo>
                  <a:lnTo>
                    <a:pt x="536" y="25"/>
                  </a:lnTo>
                  <a:lnTo>
                    <a:pt x="293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1" y="122"/>
                  </a:lnTo>
                  <a:lnTo>
                    <a:pt x="1" y="293"/>
                  </a:lnTo>
                  <a:lnTo>
                    <a:pt x="25" y="536"/>
                  </a:lnTo>
                  <a:lnTo>
                    <a:pt x="74" y="853"/>
                  </a:lnTo>
                  <a:lnTo>
                    <a:pt x="244" y="1608"/>
                  </a:lnTo>
                  <a:lnTo>
                    <a:pt x="488" y="2485"/>
                  </a:lnTo>
                  <a:lnTo>
                    <a:pt x="804" y="3410"/>
                  </a:lnTo>
                  <a:lnTo>
                    <a:pt x="975" y="3848"/>
                  </a:lnTo>
                  <a:lnTo>
                    <a:pt x="1145" y="4262"/>
                  </a:lnTo>
                  <a:lnTo>
                    <a:pt x="1316" y="4652"/>
                  </a:lnTo>
                  <a:lnTo>
                    <a:pt x="1511" y="4993"/>
                  </a:lnTo>
                  <a:lnTo>
                    <a:pt x="1705" y="5285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1" y="5675"/>
                  </a:lnTo>
                  <a:lnTo>
                    <a:pt x="2266" y="5821"/>
                  </a:lnTo>
                  <a:lnTo>
                    <a:pt x="2460" y="5943"/>
                  </a:lnTo>
                  <a:lnTo>
                    <a:pt x="2680" y="6040"/>
                  </a:lnTo>
                  <a:lnTo>
                    <a:pt x="2899" y="6138"/>
                  </a:lnTo>
                  <a:lnTo>
                    <a:pt x="3118" y="6187"/>
                  </a:lnTo>
                  <a:lnTo>
                    <a:pt x="3362" y="6235"/>
                  </a:lnTo>
                  <a:lnTo>
                    <a:pt x="3581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0"/>
                  </a:lnTo>
                  <a:lnTo>
                    <a:pt x="4945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73" name="Shape 832">
              <a:extLst>
                <a:ext uri="{FF2B5EF4-FFF2-40B4-BE49-F238E27FC236}">
                  <a16:creationId xmlns:a16="http://schemas.microsoft.com/office/drawing/2014/main" id="{D628360D-444A-4321-B1F3-1CB63CC21D23}"/>
                </a:ext>
              </a:extLst>
            </p:cNvPr>
            <p:cNvSpPr/>
            <p:nvPr/>
          </p:nvSpPr>
          <p:spPr>
            <a:xfrm>
              <a:off x="2042425" y="4286525"/>
              <a:ext cx="239300" cy="236250"/>
            </a:xfrm>
            <a:custGeom>
              <a:avLst/>
              <a:gdLst/>
              <a:ahLst/>
              <a:cxnLst/>
              <a:rect l="0" t="0" r="0" b="0"/>
              <a:pathLst>
                <a:path w="9572" h="9450" fill="none" extrusionOk="0">
                  <a:moveTo>
                    <a:pt x="5358" y="9450"/>
                  </a:moveTo>
                  <a:lnTo>
                    <a:pt x="5358" y="9450"/>
                  </a:lnTo>
                  <a:lnTo>
                    <a:pt x="5650" y="9328"/>
                  </a:lnTo>
                  <a:lnTo>
                    <a:pt x="5918" y="9133"/>
                  </a:lnTo>
                  <a:lnTo>
                    <a:pt x="6162" y="8914"/>
                  </a:lnTo>
                  <a:lnTo>
                    <a:pt x="6381" y="8646"/>
                  </a:lnTo>
                  <a:lnTo>
                    <a:pt x="6381" y="8646"/>
                  </a:lnTo>
                  <a:lnTo>
                    <a:pt x="6649" y="8670"/>
                  </a:lnTo>
                  <a:lnTo>
                    <a:pt x="6917" y="8670"/>
                  </a:lnTo>
                  <a:lnTo>
                    <a:pt x="7160" y="8646"/>
                  </a:lnTo>
                  <a:lnTo>
                    <a:pt x="7404" y="8597"/>
                  </a:lnTo>
                  <a:lnTo>
                    <a:pt x="7623" y="8524"/>
                  </a:lnTo>
                  <a:lnTo>
                    <a:pt x="7818" y="8427"/>
                  </a:lnTo>
                  <a:lnTo>
                    <a:pt x="7989" y="8305"/>
                  </a:lnTo>
                  <a:lnTo>
                    <a:pt x="8159" y="8159"/>
                  </a:lnTo>
                  <a:lnTo>
                    <a:pt x="8305" y="7989"/>
                  </a:lnTo>
                  <a:lnTo>
                    <a:pt x="8427" y="7794"/>
                  </a:lnTo>
                  <a:lnTo>
                    <a:pt x="8524" y="7599"/>
                  </a:lnTo>
                  <a:lnTo>
                    <a:pt x="8597" y="7380"/>
                  </a:lnTo>
                  <a:lnTo>
                    <a:pt x="8670" y="7160"/>
                  </a:lnTo>
                  <a:lnTo>
                    <a:pt x="8695" y="6917"/>
                  </a:lnTo>
                  <a:lnTo>
                    <a:pt x="8695" y="6649"/>
                  </a:lnTo>
                  <a:lnTo>
                    <a:pt x="8670" y="6381"/>
                  </a:lnTo>
                  <a:lnTo>
                    <a:pt x="8670" y="6381"/>
                  </a:lnTo>
                  <a:lnTo>
                    <a:pt x="8865" y="6211"/>
                  </a:lnTo>
                  <a:lnTo>
                    <a:pt x="9060" y="6016"/>
                  </a:lnTo>
                  <a:lnTo>
                    <a:pt x="9206" y="5821"/>
                  </a:lnTo>
                  <a:lnTo>
                    <a:pt x="9328" y="5626"/>
                  </a:lnTo>
                  <a:lnTo>
                    <a:pt x="9425" y="5407"/>
                  </a:lnTo>
                  <a:lnTo>
                    <a:pt x="9499" y="5212"/>
                  </a:lnTo>
                  <a:lnTo>
                    <a:pt x="9547" y="4993"/>
                  </a:lnTo>
                  <a:lnTo>
                    <a:pt x="9572" y="4774"/>
                  </a:lnTo>
                  <a:lnTo>
                    <a:pt x="9547" y="4554"/>
                  </a:lnTo>
                  <a:lnTo>
                    <a:pt x="9499" y="4335"/>
                  </a:lnTo>
                  <a:lnTo>
                    <a:pt x="9425" y="4116"/>
                  </a:lnTo>
                  <a:lnTo>
                    <a:pt x="9328" y="3921"/>
                  </a:lnTo>
                  <a:lnTo>
                    <a:pt x="9206" y="3702"/>
                  </a:lnTo>
                  <a:lnTo>
                    <a:pt x="9060" y="3507"/>
                  </a:lnTo>
                  <a:lnTo>
                    <a:pt x="8865" y="3337"/>
                  </a:lnTo>
                  <a:lnTo>
                    <a:pt x="8670" y="3166"/>
                  </a:lnTo>
                  <a:lnTo>
                    <a:pt x="8670" y="3166"/>
                  </a:lnTo>
                  <a:lnTo>
                    <a:pt x="8695" y="2898"/>
                  </a:lnTo>
                  <a:lnTo>
                    <a:pt x="8695" y="2630"/>
                  </a:lnTo>
                  <a:lnTo>
                    <a:pt x="8670" y="2387"/>
                  </a:lnTo>
                  <a:lnTo>
                    <a:pt x="8597" y="2143"/>
                  </a:lnTo>
                  <a:lnTo>
                    <a:pt x="8524" y="1924"/>
                  </a:lnTo>
                  <a:lnTo>
                    <a:pt x="8427" y="1729"/>
                  </a:lnTo>
                  <a:lnTo>
                    <a:pt x="8305" y="1559"/>
                  </a:lnTo>
                  <a:lnTo>
                    <a:pt x="8159" y="1388"/>
                  </a:lnTo>
                  <a:lnTo>
                    <a:pt x="7989" y="1242"/>
                  </a:lnTo>
                  <a:lnTo>
                    <a:pt x="7818" y="1120"/>
                  </a:lnTo>
                  <a:lnTo>
                    <a:pt x="7623" y="1023"/>
                  </a:lnTo>
                  <a:lnTo>
                    <a:pt x="7404" y="950"/>
                  </a:lnTo>
                  <a:lnTo>
                    <a:pt x="7160" y="901"/>
                  </a:lnTo>
                  <a:lnTo>
                    <a:pt x="6917" y="853"/>
                  </a:lnTo>
                  <a:lnTo>
                    <a:pt x="6649" y="853"/>
                  </a:lnTo>
                  <a:lnTo>
                    <a:pt x="6381" y="901"/>
                  </a:lnTo>
                  <a:lnTo>
                    <a:pt x="6381" y="901"/>
                  </a:lnTo>
                  <a:lnTo>
                    <a:pt x="6211" y="682"/>
                  </a:lnTo>
                  <a:lnTo>
                    <a:pt x="6040" y="487"/>
                  </a:lnTo>
                  <a:lnTo>
                    <a:pt x="5845" y="341"/>
                  </a:lnTo>
                  <a:lnTo>
                    <a:pt x="5626" y="219"/>
                  </a:lnTo>
                  <a:lnTo>
                    <a:pt x="5431" y="122"/>
                  </a:lnTo>
                  <a:lnTo>
                    <a:pt x="5212" y="49"/>
                  </a:lnTo>
                  <a:lnTo>
                    <a:pt x="4993" y="0"/>
                  </a:lnTo>
                  <a:lnTo>
                    <a:pt x="4774" y="0"/>
                  </a:lnTo>
                  <a:lnTo>
                    <a:pt x="4555" y="0"/>
                  </a:lnTo>
                  <a:lnTo>
                    <a:pt x="4335" y="49"/>
                  </a:lnTo>
                  <a:lnTo>
                    <a:pt x="4140" y="122"/>
                  </a:lnTo>
                  <a:lnTo>
                    <a:pt x="3921" y="219"/>
                  </a:lnTo>
                  <a:lnTo>
                    <a:pt x="3726" y="341"/>
                  </a:lnTo>
                  <a:lnTo>
                    <a:pt x="3532" y="487"/>
                  </a:lnTo>
                  <a:lnTo>
                    <a:pt x="3337" y="682"/>
                  </a:lnTo>
                  <a:lnTo>
                    <a:pt x="3166" y="901"/>
                  </a:lnTo>
                  <a:lnTo>
                    <a:pt x="3166" y="901"/>
                  </a:lnTo>
                  <a:lnTo>
                    <a:pt x="2898" y="853"/>
                  </a:lnTo>
                  <a:lnTo>
                    <a:pt x="2655" y="853"/>
                  </a:lnTo>
                  <a:lnTo>
                    <a:pt x="2387" y="901"/>
                  </a:lnTo>
                  <a:lnTo>
                    <a:pt x="2168" y="950"/>
                  </a:lnTo>
                  <a:lnTo>
                    <a:pt x="1949" y="1023"/>
                  </a:lnTo>
                  <a:lnTo>
                    <a:pt x="1754" y="1120"/>
                  </a:lnTo>
                  <a:lnTo>
                    <a:pt x="1559" y="1242"/>
                  </a:lnTo>
                  <a:lnTo>
                    <a:pt x="1388" y="1388"/>
                  </a:lnTo>
                  <a:lnTo>
                    <a:pt x="1267" y="1559"/>
                  </a:lnTo>
                  <a:lnTo>
                    <a:pt x="1120" y="1729"/>
                  </a:lnTo>
                  <a:lnTo>
                    <a:pt x="1023" y="1924"/>
                  </a:lnTo>
                  <a:lnTo>
                    <a:pt x="950" y="2143"/>
                  </a:lnTo>
                  <a:lnTo>
                    <a:pt x="901" y="2387"/>
                  </a:lnTo>
                  <a:lnTo>
                    <a:pt x="877" y="2630"/>
                  </a:lnTo>
                  <a:lnTo>
                    <a:pt x="877" y="2898"/>
                  </a:lnTo>
                  <a:lnTo>
                    <a:pt x="901" y="3166"/>
                  </a:lnTo>
                  <a:lnTo>
                    <a:pt x="901" y="3166"/>
                  </a:lnTo>
                  <a:lnTo>
                    <a:pt x="682" y="3337"/>
                  </a:lnTo>
                  <a:lnTo>
                    <a:pt x="512" y="3507"/>
                  </a:lnTo>
                  <a:lnTo>
                    <a:pt x="341" y="3702"/>
                  </a:lnTo>
                  <a:lnTo>
                    <a:pt x="219" y="3921"/>
                  </a:lnTo>
                  <a:lnTo>
                    <a:pt x="122" y="4116"/>
                  </a:lnTo>
                  <a:lnTo>
                    <a:pt x="49" y="4335"/>
                  </a:lnTo>
                  <a:lnTo>
                    <a:pt x="24" y="4554"/>
                  </a:lnTo>
                  <a:lnTo>
                    <a:pt x="0" y="4774"/>
                  </a:lnTo>
                  <a:lnTo>
                    <a:pt x="24" y="4993"/>
                  </a:lnTo>
                  <a:lnTo>
                    <a:pt x="49" y="5212"/>
                  </a:lnTo>
                  <a:lnTo>
                    <a:pt x="122" y="5407"/>
                  </a:lnTo>
                  <a:lnTo>
                    <a:pt x="219" y="5626"/>
                  </a:lnTo>
                  <a:lnTo>
                    <a:pt x="341" y="5821"/>
                  </a:lnTo>
                  <a:lnTo>
                    <a:pt x="512" y="6016"/>
                  </a:lnTo>
                  <a:lnTo>
                    <a:pt x="682" y="6211"/>
                  </a:lnTo>
                  <a:lnTo>
                    <a:pt x="901" y="6381"/>
                  </a:lnTo>
                  <a:lnTo>
                    <a:pt x="901" y="6381"/>
                  </a:lnTo>
                  <a:lnTo>
                    <a:pt x="877" y="6649"/>
                  </a:lnTo>
                  <a:lnTo>
                    <a:pt x="877" y="6917"/>
                  </a:lnTo>
                  <a:lnTo>
                    <a:pt x="901" y="7160"/>
                  </a:lnTo>
                  <a:lnTo>
                    <a:pt x="950" y="7380"/>
                  </a:lnTo>
                  <a:lnTo>
                    <a:pt x="1023" y="7599"/>
                  </a:lnTo>
                  <a:lnTo>
                    <a:pt x="1120" y="7794"/>
                  </a:lnTo>
                  <a:lnTo>
                    <a:pt x="1267" y="7989"/>
                  </a:lnTo>
                  <a:lnTo>
                    <a:pt x="1388" y="8159"/>
                  </a:lnTo>
                  <a:lnTo>
                    <a:pt x="1559" y="8305"/>
                  </a:lnTo>
                  <a:lnTo>
                    <a:pt x="1754" y="8427"/>
                  </a:lnTo>
                  <a:lnTo>
                    <a:pt x="1949" y="8524"/>
                  </a:lnTo>
                  <a:lnTo>
                    <a:pt x="2168" y="8597"/>
                  </a:lnTo>
                  <a:lnTo>
                    <a:pt x="2387" y="8646"/>
                  </a:lnTo>
                  <a:lnTo>
                    <a:pt x="2655" y="8670"/>
                  </a:lnTo>
                  <a:lnTo>
                    <a:pt x="2898" y="8670"/>
                  </a:lnTo>
                  <a:lnTo>
                    <a:pt x="3166" y="8646"/>
                  </a:lnTo>
                  <a:lnTo>
                    <a:pt x="3166" y="8646"/>
                  </a:lnTo>
                  <a:lnTo>
                    <a:pt x="3410" y="8914"/>
                  </a:lnTo>
                  <a:lnTo>
                    <a:pt x="3653" y="9133"/>
                  </a:lnTo>
                  <a:lnTo>
                    <a:pt x="3921" y="9328"/>
                  </a:lnTo>
                  <a:lnTo>
                    <a:pt x="4189" y="945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74" name="Shape 833">
              <a:extLst>
                <a:ext uri="{FF2B5EF4-FFF2-40B4-BE49-F238E27FC236}">
                  <a16:creationId xmlns:a16="http://schemas.microsoft.com/office/drawing/2014/main" id="{9D8BADF0-A9C9-4EE5-B74A-CF5545313376}"/>
                </a:ext>
              </a:extLst>
            </p:cNvPr>
            <p:cNvSpPr/>
            <p:nvPr/>
          </p:nvSpPr>
          <p:spPr>
            <a:xfrm>
              <a:off x="2161750" y="4522750"/>
              <a:ext cx="25" cy="256975"/>
            </a:xfrm>
            <a:custGeom>
              <a:avLst/>
              <a:gdLst/>
              <a:ahLst/>
              <a:cxnLst/>
              <a:rect l="0" t="0" r="0" b="0"/>
              <a:pathLst>
                <a:path w="1" h="10279" fill="none" extrusionOk="0">
                  <a:moveTo>
                    <a:pt x="1" y="10279"/>
                  </a:moveTo>
                  <a:lnTo>
                    <a:pt x="1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75" name="Shape 834">
              <a:extLst>
                <a:ext uri="{FF2B5EF4-FFF2-40B4-BE49-F238E27FC236}">
                  <a16:creationId xmlns:a16="http://schemas.microsoft.com/office/drawing/2014/main" id="{2FB297A1-FBC8-4A5A-84BB-0FC2595787BF}"/>
                </a:ext>
              </a:extLst>
            </p:cNvPr>
            <p:cNvSpPr/>
            <p:nvPr/>
          </p:nvSpPr>
          <p:spPr>
            <a:xfrm>
              <a:off x="2133750" y="4377850"/>
              <a:ext cx="56050" cy="56025"/>
            </a:xfrm>
            <a:custGeom>
              <a:avLst/>
              <a:gdLst/>
              <a:ahLst/>
              <a:cxnLst/>
              <a:rect l="0" t="0" r="0" b="0"/>
              <a:pathLst>
                <a:path w="2242" h="2241" fill="none" extrusionOk="0">
                  <a:moveTo>
                    <a:pt x="1121" y="2241"/>
                  </a:moveTo>
                  <a:lnTo>
                    <a:pt x="1121" y="2241"/>
                  </a:lnTo>
                  <a:lnTo>
                    <a:pt x="902" y="2217"/>
                  </a:lnTo>
                  <a:lnTo>
                    <a:pt x="682" y="2144"/>
                  </a:lnTo>
                  <a:lnTo>
                    <a:pt x="512" y="2046"/>
                  </a:lnTo>
                  <a:lnTo>
                    <a:pt x="341" y="1900"/>
                  </a:lnTo>
                  <a:lnTo>
                    <a:pt x="195" y="1754"/>
                  </a:lnTo>
                  <a:lnTo>
                    <a:pt x="98" y="1559"/>
                  </a:lnTo>
                  <a:lnTo>
                    <a:pt x="25" y="1340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901"/>
                  </a:lnTo>
                  <a:lnTo>
                    <a:pt x="98" y="682"/>
                  </a:lnTo>
                  <a:lnTo>
                    <a:pt x="195" y="487"/>
                  </a:lnTo>
                  <a:lnTo>
                    <a:pt x="341" y="317"/>
                  </a:lnTo>
                  <a:lnTo>
                    <a:pt x="512" y="195"/>
                  </a:lnTo>
                  <a:lnTo>
                    <a:pt x="682" y="98"/>
                  </a:lnTo>
                  <a:lnTo>
                    <a:pt x="902" y="25"/>
                  </a:lnTo>
                  <a:lnTo>
                    <a:pt x="1121" y="0"/>
                  </a:lnTo>
                  <a:lnTo>
                    <a:pt x="1121" y="0"/>
                  </a:lnTo>
                  <a:lnTo>
                    <a:pt x="1364" y="25"/>
                  </a:lnTo>
                  <a:lnTo>
                    <a:pt x="1559" y="98"/>
                  </a:lnTo>
                  <a:lnTo>
                    <a:pt x="1754" y="195"/>
                  </a:lnTo>
                  <a:lnTo>
                    <a:pt x="1924" y="317"/>
                  </a:lnTo>
                  <a:lnTo>
                    <a:pt x="2046" y="487"/>
                  </a:lnTo>
                  <a:lnTo>
                    <a:pt x="2168" y="682"/>
                  </a:lnTo>
                  <a:lnTo>
                    <a:pt x="2217" y="901"/>
                  </a:lnTo>
                  <a:lnTo>
                    <a:pt x="2241" y="1121"/>
                  </a:lnTo>
                  <a:lnTo>
                    <a:pt x="2241" y="1121"/>
                  </a:lnTo>
                  <a:lnTo>
                    <a:pt x="2217" y="1340"/>
                  </a:lnTo>
                  <a:lnTo>
                    <a:pt x="2168" y="1559"/>
                  </a:lnTo>
                  <a:lnTo>
                    <a:pt x="2046" y="1754"/>
                  </a:lnTo>
                  <a:lnTo>
                    <a:pt x="1924" y="1900"/>
                  </a:lnTo>
                  <a:lnTo>
                    <a:pt x="1754" y="2046"/>
                  </a:lnTo>
                  <a:lnTo>
                    <a:pt x="1559" y="2144"/>
                  </a:lnTo>
                  <a:lnTo>
                    <a:pt x="1364" y="2217"/>
                  </a:lnTo>
                  <a:lnTo>
                    <a:pt x="1121" y="2241"/>
                  </a:lnTo>
                  <a:lnTo>
                    <a:pt x="1121" y="224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76" name="Shape 835">
              <a:extLst>
                <a:ext uri="{FF2B5EF4-FFF2-40B4-BE49-F238E27FC236}">
                  <a16:creationId xmlns:a16="http://schemas.microsoft.com/office/drawing/2014/main" id="{53F318F1-7598-4758-8951-FD6F84161949}"/>
                </a:ext>
              </a:extLst>
            </p:cNvPr>
            <p:cNvSpPr/>
            <p:nvPr/>
          </p:nvSpPr>
          <p:spPr>
            <a:xfrm>
              <a:off x="2038150" y="4589125"/>
              <a:ext cx="87100" cy="87100"/>
            </a:xfrm>
            <a:custGeom>
              <a:avLst/>
              <a:gdLst/>
              <a:ahLst/>
              <a:cxnLst/>
              <a:rect l="0" t="0" r="0" b="0"/>
              <a:pathLst>
                <a:path w="3484" h="3484" fill="none" extrusionOk="0">
                  <a:moveTo>
                    <a:pt x="1" y="0"/>
                  </a:moveTo>
                  <a:lnTo>
                    <a:pt x="3483" y="348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77" name="Shape 836">
              <a:extLst>
                <a:ext uri="{FF2B5EF4-FFF2-40B4-BE49-F238E27FC236}">
                  <a16:creationId xmlns:a16="http://schemas.microsoft.com/office/drawing/2014/main" id="{7F14DB6B-013D-423E-B57B-0C2B45C36818}"/>
                </a:ext>
              </a:extLst>
            </p:cNvPr>
            <p:cNvSpPr/>
            <p:nvPr/>
          </p:nvSpPr>
          <p:spPr>
            <a:xfrm>
              <a:off x="2194025" y="4564150"/>
              <a:ext cx="54825" cy="54825"/>
            </a:xfrm>
            <a:custGeom>
              <a:avLst/>
              <a:gdLst/>
              <a:ahLst/>
              <a:cxnLst/>
              <a:rect l="0" t="0" r="0" b="0"/>
              <a:pathLst>
                <a:path w="2193" h="2193" fill="none" extrusionOk="0">
                  <a:moveTo>
                    <a:pt x="2192" y="1"/>
                  </a:moveTo>
                  <a:lnTo>
                    <a:pt x="1" y="219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678" name="Shape 837">
            <a:extLst>
              <a:ext uri="{FF2B5EF4-FFF2-40B4-BE49-F238E27FC236}">
                <a16:creationId xmlns:a16="http://schemas.microsoft.com/office/drawing/2014/main" id="{C1588762-681E-4E28-97F6-E4EA12466616}"/>
              </a:ext>
            </a:extLst>
          </p:cNvPr>
          <p:cNvGrpSpPr/>
          <p:nvPr/>
        </p:nvGrpSpPr>
        <p:grpSpPr>
          <a:xfrm>
            <a:off x="7892716" y="4315155"/>
            <a:ext cx="264713" cy="335148"/>
            <a:chOff x="2635450" y="4321225"/>
            <a:chExt cx="368400" cy="466425"/>
          </a:xfrm>
          <a:solidFill>
            <a:srgbClr val="00B050"/>
          </a:solidFill>
        </p:grpSpPr>
        <p:sp>
          <p:nvSpPr>
            <p:cNvPr id="679" name="Shape 838">
              <a:extLst>
                <a:ext uri="{FF2B5EF4-FFF2-40B4-BE49-F238E27FC236}">
                  <a16:creationId xmlns:a16="http://schemas.microsoft.com/office/drawing/2014/main" id="{012FB56F-9ED2-4B22-AE19-934A27F14A73}"/>
                </a:ext>
              </a:extLst>
            </p:cNvPr>
            <p:cNvSpPr/>
            <p:nvPr/>
          </p:nvSpPr>
          <p:spPr>
            <a:xfrm>
              <a:off x="2635450" y="4653050"/>
              <a:ext cx="368400" cy="134600"/>
            </a:xfrm>
            <a:custGeom>
              <a:avLst/>
              <a:gdLst/>
              <a:ahLst/>
              <a:cxnLst/>
              <a:rect l="0" t="0" r="0" b="0"/>
              <a:pathLst>
                <a:path w="14736" h="5384" fill="none" extrusionOk="0">
                  <a:moveTo>
                    <a:pt x="6723" y="1"/>
                  </a:moveTo>
                  <a:lnTo>
                    <a:pt x="6723" y="1"/>
                  </a:lnTo>
                  <a:lnTo>
                    <a:pt x="6187" y="49"/>
                  </a:lnTo>
                  <a:lnTo>
                    <a:pt x="5651" y="147"/>
                  </a:lnTo>
                  <a:lnTo>
                    <a:pt x="5140" y="269"/>
                  </a:lnTo>
                  <a:lnTo>
                    <a:pt x="4628" y="415"/>
                  </a:lnTo>
                  <a:lnTo>
                    <a:pt x="4141" y="610"/>
                  </a:lnTo>
                  <a:lnTo>
                    <a:pt x="3678" y="829"/>
                  </a:lnTo>
                  <a:lnTo>
                    <a:pt x="3216" y="1072"/>
                  </a:lnTo>
                  <a:lnTo>
                    <a:pt x="2777" y="1340"/>
                  </a:lnTo>
                  <a:lnTo>
                    <a:pt x="2363" y="1633"/>
                  </a:lnTo>
                  <a:lnTo>
                    <a:pt x="1949" y="1949"/>
                  </a:lnTo>
                  <a:lnTo>
                    <a:pt x="1584" y="2290"/>
                  </a:lnTo>
                  <a:lnTo>
                    <a:pt x="1219" y="2655"/>
                  </a:lnTo>
                  <a:lnTo>
                    <a:pt x="878" y="3045"/>
                  </a:lnTo>
                  <a:lnTo>
                    <a:pt x="561" y="3459"/>
                  </a:lnTo>
                  <a:lnTo>
                    <a:pt x="269" y="3873"/>
                  </a:lnTo>
                  <a:lnTo>
                    <a:pt x="1" y="4312"/>
                  </a:lnTo>
                  <a:lnTo>
                    <a:pt x="1" y="4312"/>
                  </a:lnTo>
                  <a:lnTo>
                    <a:pt x="293" y="4433"/>
                  </a:lnTo>
                  <a:lnTo>
                    <a:pt x="610" y="4555"/>
                  </a:lnTo>
                  <a:lnTo>
                    <a:pt x="1316" y="4750"/>
                  </a:lnTo>
                  <a:lnTo>
                    <a:pt x="2120" y="4945"/>
                  </a:lnTo>
                  <a:lnTo>
                    <a:pt x="3045" y="5091"/>
                  </a:lnTo>
                  <a:lnTo>
                    <a:pt x="4019" y="5213"/>
                  </a:lnTo>
                  <a:lnTo>
                    <a:pt x="5091" y="5310"/>
                  </a:lnTo>
                  <a:lnTo>
                    <a:pt x="6211" y="5359"/>
                  </a:lnTo>
                  <a:lnTo>
                    <a:pt x="7356" y="5383"/>
                  </a:lnTo>
                  <a:lnTo>
                    <a:pt x="7356" y="5383"/>
                  </a:lnTo>
                  <a:lnTo>
                    <a:pt x="8525" y="5359"/>
                  </a:lnTo>
                  <a:lnTo>
                    <a:pt x="9645" y="5310"/>
                  </a:lnTo>
                  <a:lnTo>
                    <a:pt x="10717" y="5213"/>
                  </a:lnTo>
                  <a:lnTo>
                    <a:pt x="11691" y="5091"/>
                  </a:lnTo>
                  <a:lnTo>
                    <a:pt x="12617" y="4945"/>
                  </a:lnTo>
                  <a:lnTo>
                    <a:pt x="13420" y="4750"/>
                  </a:lnTo>
                  <a:lnTo>
                    <a:pt x="14127" y="4555"/>
                  </a:lnTo>
                  <a:lnTo>
                    <a:pt x="14443" y="4433"/>
                  </a:lnTo>
                  <a:lnTo>
                    <a:pt x="14736" y="4312"/>
                  </a:lnTo>
                  <a:lnTo>
                    <a:pt x="14736" y="4312"/>
                  </a:lnTo>
                  <a:lnTo>
                    <a:pt x="14468" y="3873"/>
                  </a:lnTo>
                  <a:lnTo>
                    <a:pt x="14175" y="3459"/>
                  </a:lnTo>
                  <a:lnTo>
                    <a:pt x="13859" y="3045"/>
                  </a:lnTo>
                  <a:lnTo>
                    <a:pt x="13518" y="2655"/>
                  </a:lnTo>
                  <a:lnTo>
                    <a:pt x="13153" y="2290"/>
                  </a:lnTo>
                  <a:lnTo>
                    <a:pt x="12787" y="1949"/>
                  </a:lnTo>
                  <a:lnTo>
                    <a:pt x="12373" y="1633"/>
                  </a:lnTo>
                  <a:lnTo>
                    <a:pt x="11959" y="1340"/>
                  </a:lnTo>
                  <a:lnTo>
                    <a:pt x="11521" y="1072"/>
                  </a:lnTo>
                  <a:lnTo>
                    <a:pt x="11058" y="829"/>
                  </a:lnTo>
                  <a:lnTo>
                    <a:pt x="10595" y="610"/>
                  </a:lnTo>
                  <a:lnTo>
                    <a:pt x="10108" y="415"/>
                  </a:lnTo>
                  <a:lnTo>
                    <a:pt x="9597" y="269"/>
                  </a:lnTo>
                  <a:lnTo>
                    <a:pt x="9085" y="147"/>
                  </a:lnTo>
                  <a:lnTo>
                    <a:pt x="8549" y="49"/>
                  </a:lnTo>
                  <a:lnTo>
                    <a:pt x="8014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80" name="Shape 839">
              <a:extLst>
                <a:ext uri="{FF2B5EF4-FFF2-40B4-BE49-F238E27FC236}">
                  <a16:creationId xmlns:a16="http://schemas.microsoft.com/office/drawing/2014/main" id="{365F4EDC-CB27-41F3-B61E-7BC2E8333BA0}"/>
                </a:ext>
              </a:extLst>
            </p:cNvPr>
            <p:cNvSpPr/>
            <p:nvPr/>
          </p:nvSpPr>
          <p:spPr>
            <a:xfrm>
              <a:off x="2819350" y="4321225"/>
              <a:ext cx="25" cy="347075"/>
            </a:xfrm>
            <a:custGeom>
              <a:avLst/>
              <a:gdLst/>
              <a:ahLst/>
              <a:cxnLst/>
              <a:rect l="0" t="0" r="0" b="0"/>
              <a:pathLst>
                <a:path w="1" h="13883" fill="none" extrusionOk="0">
                  <a:moveTo>
                    <a:pt x="0" y="13883"/>
                  </a:moveTo>
                  <a:lnTo>
                    <a:pt x="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81" name="Shape 840">
              <a:extLst>
                <a:ext uri="{FF2B5EF4-FFF2-40B4-BE49-F238E27FC236}">
                  <a16:creationId xmlns:a16="http://schemas.microsoft.com/office/drawing/2014/main" id="{FB1DF34E-F746-4CC8-BF9B-AB555D745E30}"/>
                </a:ext>
              </a:extLst>
            </p:cNvPr>
            <p:cNvSpPr/>
            <p:nvPr/>
          </p:nvSpPr>
          <p:spPr>
            <a:xfrm>
              <a:off x="2835175" y="4328525"/>
              <a:ext cx="114475" cy="114500"/>
            </a:xfrm>
            <a:custGeom>
              <a:avLst/>
              <a:gdLst/>
              <a:ahLst/>
              <a:cxnLst/>
              <a:rect l="0" t="0" r="0" b="0"/>
              <a:pathLst>
                <a:path w="4579" h="4580" fill="none" extrusionOk="0">
                  <a:moveTo>
                    <a:pt x="707" y="4190"/>
                  </a:moveTo>
                  <a:lnTo>
                    <a:pt x="707" y="4190"/>
                  </a:lnTo>
                  <a:lnTo>
                    <a:pt x="853" y="4287"/>
                  </a:lnTo>
                  <a:lnTo>
                    <a:pt x="999" y="4384"/>
                  </a:lnTo>
                  <a:lnTo>
                    <a:pt x="1145" y="4458"/>
                  </a:lnTo>
                  <a:lnTo>
                    <a:pt x="1315" y="4506"/>
                  </a:lnTo>
                  <a:lnTo>
                    <a:pt x="1462" y="4555"/>
                  </a:lnTo>
                  <a:lnTo>
                    <a:pt x="1632" y="4579"/>
                  </a:lnTo>
                  <a:lnTo>
                    <a:pt x="1803" y="4579"/>
                  </a:lnTo>
                  <a:lnTo>
                    <a:pt x="1973" y="4579"/>
                  </a:lnTo>
                  <a:lnTo>
                    <a:pt x="2143" y="4579"/>
                  </a:lnTo>
                  <a:lnTo>
                    <a:pt x="2290" y="4531"/>
                  </a:lnTo>
                  <a:lnTo>
                    <a:pt x="2460" y="4506"/>
                  </a:lnTo>
                  <a:lnTo>
                    <a:pt x="2606" y="4433"/>
                  </a:lnTo>
                  <a:lnTo>
                    <a:pt x="2777" y="4360"/>
                  </a:lnTo>
                  <a:lnTo>
                    <a:pt x="2923" y="4263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3"/>
                  </a:lnTo>
                  <a:lnTo>
                    <a:pt x="3459" y="3678"/>
                  </a:lnTo>
                  <a:lnTo>
                    <a:pt x="3605" y="3410"/>
                  </a:lnTo>
                  <a:lnTo>
                    <a:pt x="3727" y="3142"/>
                  </a:lnTo>
                  <a:lnTo>
                    <a:pt x="3994" y="2485"/>
                  </a:lnTo>
                  <a:lnTo>
                    <a:pt x="4214" y="1827"/>
                  </a:lnTo>
                  <a:lnTo>
                    <a:pt x="4384" y="1170"/>
                  </a:lnTo>
                  <a:lnTo>
                    <a:pt x="4506" y="634"/>
                  </a:lnTo>
                  <a:lnTo>
                    <a:pt x="4579" y="220"/>
                  </a:lnTo>
                  <a:lnTo>
                    <a:pt x="4579" y="98"/>
                  </a:lnTo>
                  <a:lnTo>
                    <a:pt x="4555" y="25"/>
                  </a:lnTo>
                  <a:lnTo>
                    <a:pt x="4555" y="25"/>
                  </a:lnTo>
                  <a:lnTo>
                    <a:pt x="4482" y="1"/>
                  </a:lnTo>
                  <a:lnTo>
                    <a:pt x="4360" y="25"/>
                  </a:lnTo>
                  <a:lnTo>
                    <a:pt x="3970" y="74"/>
                  </a:lnTo>
                  <a:lnTo>
                    <a:pt x="3410" y="195"/>
                  </a:lnTo>
                  <a:lnTo>
                    <a:pt x="2752" y="390"/>
                  </a:lnTo>
                  <a:lnTo>
                    <a:pt x="2095" y="609"/>
                  </a:lnTo>
                  <a:lnTo>
                    <a:pt x="1462" y="853"/>
                  </a:lnTo>
                  <a:lnTo>
                    <a:pt x="1169" y="975"/>
                  </a:lnTo>
                  <a:lnTo>
                    <a:pt x="926" y="1121"/>
                  </a:lnTo>
                  <a:lnTo>
                    <a:pt x="707" y="1267"/>
                  </a:lnTo>
                  <a:lnTo>
                    <a:pt x="536" y="1389"/>
                  </a:lnTo>
                  <a:lnTo>
                    <a:pt x="536" y="1389"/>
                  </a:lnTo>
                  <a:lnTo>
                    <a:pt x="414" y="1535"/>
                  </a:lnTo>
                  <a:lnTo>
                    <a:pt x="317" y="1657"/>
                  </a:lnTo>
                  <a:lnTo>
                    <a:pt x="219" y="1803"/>
                  </a:lnTo>
                  <a:lnTo>
                    <a:pt x="146" y="1973"/>
                  </a:lnTo>
                  <a:lnTo>
                    <a:pt x="98" y="2119"/>
                  </a:lnTo>
                  <a:lnTo>
                    <a:pt x="49" y="2290"/>
                  </a:lnTo>
                  <a:lnTo>
                    <a:pt x="0" y="2460"/>
                  </a:lnTo>
                  <a:lnTo>
                    <a:pt x="0" y="2607"/>
                  </a:lnTo>
                  <a:lnTo>
                    <a:pt x="0" y="2777"/>
                  </a:lnTo>
                  <a:lnTo>
                    <a:pt x="0" y="2948"/>
                  </a:lnTo>
                  <a:lnTo>
                    <a:pt x="25" y="3118"/>
                  </a:lnTo>
                  <a:lnTo>
                    <a:pt x="73" y="3264"/>
                  </a:lnTo>
                  <a:lnTo>
                    <a:pt x="146" y="3435"/>
                  </a:lnTo>
                  <a:lnTo>
                    <a:pt x="195" y="3581"/>
                  </a:lnTo>
                  <a:lnTo>
                    <a:pt x="293" y="3727"/>
                  </a:lnTo>
                  <a:lnTo>
                    <a:pt x="390" y="3873"/>
                  </a:lnTo>
                  <a:lnTo>
                    <a:pt x="707" y="4190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82" name="Shape 841">
              <a:extLst>
                <a:ext uri="{FF2B5EF4-FFF2-40B4-BE49-F238E27FC236}">
                  <a16:creationId xmlns:a16="http://schemas.microsoft.com/office/drawing/2014/main" id="{C243C6AB-31BA-465D-916B-F66EF778EF26}"/>
                </a:ext>
              </a:extLst>
            </p:cNvPr>
            <p:cNvSpPr/>
            <p:nvPr/>
          </p:nvSpPr>
          <p:spPr>
            <a:xfrm>
              <a:off x="2850400" y="4372975"/>
              <a:ext cx="54825" cy="54825"/>
            </a:xfrm>
            <a:custGeom>
              <a:avLst/>
              <a:gdLst/>
              <a:ahLst/>
              <a:cxnLst/>
              <a:rect l="0" t="0" r="0" b="0"/>
              <a:pathLst>
                <a:path w="2193" h="2193" fill="none" extrusionOk="0">
                  <a:moveTo>
                    <a:pt x="2192" y="0"/>
                  </a:moveTo>
                  <a:lnTo>
                    <a:pt x="0" y="2192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83" name="Shape 842">
              <a:extLst>
                <a:ext uri="{FF2B5EF4-FFF2-40B4-BE49-F238E27FC236}">
                  <a16:creationId xmlns:a16="http://schemas.microsoft.com/office/drawing/2014/main" id="{85A521D8-C689-4DEF-9F1A-07EAC35E7C66}"/>
                </a:ext>
              </a:extLst>
            </p:cNvPr>
            <p:cNvSpPr/>
            <p:nvPr/>
          </p:nvSpPr>
          <p:spPr>
            <a:xfrm>
              <a:off x="2646425" y="4429600"/>
              <a:ext cx="156500" cy="156500"/>
            </a:xfrm>
            <a:custGeom>
              <a:avLst/>
              <a:gdLst/>
              <a:ahLst/>
              <a:cxnLst/>
              <a:rect l="0" t="0" r="0" b="0"/>
              <a:pathLst>
                <a:path w="6260" h="6260" fill="none" extrusionOk="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5"/>
                  </a:lnTo>
                  <a:lnTo>
                    <a:pt x="6040" y="4725"/>
                  </a:lnTo>
                  <a:lnTo>
                    <a:pt x="6138" y="4506"/>
                  </a:lnTo>
                  <a:lnTo>
                    <a:pt x="6186" y="4287"/>
                  </a:lnTo>
                  <a:lnTo>
                    <a:pt x="6235" y="4043"/>
                  </a:lnTo>
                  <a:lnTo>
                    <a:pt x="6259" y="3824"/>
                  </a:lnTo>
                  <a:lnTo>
                    <a:pt x="6259" y="3581"/>
                  </a:lnTo>
                  <a:lnTo>
                    <a:pt x="6235" y="3361"/>
                  </a:lnTo>
                  <a:lnTo>
                    <a:pt x="6186" y="3118"/>
                  </a:lnTo>
                  <a:lnTo>
                    <a:pt x="6138" y="2899"/>
                  </a:lnTo>
                  <a:lnTo>
                    <a:pt x="6040" y="2680"/>
                  </a:lnTo>
                  <a:lnTo>
                    <a:pt x="5943" y="2460"/>
                  </a:lnTo>
                  <a:lnTo>
                    <a:pt x="5821" y="2266"/>
                  </a:lnTo>
                  <a:lnTo>
                    <a:pt x="5675" y="2071"/>
                  </a:lnTo>
                  <a:lnTo>
                    <a:pt x="5504" y="1900"/>
                  </a:lnTo>
                  <a:lnTo>
                    <a:pt x="5504" y="1900"/>
                  </a:lnTo>
                  <a:lnTo>
                    <a:pt x="5285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2" y="1145"/>
                  </a:lnTo>
                  <a:lnTo>
                    <a:pt x="3848" y="975"/>
                  </a:lnTo>
                  <a:lnTo>
                    <a:pt x="3410" y="804"/>
                  </a:lnTo>
                  <a:lnTo>
                    <a:pt x="2484" y="488"/>
                  </a:lnTo>
                  <a:lnTo>
                    <a:pt x="1608" y="244"/>
                  </a:lnTo>
                  <a:lnTo>
                    <a:pt x="853" y="74"/>
                  </a:lnTo>
                  <a:lnTo>
                    <a:pt x="536" y="25"/>
                  </a:lnTo>
                  <a:lnTo>
                    <a:pt x="292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0" y="122"/>
                  </a:lnTo>
                  <a:lnTo>
                    <a:pt x="0" y="293"/>
                  </a:lnTo>
                  <a:lnTo>
                    <a:pt x="25" y="536"/>
                  </a:lnTo>
                  <a:lnTo>
                    <a:pt x="73" y="853"/>
                  </a:lnTo>
                  <a:lnTo>
                    <a:pt x="244" y="1608"/>
                  </a:lnTo>
                  <a:lnTo>
                    <a:pt x="487" y="2485"/>
                  </a:lnTo>
                  <a:lnTo>
                    <a:pt x="804" y="3410"/>
                  </a:lnTo>
                  <a:lnTo>
                    <a:pt x="974" y="3849"/>
                  </a:lnTo>
                  <a:lnTo>
                    <a:pt x="1145" y="4263"/>
                  </a:lnTo>
                  <a:lnTo>
                    <a:pt x="1315" y="4652"/>
                  </a:lnTo>
                  <a:lnTo>
                    <a:pt x="1510" y="4993"/>
                  </a:lnTo>
                  <a:lnTo>
                    <a:pt x="1705" y="5286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0" y="5675"/>
                  </a:lnTo>
                  <a:lnTo>
                    <a:pt x="2265" y="5821"/>
                  </a:lnTo>
                  <a:lnTo>
                    <a:pt x="2460" y="5943"/>
                  </a:lnTo>
                  <a:lnTo>
                    <a:pt x="2679" y="6041"/>
                  </a:lnTo>
                  <a:lnTo>
                    <a:pt x="2898" y="6138"/>
                  </a:lnTo>
                  <a:lnTo>
                    <a:pt x="3118" y="6187"/>
                  </a:lnTo>
                  <a:lnTo>
                    <a:pt x="3361" y="6235"/>
                  </a:lnTo>
                  <a:lnTo>
                    <a:pt x="3580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1"/>
                  </a:lnTo>
                  <a:lnTo>
                    <a:pt x="4944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84" name="Shape 843">
              <a:extLst>
                <a:ext uri="{FF2B5EF4-FFF2-40B4-BE49-F238E27FC236}">
                  <a16:creationId xmlns:a16="http://schemas.microsoft.com/office/drawing/2014/main" id="{FFC223E9-7845-4E42-8820-033B5A813D78}"/>
                </a:ext>
              </a:extLst>
            </p:cNvPr>
            <p:cNvSpPr/>
            <p:nvPr/>
          </p:nvSpPr>
          <p:spPr>
            <a:xfrm>
              <a:off x="2696350" y="4479525"/>
              <a:ext cx="87100" cy="87100"/>
            </a:xfrm>
            <a:custGeom>
              <a:avLst/>
              <a:gdLst/>
              <a:ahLst/>
              <a:cxnLst/>
              <a:rect l="0" t="0" r="0" b="0"/>
              <a:pathLst>
                <a:path w="3484" h="3484" fill="none" extrusionOk="0">
                  <a:moveTo>
                    <a:pt x="0" y="1"/>
                  </a:moveTo>
                  <a:lnTo>
                    <a:pt x="3483" y="348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685" name="Shape 844">
            <a:extLst>
              <a:ext uri="{FF2B5EF4-FFF2-40B4-BE49-F238E27FC236}">
                <a16:creationId xmlns:a16="http://schemas.microsoft.com/office/drawing/2014/main" id="{AF4DFA2A-5541-4C16-B3ED-D28033F0D257}"/>
              </a:ext>
            </a:extLst>
          </p:cNvPr>
          <p:cNvGrpSpPr/>
          <p:nvPr/>
        </p:nvGrpSpPr>
        <p:grpSpPr>
          <a:xfrm>
            <a:off x="11261126" y="4305428"/>
            <a:ext cx="293131" cy="328143"/>
            <a:chOff x="6643075" y="4309650"/>
            <a:chExt cx="407950" cy="456675"/>
          </a:xfrm>
          <a:solidFill>
            <a:srgbClr val="00B050"/>
          </a:solidFill>
        </p:grpSpPr>
        <p:sp>
          <p:nvSpPr>
            <p:cNvPr id="686" name="Shape 845">
              <a:extLst>
                <a:ext uri="{FF2B5EF4-FFF2-40B4-BE49-F238E27FC236}">
                  <a16:creationId xmlns:a16="http://schemas.microsoft.com/office/drawing/2014/main" id="{162181E2-18C4-4E6D-8C80-20BA912BB49A}"/>
                </a:ext>
              </a:extLst>
            </p:cNvPr>
            <p:cNvSpPr/>
            <p:nvPr/>
          </p:nvSpPr>
          <p:spPr>
            <a:xfrm>
              <a:off x="6643075" y="4698125"/>
              <a:ext cx="407950" cy="14625"/>
            </a:xfrm>
            <a:custGeom>
              <a:avLst/>
              <a:gdLst/>
              <a:ahLst/>
              <a:cxnLst/>
              <a:rect l="0" t="0" r="0" b="0"/>
              <a:pathLst>
                <a:path w="16318" h="585" fill="none" extrusionOk="0">
                  <a:moveTo>
                    <a:pt x="16318" y="0"/>
                  </a:moveTo>
                  <a:lnTo>
                    <a:pt x="16318" y="0"/>
                  </a:lnTo>
                  <a:lnTo>
                    <a:pt x="16074" y="24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5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5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4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5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5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4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5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5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4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5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5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4"/>
                  </a:lnTo>
                  <a:lnTo>
                    <a:pt x="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87" name="Shape 846">
              <a:extLst>
                <a:ext uri="{FF2B5EF4-FFF2-40B4-BE49-F238E27FC236}">
                  <a16:creationId xmlns:a16="http://schemas.microsoft.com/office/drawing/2014/main" id="{421432A9-C1D0-46E2-8BC2-584202B080C3}"/>
                </a:ext>
              </a:extLst>
            </p:cNvPr>
            <p:cNvSpPr/>
            <p:nvPr/>
          </p:nvSpPr>
          <p:spPr>
            <a:xfrm>
              <a:off x="6643075" y="4727350"/>
              <a:ext cx="407950" cy="14625"/>
            </a:xfrm>
            <a:custGeom>
              <a:avLst/>
              <a:gdLst/>
              <a:ahLst/>
              <a:cxnLst/>
              <a:rect l="0" t="0" r="0" b="0"/>
              <a:pathLst>
                <a:path w="16318" h="58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9" y="24"/>
                  </a:lnTo>
                  <a:lnTo>
                    <a:pt x="414" y="49"/>
                  </a:lnTo>
                  <a:lnTo>
                    <a:pt x="609" y="73"/>
                  </a:lnTo>
                  <a:lnTo>
                    <a:pt x="755" y="122"/>
                  </a:lnTo>
                  <a:lnTo>
                    <a:pt x="1023" y="244"/>
                  </a:lnTo>
                  <a:lnTo>
                    <a:pt x="1266" y="365"/>
                  </a:lnTo>
                  <a:lnTo>
                    <a:pt x="1266" y="365"/>
                  </a:lnTo>
                  <a:lnTo>
                    <a:pt x="1413" y="463"/>
                  </a:lnTo>
                  <a:lnTo>
                    <a:pt x="1583" y="536"/>
                  </a:lnTo>
                  <a:lnTo>
                    <a:pt x="1778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2289" y="585"/>
                  </a:lnTo>
                  <a:lnTo>
                    <a:pt x="2484" y="536"/>
                  </a:lnTo>
                  <a:lnTo>
                    <a:pt x="2655" y="463"/>
                  </a:lnTo>
                  <a:lnTo>
                    <a:pt x="2801" y="365"/>
                  </a:lnTo>
                  <a:lnTo>
                    <a:pt x="2801" y="365"/>
                  </a:lnTo>
                  <a:lnTo>
                    <a:pt x="3044" y="244"/>
                  </a:lnTo>
                  <a:lnTo>
                    <a:pt x="3312" y="122"/>
                  </a:lnTo>
                  <a:lnTo>
                    <a:pt x="3458" y="73"/>
                  </a:lnTo>
                  <a:lnTo>
                    <a:pt x="3653" y="49"/>
                  </a:lnTo>
                  <a:lnTo>
                    <a:pt x="3848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4311" y="24"/>
                  </a:lnTo>
                  <a:lnTo>
                    <a:pt x="4506" y="49"/>
                  </a:lnTo>
                  <a:lnTo>
                    <a:pt x="4676" y="73"/>
                  </a:lnTo>
                  <a:lnTo>
                    <a:pt x="4847" y="122"/>
                  </a:lnTo>
                  <a:lnTo>
                    <a:pt x="5115" y="244"/>
                  </a:lnTo>
                  <a:lnTo>
                    <a:pt x="5334" y="365"/>
                  </a:lnTo>
                  <a:lnTo>
                    <a:pt x="5334" y="365"/>
                  </a:lnTo>
                  <a:lnTo>
                    <a:pt x="5504" y="463"/>
                  </a:lnTo>
                  <a:lnTo>
                    <a:pt x="5675" y="536"/>
                  </a:lnTo>
                  <a:lnTo>
                    <a:pt x="5870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6357" y="585"/>
                  </a:lnTo>
                  <a:lnTo>
                    <a:pt x="6551" y="536"/>
                  </a:lnTo>
                  <a:lnTo>
                    <a:pt x="6722" y="463"/>
                  </a:lnTo>
                  <a:lnTo>
                    <a:pt x="6892" y="365"/>
                  </a:lnTo>
                  <a:lnTo>
                    <a:pt x="6892" y="365"/>
                  </a:lnTo>
                  <a:lnTo>
                    <a:pt x="7112" y="244"/>
                  </a:lnTo>
                  <a:lnTo>
                    <a:pt x="7380" y="122"/>
                  </a:lnTo>
                  <a:lnTo>
                    <a:pt x="7550" y="73"/>
                  </a:lnTo>
                  <a:lnTo>
                    <a:pt x="7721" y="49"/>
                  </a:lnTo>
                  <a:lnTo>
                    <a:pt x="7940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8378" y="24"/>
                  </a:lnTo>
                  <a:lnTo>
                    <a:pt x="8597" y="49"/>
                  </a:lnTo>
                  <a:lnTo>
                    <a:pt x="8768" y="73"/>
                  </a:lnTo>
                  <a:lnTo>
                    <a:pt x="8914" y="122"/>
                  </a:lnTo>
                  <a:lnTo>
                    <a:pt x="9206" y="244"/>
                  </a:lnTo>
                  <a:lnTo>
                    <a:pt x="9425" y="365"/>
                  </a:lnTo>
                  <a:lnTo>
                    <a:pt x="9425" y="365"/>
                  </a:lnTo>
                  <a:lnTo>
                    <a:pt x="9596" y="463"/>
                  </a:lnTo>
                  <a:lnTo>
                    <a:pt x="9766" y="536"/>
                  </a:lnTo>
                  <a:lnTo>
                    <a:pt x="9961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10448" y="585"/>
                  </a:lnTo>
                  <a:lnTo>
                    <a:pt x="10643" y="536"/>
                  </a:lnTo>
                  <a:lnTo>
                    <a:pt x="10814" y="463"/>
                  </a:lnTo>
                  <a:lnTo>
                    <a:pt x="10984" y="365"/>
                  </a:lnTo>
                  <a:lnTo>
                    <a:pt x="10984" y="365"/>
                  </a:lnTo>
                  <a:lnTo>
                    <a:pt x="11203" y="244"/>
                  </a:lnTo>
                  <a:lnTo>
                    <a:pt x="11471" y="122"/>
                  </a:lnTo>
                  <a:lnTo>
                    <a:pt x="11642" y="73"/>
                  </a:lnTo>
                  <a:lnTo>
                    <a:pt x="11812" y="49"/>
                  </a:lnTo>
                  <a:lnTo>
                    <a:pt x="12007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2470" y="24"/>
                  </a:lnTo>
                  <a:lnTo>
                    <a:pt x="12665" y="49"/>
                  </a:lnTo>
                  <a:lnTo>
                    <a:pt x="12859" y="73"/>
                  </a:lnTo>
                  <a:lnTo>
                    <a:pt x="13006" y="122"/>
                  </a:lnTo>
                  <a:lnTo>
                    <a:pt x="13273" y="244"/>
                  </a:lnTo>
                  <a:lnTo>
                    <a:pt x="13493" y="365"/>
                  </a:lnTo>
                  <a:lnTo>
                    <a:pt x="13493" y="365"/>
                  </a:lnTo>
                  <a:lnTo>
                    <a:pt x="13663" y="463"/>
                  </a:lnTo>
                  <a:lnTo>
                    <a:pt x="13834" y="536"/>
                  </a:lnTo>
                  <a:lnTo>
                    <a:pt x="14028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540" y="585"/>
                  </a:lnTo>
                  <a:lnTo>
                    <a:pt x="14735" y="536"/>
                  </a:lnTo>
                  <a:lnTo>
                    <a:pt x="14905" y="463"/>
                  </a:lnTo>
                  <a:lnTo>
                    <a:pt x="15051" y="365"/>
                  </a:lnTo>
                  <a:lnTo>
                    <a:pt x="15051" y="365"/>
                  </a:lnTo>
                  <a:lnTo>
                    <a:pt x="15295" y="244"/>
                  </a:lnTo>
                  <a:lnTo>
                    <a:pt x="15563" y="122"/>
                  </a:lnTo>
                  <a:lnTo>
                    <a:pt x="15709" y="73"/>
                  </a:lnTo>
                  <a:lnTo>
                    <a:pt x="15904" y="49"/>
                  </a:lnTo>
                  <a:lnTo>
                    <a:pt x="16099" y="24"/>
                  </a:lnTo>
                  <a:lnTo>
                    <a:pt x="16318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88" name="Shape 847">
              <a:extLst>
                <a:ext uri="{FF2B5EF4-FFF2-40B4-BE49-F238E27FC236}">
                  <a16:creationId xmlns:a16="http://schemas.microsoft.com/office/drawing/2014/main" id="{9AAB7342-8C27-4A0F-9CC3-EBB67D7A2E3E}"/>
                </a:ext>
              </a:extLst>
            </p:cNvPr>
            <p:cNvSpPr/>
            <p:nvPr/>
          </p:nvSpPr>
          <p:spPr>
            <a:xfrm>
              <a:off x="6643075" y="4751700"/>
              <a:ext cx="407950" cy="14625"/>
            </a:xfrm>
            <a:custGeom>
              <a:avLst/>
              <a:gdLst/>
              <a:ahLst/>
              <a:cxnLst/>
              <a:rect l="0" t="0" r="0" b="0"/>
              <a:pathLst>
                <a:path w="16318" h="585" fill="none" extrusionOk="0">
                  <a:moveTo>
                    <a:pt x="16318" y="0"/>
                  </a:moveTo>
                  <a:lnTo>
                    <a:pt x="16318" y="0"/>
                  </a:lnTo>
                  <a:lnTo>
                    <a:pt x="16074" y="25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6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6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5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5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6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6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5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5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6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6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5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5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6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6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89" name="Shape 848">
              <a:extLst>
                <a:ext uri="{FF2B5EF4-FFF2-40B4-BE49-F238E27FC236}">
                  <a16:creationId xmlns:a16="http://schemas.microsoft.com/office/drawing/2014/main" id="{9F3E5630-A4DF-41C8-B011-4044EC2F730D}"/>
                </a:ext>
              </a:extLst>
            </p:cNvPr>
            <p:cNvSpPr/>
            <p:nvPr/>
          </p:nvSpPr>
          <p:spPr>
            <a:xfrm>
              <a:off x="6672900" y="4309650"/>
              <a:ext cx="348900" cy="376300"/>
            </a:xfrm>
            <a:custGeom>
              <a:avLst/>
              <a:gdLst/>
              <a:ahLst/>
              <a:cxnLst/>
              <a:rect l="0" t="0" r="0" b="0"/>
              <a:pathLst>
                <a:path w="13955" h="15051" fill="none" extrusionOk="0">
                  <a:moveTo>
                    <a:pt x="13347" y="6747"/>
                  </a:moveTo>
                  <a:lnTo>
                    <a:pt x="12470" y="6406"/>
                  </a:lnTo>
                  <a:lnTo>
                    <a:pt x="12470" y="3532"/>
                  </a:lnTo>
                  <a:lnTo>
                    <a:pt x="10790" y="3532"/>
                  </a:lnTo>
                  <a:lnTo>
                    <a:pt x="10790" y="2022"/>
                  </a:lnTo>
                  <a:lnTo>
                    <a:pt x="8427" y="2022"/>
                  </a:lnTo>
                  <a:lnTo>
                    <a:pt x="8427" y="1"/>
                  </a:lnTo>
                  <a:lnTo>
                    <a:pt x="6966" y="1"/>
                  </a:lnTo>
                  <a:lnTo>
                    <a:pt x="5505" y="1"/>
                  </a:lnTo>
                  <a:lnTo>
                    <a:pt x="5505" y="2022"/>
                  </a:lnTo>
                  <a:lnTo>
                    <a:pt x="3142" y="2022"/>
                  </a:lnTo>
                  <a:lnTo>
                    <a:pt x="3142" y="3532"/>
                  </a:lnTo>
                  <a:lnTo>
                    <a:pt x="1462" y="3532"/>
                  </a:lnTo>
                  <a:lnTo>
                    <a:pt x="1462" y="6406"/>
                  </a:lnTo>
                  <a:lnTo>
                    <a:pt x="585" y="6747"/>
                  </a:lnTo>
                  <a:lnTo>
                    <a:pt x="585" y="6747"/>
                  </a:lnTo>
                  <a:lnTo>
                    <a:pt x="414" y="6844"/>
                  </a:lnTo>
                  <a:lnTo>
                    <a:pt x="268" y="6966"/>
                  </a:lnTo>
                  <a:lnTo>
                    <a:pt x="147" y="7112"/>
                  </a:lnTo>
                  <a:lnTo>
                    <a:pt x="49" y="7258"/>
                  </a:lnTo>
                  <a:lnTo>
                    <a:pt x="0" y="7404"/>
                  </a:lnTo>
                  <a:lnTo>
                    <a:pt x="0" y="7575"/>
                  </a:lnTo>
                  <a:lnTo>
                    <a:pt x="0" y="7770"/>
                  </a:lnTo>
                  <a:lnTo>
                    <a:pt x="73" y="7965"/>
                  </a:lnTo>
                  <a:lnTo>
                    <a:pt x="1510" y="11277"/>
                  </a:lnTo>
                  <a:lnTo>
                    <a:pt x="1510" y="14833"/>
                  </a:lnTo>
                  <a:lnTo>
                    <a:pt x="1510" y="14833"/>
                  </a:lnTo>
                  <a:lnTo>
                    <a:pt x="1754" y="14711"/>
                  </a:lnTo>
                  <a:lnTo>
                    <a:pt x="2046" y="14589"/>
                  </a:lnTo>
                  <a:lnTo>
                    <a:pt x="2241" y="14540"/>
                  </a:lnTo>
                  <a:lnTo>
                    <a:pt x="2436" y="14516"/>
                  </a:lnTo>
                  <a:lnTo>
                    <a:pt x="2655" y="14492"/>
                  </a:lnTo>
                  <a:lnTo>
                    <a:pt x="2874" y="14467"/>
                  </a:lnTo>
                  <a:lnTo>
                    <a:pt x="2874" y="14467"/>
                  </a:lnTo>
                  <a:lnTo>
                    <a:pt x="3167" y="14492"/>
                  </a:lnTo>
                  <a:lnTo>
                    <a:pt x="3410" y="14516"/>
                  </a:lnTo>
                  <a:lnTo>
                    <a:pt x="3629" y="14565"/>
                  </a:lnTo>
                  <a:lnTo>
                    <a:pt x="3824" y="14638"/>
                  </a:lnTo>
                  <a:lnTo>
                    <a:pt x="4141" y="14760"/>
                  </a:lnTo>
                  <a:lnTo>
                    <a:pt x="4384" y="14906"/>
                  </a:lnTo>
                  <a:lnTo>
                    <a:pt x="4384" y="14906"/>
                  </a:lnTo>
                  <a:lnTo>
                    <a:pt x="4530" y="14979"/>
                  </a:lnTo>
                  <a:lnTo>
                    <a:pt x="4628" y="15028"/>
                  </a:lnTo>
                  <a:lnTo>
                    <a:pt x="4774" y="15052"/>
                  </a:lnTo>
                  <a:lnTo>
                    <a:pt x="4920" y="15052"/>
                  </a:lnTo>
                  <a:lnTo>
                    <a:pt x="4920" y="15052"/>
                  </a:lnTo>
                  <a:lnTo>
                    <a:pt x="5091" y="15052"/>
                  </a:lnTo>
                  <a:lnTo>
                    <a:pt x="5212" y="15028"/>
                  </a:lnTo>
                  <a:lnTo>
                    <a:pt x="5334" y="14979"/>
                  </a:lnTo>
                  <a:lnTo>
                    <a:pt x="5456" y="14906"/>
                  </a:lnTo>
                  <a:lnTo>
                    <a:pt x="5456" y="14906"/>
                  </a:lnTo>
                  <a:lnTo>
                    <a:pt x="5724" y="14760"/>
                  </a:lnTo>
                  <a:lnTo>
                    <a:pt x="6040" y="14638"/>
                  </a:lnTo>
                  <a:lnTo>
                    <a:pt x="6235" y="14565"/>
                  </a:lnTo>
                  <a:lnTo>
                    <a:pt x="6454" y="14516"/>
                  </a:lnTo>
                  <a:lnTo>
                    <a:pt x="6698" y="14492"/>
                  </a:lnTo>
                  <a:lnTo>
                    <a:pt x="6966" y="14467"/>
                  </a:lnTo>
                  <a:lnTo>
                    <a:pt x="6966" y="14467"/>
                  </a:lnTo>
                  <a:lnTo>
                    <a:pt x="7234" y="14492"/>
                  </a:lnTo>
                  <a:lnTo>
                    <a:pt x="7477" y="14516"/>
                  </a:lnTo>
                  <a:lnTo>
                    <a:pt x="7697" y="14565"/>
                  </a:lnTo>
                  <a:lnTo>
                    <a:pt x="7891" y="14638"/>
                  </a:lnTo>
                  <a:lnTo>
                    <a:pt x="8232" y="14760"/>
                  </a:lnTo>
                  <a:lnTo>
                    <a:pt x="8476" y="14906"/>
                  </a:lnTo>
                  <a:lnTo>
                    <a:pt x="8476" y="14906"/>
                  </a:lnTo>
                  <a:lnTo>
                    <a:pt x="8598" y="14979"/>
                  </a:lnTo>
                  <a:lnTo>
                    <a:pt x="8719" y="15028"/>
                  </a:lnTo>
                  <a:lnTo>
                    <a:pt x="8841" y="15052"/>
                  </a:lnTo>
                  <a:lnTo>
                    <a:pt x="9012" y="15052"/>
                  </a:lnTo>
                  <a:lnTo>
                    <a:pt x="9012" y="15052"/>
                  </a:lnTo>
                  <a:lnTo>
                    <a:pt x="9158" y="15052"/>
                  </a:lnTo>
                  <a:lnTo>
                    <a:pt x="9304" y="15028"/>
                  </a:lnTo>
                  <a:lnTo>
                    <a:pt x="9401" y="14979"/>
                  </a:lnTo>
                  <a:lnTo>
                    <a:pt x="9548" y="14906"/>
                  </a:lnTo>
                  <a:lnTo>
                    <a:pt x="9548" y="14906"/>
                  </a:lnTo>
                  <a:lnTo>
                    <a:pt x="9791" y="14760"/>
                  </a:lnTo>
                  <a:lnTo>
                    <a:pt x="10108" y="14638"/>
                  </a:lnTo>
                  <a:lnTo>
                    <a:pt x="10303" y="14565"/>
                  </a:lnTo>
                  <a:lnTo>
                    <a:pt x="10522" y="14516"/>
                  </a:lnTo>
                  <a:lnTo>
                    <a:pt x="10765" y="14492"/>
                  </a:lnTo>
                  <a:lnTo>
                    <a:pt x="11058" y="14467"/>
                  </a:lnTo>
                  <a:lnTo>
                    <a:pt x="11058" y="14467"/>
                  </a:lnTo>
                  <a:lnTo>
                    <a:pt x="11277" y="14492"/>
                  </a:lnTo>
                  <a:lnTo>
                    <a:pt x="11496" y="14516"/>
                  </a:lnTo>
                  <a:lnTo>
                    <a:pt x="11691" y="14540"/>
                  </a:lnTo>
                  <a:lnTo>
                    <a:pt x="11886" y="14589"/>
                  </a:lnTo>
                  <a:lnTo>
                    <a:pt x="12178" y="14711"/>
                  </a:lnTo>
                  <a:lnTo>
                    <a:pt x="12421" y="14833"/>
                  </a:lnTo>
                  <a:lnTo>
                    <a:pt x="12421" y="11277"/>
                  </a:lnTo>
                  <a:lnTo>
                    <a:pt x="13858" y="7965"/>
                  </a:lnTo>
                  <a:lnTo>
                    <a:pt x="13858" y="7965"/>
                  </a:lnTo>
                  <a:lnTo>
                    <a:pt x="13931" y="7770"/>
                  </a:lnTo>
                  <a:lnTo>
                    <a:pt x="13956" y="7575"/>
                  </a:lnTo>
                  <a:lnTo>
                    <a:pt x="13931" y="7404"/>
                  </a:lnTo>
                  <a:lnTo>
                    <a:pt x="13883" y="7258"/>
                  </a:lnTo>
                  <a:lnTo>
                    <a:pt x="13785" y="7112"/>
                  </a:lnTo>
                  <a:lnTo>
                    <a:pt x="13664" y="6966"/>
                  </a:lnTo>
                  <a:lnTo>
                    <a:pt x="13517" y="6844"/>
                  </a:lnTo>
                  <a:lnTo>
                    <a:pt x="13347" y="6747"/>
                  </a:lnTo>
                  <a:lnTo>
                    <a:pt x="13347" y="6747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90" name="Shape 849">
              <a:extLst>
                <a:ext uri="{FF2B5EF4-FFF2-40B4-BE49-F238E27FC236}">
                  <a16:creationId xmlns:a16="http://schemas.microsoft.com/office/drawing/2014/main" id="{0FD46B8D-275C-4207-A485-AEFF91499134}"/>
                </a:ext>
              </a:extLst>
            </p:cNvPr>
            <p:cNvSpPr/>
            <p:nvPr/>
          </p:nvSpPr>
          <p:spPr>
            <a:xfrm>
              <a:off x="6805625" y="4452725"/>
              <a:ext cx="15850" cy="28050"/>
            </a:xfrm>
            <a:custGeom>
              <a:avLst/>
              <a:gdLst/>
              <a:ahLst/>
              <a:cxnLst/>
              <a:rect l="0" t="0" r="0" b="0"/>
              <a:pathLst>
                <a:path w="634" h="1122" fill="none" extrusionOk="0">
                  <a:moveTo>
                    <a:pt x="317" y="1121"/>
                  </a:moveTo>
                  <a:lnTo>
                    <a:pt x="317" y="1121"/>
                  </a:lnTo>
                  <a:lnTo>
                    <a:pt x="244" y="1097"/>
                  </a:lnTo>
                  <a:lnTo>
                    <a:pt x="196" y="1073"/>
                  </a:lnTo>
                  <a:lnTo>
                    <a:pt x="123" y="1024"/>
                  </a:lnTo>
                  <a:lnTo>
                    <a:pt x="74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74" y="147"/>
                  </a:lnTo>
                  <a:lnTo>
                    <a:pt x="123" y="98"/>
                  </a:lnTo>
                  <a:lnTo>
                    <a:pt x="196" y="25"/>
                  </a:lnTo>
                  <a:lnTo>
                    <a:pt x="244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66" y="1"/>
                  </a:lnTo>
                  <a:lnTo>
                    <a:pt x="439" y="25"/>
                  </a:lnTo>
                  <a:lnTo>
                    <a:pt x="488" y="98"/>
                  </a:lnTo>
                  <a:lnTo>
                    <a:pt x="537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37" y="951"/>
                  </a:lnTo>
                  <a:lnTo>
                    <a:pt x="488" y="1024"/>
                  </a:lnTo>
                  <a:lnTo>
                    <a:pt x="439" y="1073"/>
                  </a:lnTo>
                  <a:lnTo>
                    <a:pt x="366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91" name="Shape 850">
              <a:extLst>
                <a:ext uri="{FF2B5EF4-FFF2-40B4-BE49-F238E27FC236}">
                  <a16:creationId xmlns:a16="http://schemas.microsoft.com/office/drawing/2014/main" id="{F389FDDB-22B7-489E-88E3-7B81D4E97632}"/>
                </a:ext>
              </a:extLst>
            </p:cNvPr>
            <p:cNvSpPr/>
            <p:nvPr/>
          </p:nvSpPr>
          <p:spPr>
            <a:xfrm>
              <a:off x="6872600" y="4452725"/>
              <a:ext cx="15875" cy="28050"/>
            </a:xfrm>
            <a:custGeom>
              <a:avLst/>
              <a:gdLst/>
              <a:ahLst/>
              <a:cxnLst/>
              <a:rect l="0" t="0" r="0" b="0"/>
              <a:pathLst>
                <a:path w="635" h="1122" fill="none" extrusionOk="0">
                  <a:moveTo>
                    <a:pt x="317" y="1121"/>
                  </a:moveTo>
                  <a:lnTo>
                    <a:pt x="317" y="1121"/>
                  </a:lnTo>
                  <a:lnTo>
                    <a:pt x="269" y="1097"/>
                  </a:lnTo>
                  <a:lnTo>
                    <a:pt x="196" y="1073"/>
                  </a:lnTo>
                  <a:lnTo>
                    <a:pt x="147" y="1024"/>
                  </a:lnTo>
                  <a:lnTo>
                    <a:pt x="98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98" y="147"/>
                  </a:lnTo>
                  <a:lnTo>
                    <a:pt x="147" y="98"/>
                  </a:lnTo>
                  <a:lnTo>
                    <a:pt x="196" y="25"/>
                  </a:lnTo>
                  <a:lnTo>
                    <a:pt x="269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90" y="1"/>
                  </a:lnTo>
                  <a:lnTo>
                    <a:pt x="464" y="25"/>
                  </a:lnTo>
                  <a:lnTo>
                    <a:pt x="512" y="98"/>
                  </a:lnTo>
                  <a:lnTo>
                    <a:pt x="561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61" y="951"/>
                  </a:lnTo>
                  <a:lnTo>
                    <a:pt x="512" y="1024"/>
                  </a:lnTo>
                  <a:lnTo>
                    <a:pt x="464" y="1073"/>
                  </a:lnTo>
                  <a:lnTo>
                    <a:pt x="390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92" name="Shape 851">
              <a:extLst>
                <a:ext uri="{FF2B5EF4-FFF2-40B4-BE49-F238E27FC236}">
                  <a16:creationId xmlns:a16="http://schemas.microsoft.com/office/drawing/2014/main" id="{44D87F5E-97F4-4568-B7DC-478E98DC0FAB}"/>
                </a:ext>
              </a:extLst>
            </p:cNvPr>
            <p:cNvSpPr/>
            <p:nvPr/>
          </p:nvSpPr>
          <p:spPr>
            <a:xfrm>
              <a:off x="6709425" y="4414975"/>
              <a:ext cx="275250" cy="54825"/>
            </a:xfrm>
            <a:custGeom>
              <a:avLst/>
              <a:gdLst/>
              <a:ahLst/>
              <a:cxnLst/>
              <a:rect l="0" t="0" r="0" b="0"/>
              <a:pathLst>
                <a:path w="11010" h="2193" fill="none" extrusionOk="0">
                  <a:moveTo>
                    <a:pt x="11009" y="2193"/>
                  </a:moveTo>
                  <a:lnTo>
                    <a:pt x="5505" y="1"/>
                  </a:lnTo>
                  <a:lnTo>
                    <a:pt x="1" y="219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93" name="Shape 852">
              <a:extLst>
                <a:ext uri="{FF2B5EF4-FFF2-40B4-BE49-F238E27FC236}">
                  <a16:creationId xmlns:a16="http://schemas.microsoft.com/office/drawing/2014/main" id="{DC716690-A326-4ACE-8515-2A4B26EF959F}"/>
                </a:ext>
              </a:extLst>
            </p:cNvPr>
            <p:cNvSpPr/>
            <p:nvPr/>
          </p:nvSpPr>
          <p:spPr>
            <a:xfrm>
              <a:off x="6733175" y="4382725"/>
              <a:ext cx="227750" cy="37150"/>
            </a:xfrm>
            <a:custGeom>
              <a:avLst/>
              <a:gdLst/>
              <a:ahLst/>
              <a:cxnLst/>
              <a:rect l="0" t="0" r="0" b="0"/>
              <a:pathLst>
                <a:path w="9110" h="1486" fill="none" extrusionOk="0">
                  <a:moveTo>
                    <a:pt x="1" y="1486"/>
                  </a:moveTo>
                  <a:lnTo>
                    <a:pt x="1681" y="1486"/>
                  </a:lnTo>
                  <a:lnTo>
                    <a:pt x="1681" y="0"/>
                  </a:lnTo>
                  <a:lnTo>
                    <a:pt x="4555" y="0"/>
                  </a:lnTo>
                  <a:lnTo>
                    <a:pt x="7429" y="0"/>
                  </a:lnTo>
                  <a:lnTo>
                    <a:pt x="7429" y="1486"/>
                  </a:lnTo>
                  <a:lnTo>
                    <a:pt x="9109" y="1486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94" name="Shape 853">
              <a:extLst>
                <a:ext uri="{FF2B5EF4-FFF2-40B4-BE49-F238E27FC236}">
                  <a16:creationId xmlns:a16="http://schemas.microsoft.com/office/drawing/2014/main" id="{0F17F445-4890-45C0-920B-AAB382127D31}"/>
                </a:ext>
              </a:extLst>
            </p:cNvPr>
            <p:cNvSpPr/>
            <p:nvPr/>
          </p:nvSpPr>
          <p:spPr>
            <a:xfrm>
              <a:off x="6847025" y="4414975"/>
              <a:ext cx="25" cy="145550"/>
            </a:xfrm>
            <a:custGeom>
              <a:avLst/>
              <a:gdLst/>
              <a:ahLst/>
              <a:cxnLst/>
              <a:rect l="0" t="0" r="0" b="0"/>
              <a:pathLst>
                <a:path w="1" h="5822" fill="none" extrusionOk="0">
                  <a:moveTo>
                    <a:pt x="1" y="1"/>
                  </a:moveTo>
                  <a:lnTo>
                    <a:pt x="1" y="5822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695" name="Shape 854">
            <a:extLst>
              <a:ext uri="{FF2B5EF4-FFF2-40B4-BE49-F238E27FC236}">
                <a16:creationId xmlns:a16="http://schemas.microsoft.com/office/drawing/2014/main" id="{A6F919A6-772A-45FA-AC1F-472D63CC3EC8}"/>
              </a:ext>
            </a:extLst>
          </p:cNvPr>
          <p:cNvGrpSpPr/>
          <p:nvPr/>
        </p:nvGrpSpPr>
        <p:grpSpPr>
          <a:xfrm>
            <a:off x="10076398" y="4847381"/>
            <a:ext cx="386777" cy="371022"/>
            <a:chOff x="5233525" y="4954450"/>
            <a:chExt cx="538275" cy="516350"/>
          </a:xfrm>
          <a:solidFill>
            <a:srgbClr val="00B050"/>
          </a:solidFill>
        </p:grpSpPr>
        <p:sp>
          <p:nvSpPr>
            <p:cNvPr id="696" name="Shape 855">
              <a:extLst>
                <a:ext uri="{FF2B5EF4-FFF2-40B4-BE49-F238E27FC236}">
                  <a16:creationId xmlns:a16="http://schemas.microsoft.com/office/drawing/2014/main" id="{106454EC-6A94-477F-8E93-7EFE341A1E76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97" name="Shape 856">
              <a:extLst>
                <a:ext uri="{FF2B5EF4-FFF2-40B4-BE49-F238E27FC236}">
                  <a16:creationId xmlns:a16="http://schemas.microsoft.com/office/drawing/2014/main" id="{63C1F9BD-CD08-4711-ADDA-C2F5E8EA7357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98" name="Shape 857">
              <a:extLst>
                <a:ext uri="{FF2B5EF4-FFF2-40B4-BE49-F238E27FC236}">
                  <a16:creationId xmlns:a16="http://schemas.microsoft.com/office/drawing/2014/main" id="{6A691EF3-9B95-4197-85E5-D711B0AE0EC4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699" name="Shape 858">
              <a:extLst>
                <a:ext uri="{FF2B5EF4-FFF2-40B4-BE49-F238E27FC236}">
                  <a16:creationId xmlns:a16="http://schemas.microsoft.com/office/drawing/2014/main" id="{AC38C313-A727-4201-959E-5FC721176D28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00" name="Shape 859">
              <a:extLst>
                <a:ext uri="{FF2B5EF4-FFF2-40B4-BE49-F238E27FC236}">
                  <a16:creationId xmlns:a16="http://schemas.microsoft.com/office/drawing/2014/main" id="{7469DD43-61BC-4871-BCE4-7395530C835C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01" name="Shape 860">
              <a:extLst>
                <a:ext uri="{FF2B5EF4-FFF2-40B4-BE49-F238E27FC236}">
                  <a16:creationId xmlns:a16="http://schemas.microsoft.com/office/drawing/2014/main" id="{DA9E0BB5-EE55-46F8-9E89-ED57BF92123B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0" h="7575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02" name="Shape 861">
              <a:extLst>
                <a:ext uri="{FF2B5EF4-FFF2-40B4-BE49-F238E27FC236}">
                  <a16:creationId xmlns:a16="http://schemas.microsoft.com/office/drawing/2014/main" id="{4FC2AB61-076F-48A7-842E-0F94A690C6CB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03" name="Shape 862">
              <a:extLst>
                <a:ext uri="{FF2B5EF4-FFF2-40B4-BE49-F238E27FC236}">
                  <a16:creationId xmlns:a16="http://schemas.microsoft.com/office/drawing/2014/main" id="{5363A956-1469-4BBF-82D9-62304589E6C3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04" name="Shape 863">
              <a:extLst>
                <a:ext uri="{FF2B5EF4-FFF2-40B4-BE49-F238E27FC236}">
                  <a16:creationId xmlns:a16="http://schemas.microsoft.com/office/drawing/2014/main" id="{5EBC56AA-D1AD-4801-945C-B8B83EBDF3B6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05" name="Shape 864">
              <a:extLst>
                <a:ext uri="{FF2B5EF4-FFF2-40B4-BE49-F238E27FC236}">
                  <a16:creationId xmlns:a16="http://schemas.microsoft.com/office/drawing/2014/main" id="{84BF7D05-6A8B-4270-9112-09AC34A29624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06" name="Shape 865">
              <a:extLst>
                <a:ext uri="{FF2B5EF4-FFF2-40B4-BE49-F238E27FC236}">
                  <a16:creationId xmlns:a16="http://schemas.microsoft.com/office/drawing/2014/main" id="{A9EA3C4E-BABF-4ED6-A1FC-BB6075A7BF8B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707" name="Shape 866">
            <a:extLst>
              <a:ext uri="{FF2B5EF4-FFF2-40B4-BE49-F238E27FC236}">
                <a16:creationId xmlns:a16="http://schemas.microsoft.com/office/drawing/2014/main" id="{E6E34631-2B56-4E48-A106-D81499A09379}"/>
              </a:ext>
            </a:extLst>
          </p:cNvPr>
          <p:cNvGrpSpPr/>
          <p:nvPr/>
        </p:nvGrpSpPr>
        <p:grpSpPr>
          <a:xfrm>
            <a:off x="9507317" y="4855052"/>
            <a:ext cx="393782" cy="357908"/>
            <a:chOff x="4556450" y="4963575"/>
            <a:chExt cx="548025" cy="498100"/>
          </a:xfrm>
          <a:solidFill>
            <a:srgbClr val="00B050"/>
          </a:solidFill>
        </p:grpSpPr>
        <p:sp>
          <p:nvSpPr>
            <p:cNvPr id="708" name="Shape 867">
              <a:extLst>
                <a:ext uri="{FF2B5EF4-FFF2-40B4-BE49-F238E27FC236}">
                  <a16:creationId xmlns:a16="http://schemas.microsoft.com/office/drawing/2014/main" id="{A5DDAE79-1933-4D67-9050-08A3753F5EF6}"/>
                </a:ext>
              </a:extLst>
            </p:cNvPr>
            <p:cNvSpPr/>
            <p:nvPr/>
          </p:nvSpPr>
          <p:spPr>
            <a:xfrm>
              <a:off x="4611850" y="5222350"/>
              <a:ext cx="436600" cy="239325"/>
            </a:xfrm>
            <a:custGeom>
              <a:avLst/>
              <a:gdLst/>
              <a:ahLst/>
              <a:cxnLst/>
              <a:rect l="0" t="0" r="0" b="0"/>
              <a:pathLst>
                <a:path w="17464" h="9573" fill="none" extrusionOk="0">
                  <a:moveTo>
                    <a:pt x="1" y="1"/>
                  </a:moveTo>
                  <a:lnTo>
                    <a:pt x="1" y="4677"/>
                  </a:lnTo>
                  <a:lnTo>
                    <a:pt x="8720" y="9572"/>
                  </a:lnTo>
                  <a:lnTo>
                    <a:pt x="17463" y="4677"/>
                  </a:lnTo>
                  <a:lnTo>
                    <a:pt x="17463" y="1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09" name="Shape 868">
              <a:extLst>
                <a:ext uri="{FF2B5EF4-FFF2-40B4-BE49-F238E27FC236}">
                  <a16:creationId xmlns:a16="http://schemas.microsoft.com/office/drawing/2014/main" id="{E5F9DD0D-B338-4C51-B4D1-C7EC4F528109}"/>
                </a:ext>
              </a:extLst>
            </p:cNvPr>
            <p:cNvSpPr/>
            <p:nvPr/>
          </p:nvSpPr>
          <p:spPr>
            <a:xfrm>
              <a:off x="4612475" y="4963575"/>
              <a:ext cx="435975" cy="125450"/>
            </a:xfrm>
            <a:custGeom>
              <a:avLst/>
              <a:gdLst/>
              <a:ahLst/>
              <a:cxnLst/>
              <a:rect l="0" t="0" r="0" b="0"/>
              <a:pathLst>
                <a:path w="17439" h="5018" fill="none" extrusionOk="0">
                  <a:moveTo>
                    <a:pt x="17438" y="5018"/>
                  </a:moveTo>
                  <a:lnTo>
                    <a:pt x="8671" y="1"/>
                  </a:lnTo>
                  <a:lnTo>
                    <a:pt x="0" y="5018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10" name="Shape 869">
              <a:extLst>
                <a:ext uri="{FF2B5EF4-FFF2-40B4-BE49-F238E27FC236}">
                  <a16:creationId xmlns:a16="http://schemas.microsoft.com/office/drawing/2014/main" id="{95840597-D0F5-4B82-B303-2DD480534F08}"/>
                </a:ext>
              </a:extLst>
            </p:cNvPr>
            <p:cNvSpPr/>
            <p:nvPr/>
          </p:nvSpPr>
          <p:spPr>
            <a:xfrm>
              <a:off x="4556450" y="5089000"/>
              <a:ext cx="274025" cy="225925"/>
            </a:xfrm>
            <a:custGeom>
              <a:avLst/>
              <a:gdLst/>
              <a:ahLst/>
              <a:cxnLst/>
              <a:rect l="0" t="0" r="0" b="0"/>
              <a:pathLst>
                <a:path w="10961" h="9037" fill="none" extrusionOk="0">
                  <a:moveTo>
                    <a:pt x="8720" y="9037"/>
                  </a:moveTo>
                  <a:lnTo>
                    <a:pt x="1" y="4068"/>
                  </a:lnTo>
                  <a:lnTo>
                    <a:pt x="2241" y="1"/>
                  </a:lnTo>
                  <a:lnTo>
                    <a:pt x="10960" y="4969"/>
                  </a:lnTo>
                  <a:lnTo>
                    <a:pt x="8720" y="9037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11" name="Shape 870">
              <a:extLst>
                <a:ext uri="{FF2B5EF4-FFF2-40B4-BE49-F238E27FC236}">
                  <a16:creationId xmlns:a16="http://schemas.microsoft.com/office/drawing/2014/main" id="{943B12D1-993F-4922-84C6-731CD816D0E4}"/>
                </a:ext>
              </a:extLst>
            </p:cNvPr>
            <p:cNvSpPr/>
            <p:nvPr/>
          </p:nvSpPr>
          <p:spPr>
            <a:xfrm>
              <a:off x="4830450" y="5089000"/>
              <a:ext cx="274025" cy="225925"/>
            </a:xfrm>
            <a:custGeom>
              <a:avLst/>
              <a:gdLst/>
              <a:ahLst/>
              <a:cxnLst/>
              <a:rect l="0" t="0" r="0" b="0"/>
              <a:pathLst>
                <a:path w="10961" h="9037" fill="none" extrusionOk="0">
                  <a:moveTo>
                    <a:pt x="2241" y="9037"/>
                  </a:moveTo>
                  <a:lnTo>
                    <a:pt x="10960" y="4068"/>
                  </a:lnTo>
                  <a:lnTo>
                    <a:pt x="8719" y="1"/>
                  </a:lnTo>
                  <a:lnTo>
                    <a:pt x="0" y="4969"/>
                  </a:lnTo>
                  <a:lnTo>
                    <a:pt x="2241" y="9037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12" name="Shape 871">
              <a:extLst>
                <a:ext uri="{FF2B5EF4-FFF2-40B4-BE49-F238E27FC236}">
                  <a16:creationId xmlns:a16="http://schemas.microsoft.com/office/drawing/2014/main" id="{3D601DC6-56AB-4371-8A4A-CAD5046FF92A}"/>
                </a:ext>
              </a:extLst>
            </p:cNvPr>
            <p:cNvSpPr/>
            <p:nvPr/>
          </p:nvSpPr>
          <p:spPr>
            <a:xfrm>
              <a:off x="4830450" y="5213225"/>
              <a:ext cx="25" cy="248450"/>
            </a:xfrm>
            <a:custGeom>
              <a:avLst/>
              <a:gdLst/>
              <a:ahLst/>
              <a:cxnLst/>
              <a:rect l="0" t="0" r="0" b="0"/>
              <a:pathLst>
                <a:path w="1" h="9938" fill="none" extrusionOk="0">
                  <a:moveTo>
                    <a:pt x="0" y="0"/>
                  </a:moveTo>
                  <a:lnTo>
                    <a:pt x="0" y="9937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grpSp>
        <p:nvGrpSpPr>
          <p:cNvPr id="713" name="Shape 872">
            <a:extLst>
              <a:ext uri="{FF2B5EF4-FFF2-40B4-BE49-F238E27FC236}">
                <a16:creationId xmlns:a16="http://schemas.microsoft.com/office/drawing/2014/main" id="{E199EF40-EAD1-446A-BF38-05970B55C017}"/>
              </a:ext>
            </a:extLst>
          </p:cNvPr>
          <p:cNvGrpSpPr/>
          <p:nvPr/>
        </p:nvGrpSpPr>
        <p:grpSpPr>
          <a:xfrm>
            <a:off x="6124598" y="4945636"/>
            <a:ext cx="380649" cy="210462"/>
            <a:chOff x="531800" y="5071350"/>
            <a:chExt cx="529750" cy="292900"/>
          </a:xfrm>
          <a:solidFill>
            <a:srgbClr val="00B050"/>
          </a:solidFill>
        </p:grpSpPr>
        <p:sp>
          <p:nvSpPr>
            <p:cNvPr id="714" name="Shape 873">
              <a:extLst>
                <a:ext uri="{FF2B5EF4-FFF2-40B4-BE49-F238E27FC236}">
                  <a16:creationId xmlns:a16="http://schemas.microsoft.com/office/drawing/2014/main" id="{6C143195-30CA-4894-A271-A5F867F50960}"/>
                </a:ext>
              </a:extLst>
            </p:cNvPr>
            <p:cNvSpPr/>
            <p:nvPr/>
          </p:nvSpPr>
          <p:spPr>
            <a:xfrm>
              <a:off x="632875" y="5077450"/>
              <a:ext cx="272200" cy="185725"/>
            </a:xfrm>
            <a:custGeom>
              <a:avLst/>
              <a:gdLst/>
              <a:ahLst/>
              <a:cxnLst/>
              <a:rect l="0" t="0" r="0" b="0"/>
              <a:pathLst>
                <a:path w="10888" h="7429" fill="none" extrusionOk="0">
                  <a:moveTo>
                    <a:pt x="2947" y="0"/>
                  </a:moveTo>
                  <a:lnTo>
                    <a:pt x="6406" y="7428"/>
                  </a:lnTo>
                  <a:lnTo>
                    <a:pt x="10887" y="2314"/>
                  </a:lnTo>
                  <a:lnTo>
                    <a:pt x="4019" y="2314"/>
                  </a:lnTo>
                  <a:lnTo>
                    <a:pt x="0" y="7428"/>
                  </a:lnTo>
                  <a:lnTo>
                    <a:pt x="6406" y="7428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15" name="Shape 874">
              <a:extLst>
                <a:ext uri="{FF2B5EF4-FFF2-40B4-BE49-F238E27FC236}">
                  <a16:creationId xmlns:a16="http://schemas.microsoft.com/office/drawing/2014/main" id="{3382E016-473D-4A2B-AB24-11EC415CEF7F}"/>
                </a:ext>
              </a:extLst>
            </p:cNvPr>
            <p:cNvSpPr/>
            <p:nvPr/>
          </p:nvSpPr>
          <p:spPr>
            <a:xfrm>
              <a:off x="886175" y="5071350"/>
              <a:ext cx="74300" cy="191825"/>
            </a:xfrm>
            <a:custGeom>
              <a:avLst/>
              <a:gdLst/>
              <a:ahLst/>
              <a:cxnLst/>
              <a:rect l="0" t="0" r="0" b="0"/>
              <a:pathLst>
                <a:path w="2972" h="7673" fill="none" extrusionOk="0">
                  <a:moveTo>
                    <a:pt x="2971" y="7672"/>
                  </a:moveTo>
                  <a:lnTo>
                    <a:pt x="0" y="1"/>
                  </a:lnTo>
                  <a:lnTo>
                    <a:pt x="1364" y="1"/>
                  </a:lnTo>
                  <a:lnTo>
                    <a:pt x="1364" y="1"/>
                  </a:lnTo>
                  <a:lnTo>
                    <a:pt x="1534" y="25"/>
                  </a:lnTo>
                  <a:lnTo>
                    <a:pt x="1681" y="49"/>
                  </a:lnTo>
                  <a:lnTo>
                    <a:pt x="1827" y="147"/>
                  </a:lnTo>
                  <a:lnTo>
                    <a:pt x="1875" y="195"/>
                  </a:lnTo>
                  <a:lnTo>
                    <a:pt x="1900" y="244"/>
                  </a:lnTo>
                  <a:lnTo>
                    <a:pt x="1924" y="342"/>
                  </a:lnTo>
                  <a:lnTo>
                    <a:pt x="1900" y="439"/>
                  </a:lnTo>
                  <a:lnTo>
                    <a:pt x="1851" y="536"/>
                  </a:lnTo>
                  <a:lnTo>
                    <a:pt x="1778" y="658"/>
                  </a:lnTo>
                  <a:lnTo>
                    <a:pt x="1656" y="804"/>
                  </a:lnTo>
                  <a:lnTo>
                    <a:pt x="1486" y="975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16" name="Shape 875">
              <a:extLst>
                <a:ext uri="{FF2B5EF4-FFF2-40B4-BE49-F238E27FC236}">
                  <a16:creationId xmlns:a16="http://schemas.microsoft.com/office/drawing/2014/main" id="{EE74194C-53FB-4C5D-993B-399D47547E80}"/>
                </a:ext>
              </a:extLst>
            </p:cNvPr>
            <p:cNvSpPr/>
            <p:nvPr/>
          </p:nvSpPr>
          <p:spPr>
            <a:xfrm>
              <a:off x="531800" y="5162075"/>
              <a:ext cx="202175" cy="202175"/>
            </a:xfrm>
            <a:custGeom>
              <a:avLst/>
              <a:gdLst/>
              <a:ahLst/>
              <a:cxnLst/>
              <a:rect l="0" t="0" r="0" b="0"/>
              <a:pathLst>
                <a:path w="8087" h="8087" fill="none" extrusionOk="0">
                  <a:moveTo>
                    <a:pt x="1" y="4043"/>
                  </a:moveTo>
                  <a:lnTo>
                    <a:pt x="1" y="4043"/>
                  </a:lnTo>
                  <a:lnTo>
                    <a:pt x="25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94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50" y="171"/>
                  </a:lnTo>
                  <a:lnTo>
                    <a:pt x="3240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8" y="25"/>
                  </a:lnTo>
                  <a:lnTo>
                    <a:pt x="4872" y="74"/>
                  </a:lnTo>
                  <a:lnTo>
                    <a:pt x="5237" y="171"/>
                  </a:lnTo>
                  <a:lnTo>
                    <a:pt x="5627" y="317"/>
                  </a:lnTo>
                  <a:lnTo>
                    <a:pt x="5968" y="488"/>
                  </a:lnTo>
                  <a:lnTo>
                    <a:pt x="6308" y="682"/>
                  </a:lnTo>
                  <a:lnTo>
                    <a:pt x="6625" y="926"/>
                  </a:lnTo>
                  <a:lnTo>
                    <a:pt x="6917" y="1170"/>
                  </a:lnTo>
                  <a:lnTo>
                    <a:pt x="7161" y="1462"/>
                  </a:lnTo>
                  <a:lnTo>
                    <a:pt x="7404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916" y="2826"/>
                  </a:lnTo>
                  <a:lnTo>
                    <a:pt x="8013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8013" y="4847"/>
                  </a:lnTo>
                  <a:lnTo>
                    <a:pt x="7916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404" y="6308"/>
                  </a:lnTo>
                  <a:lnTo>
                    <a:pt x="7161" y="6625"/>
                  </a:lnTo>
                  <a:lnTo>
                    <a:pt x="6917" y="6893"/>
                  </a:lnTo>
                  <a:lnTo>
                    <a:pt x="6625" y="7161"/>
                  </a:lnTo>
                  <a:lnTo>
                    <a:pt x="6308" y="7404"/>
                  </a:lnTo>
                  <a:lnTo>
                    <a:pt x="5968" y="7599"/>
                  </a:lnTo>
                  <a:lnTo>
                    <a:pt x="5627" y="7770"/>
                  </a:lnTo>
                  <a:lnTo>
                    <a:pt x="5237" y="7916"/>
                  </a:lnTo>
                  <a:lnTo>
                    <a:pt x="4872" y="8013"/>
                  </a:lnTo>
                  <a:lnTo>
                    <a:pt x="4458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40" y="8013"/>
                  </a:lnTo>
                  <a:lnTo>
                    <a:pt x="2850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94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25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17" name="Shape 876">
              <a:extLst>
                <a:ext uri="{FF2B5EF4-FFF2-40B4-BE49-F238E27FC236}">
                  <a16:creationId xmlns:a16="http://schemas.microsoft.com/office/drawing/2014/main" id="{4E851E4E-98DA-4172-98CC-BEE586629348}"/>
                </a:ext>
              </a:extLst>
            </p:cNvPr>
            <p:cNvSpPr/>
            <p:nvPr/>
          </p:nvSpPr>
          <p:spPr>
            <a:xfrm>
              <a:off x="859375" y="5162075"/>
              <a:ext cx="202175" cy="202175"/>
            </a:xfrm>
            <a:custGeom>
              <a:avLst/>
              <a:gdLst/>
              <a:ahLst/>
              <a:cxnLst/>
              <a:rect l="0" t="0" r="0" b="0"/>
              <a:pathLst>
                <a:path w="8087" h="8087" fill="none" extrusionOk="0">
                  <a:moveTo>
                    <a:pt x="1" y="4043"/>
                  </a:moveTo>
                  <a:lnTo>
                    <a:pt x="1" y="4043"/>
                  </a:lnTo>
                  <a:lnTo>
                    <a:pt x="1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70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26" y="171"/>
                  </a:lnTo>
                  <a:lnTo>
                    <a:pt x="3215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7" y="25"/>
                  </a:lnTo>
                  <a:lnTo>
                    <a:pt x="4847" y="74"/>
                  </a:lnTo>
                  <a:lnTo>
                    <a:pt x="5237" y="171"/>
                  </a:lnTo>
                  <a:lnTo>
                    <a:pt x="5602" y="317"/>
                  </a:lnTo>
                  <a:lnTo>
                    <a:pt x="5967" y="488"/>
                  </a:lnTo>
                  <a:lnTo>
                    <a:pt x="6308" y="682"/>
                  </a:lnTo>
                  <a:lnTo>
                    <a:pt x="6601" y="926"/>
                  </a:lnTo>
                  <a:lnTo>
                    <a:pt x="6893" y="1170"/>
                  </a:lnTo>
                  <a:lnTo>
                    <a:pt x="7161" y="1462"/>
                  </a:lnTo>
                  <a:lnTo>
                    <a:pt x="7380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892" y="2826"/>
                  </a:lnTo>
                  <a:lnTo>
                    <a:pt x="7989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7989" y="4847"/>
                  </a:lnTo>
                  <a:lnTo>
                    <a:pt x="7892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380" y="6308"/>
                  </a:lnTo>
                  <a:lnTo>
                    <a:pt x="7161" y="6625"/>
                  </a:lnTo>
                  <a:lnTo>
                    <a:pt x="6893" y="6893"/>
                  </a:lnTo>
                  <a:lnTo>
                    <a:pt x="6601" y="7161"/>
                  </a:lnTo>
                  <a:lnTo>
                    <a:pt x="6308" y="7404"/>
                  </a:lnTo>
                  <a:lnTo>
                    <a:pt x="5967" y="7599"/>
                  </a:lnTo>
                  <a:lnTo>
                    <a:pt x="5602" y="7770"/>
                  </a:lnTo>
                  <a:lnTo>
                    <a:pt x="5237" y="7916"/>
                  </a:lnTo>
                  <a:lnTo>
                    <a:pt x="4847" y="8013"/>
                  </a:lnTo>
                  <a:lnTo>
                    <a:pt x="4457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15" y="8013"/>
                  </a:lnTo>
                  <a:lnTo>
                    <a:pt x="2826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70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1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18" name="Shape 877">
              <a:extLst>
                <a:ext uri="{FF2B5EF4-FFF2-40B4-BE49-F238E27FC236}">
                  <a16:creationId xmlns:a16="http://schemas.microsoft.com/office/drawing/2014/main" id="{7C4E8306-AC0B-47DD-8967-6A4CA5BE4622}"/>
                </a:ext>
              </a:extLst>
            </p:cNvPr>
            <p:cNvSpPr/>
            <p:nvPr/>
          </p:nvSpPr>
          <p:spPr>
            <a:xfrm>
              <a:off x="676100" y="5071350"/>
              <a:ext cx="86500" cy="7325"/>
            </a:xfrm>
            <a:custGeom>
              <a:avLst/>
              <a:gdLst/>
              <a:ahLst/>
              <a:cxnLst/>
              <a:rect l="0" t="0" r="0" b="0"/>
              <a:pathLst>
                <a:path w="3460" h="293" fill="none" extrusionOk="0">
                  <a:moveTo>
                    <a:pt x="1" y="1"/>
                  </a:moveTo>
                  <a:lnTo>
                    <a:pt x="3459" y="293"/>
                  </a:lnTo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19" name="Shape 878">
              <a:extLst>
                <a:ext uri="{FF2B5EF4-FFF2-40B4-BE49-F238E27FC236}">
                  <a16:creationId xmlns:a16="http://schemas.microsoft.com/office/drawing/2014/main" id="{846A11E5-6894-47F0-A175-EEF4CACBF962}"/>
                </a:ext>
              </a:extLst>
            </p:cNvPr>
            <p:cNvSpPr/>
            <p:nvPr/>
          </p:nvSpPr>
          <p:spPr>
            <a:xfrm>
              <a:off x="941575" y="5244275"/>
              <a:ext cx="37175" cy="37175"/>
            </a:xfrm>
            <a:custGeom>
              <a:avLst/>
              <a:gdLst/>
              <a:ahLst/>
              <a:cxnLst/>
              <a:rect l="0" t="0" r="0" b="0"/>
              <a:pathLst>
                <a:path w="1487" h="1487" fill="none" extrusionOk="0">
                  <a:moveTo>
                    <a:pt x="0" y="755"/>
                  </a:moveTo>
                  <a:lnTo>
                    <a:pt x="0" y="755"/>
                  </a:lnTo>
                  <a:lnTo>
                    <a:pt x="25" y="609"/>
                  </a:lnTo>
                  <a:lnTo>
                    <a:pt x="73" y="463"/>
                  </a:lnTo>
                  <a:lnTo>
                    <a:pt x="122" y="341"/>
                  </a:lnTo>
                  <a:lnTo>
                    <a:pt x="220" y="220"/>
                  </a:lnTo>
                  <a:lnTo>
                    <a:pt x="341" y="147"/>
                  </a:lnTo>
                  <a:lnTo>
                    <a:pt x="463" y="73"/>
                  </a:lnTo>
                  <a:lnTo>
                    <a:pt x="609" y="25"/>
                  </a:lnTo>
                  <a:lnTo>
                    <a:pt x="755" y="0"/>
                  </a:lnTo>
                  <a:lnTo>
                    <a:pt x="755" y="0"/>
                  </a:lnTo>
                  <a:lnTo>
                    <a:pt x="902" y="25"/>
                  </a:lnTo>
                  <a:lnTo>
                    <a:pt x="1048" y="73"/>
                  </a:lnTo>
                  <a:lnTo>
                    <a:pt x="1169" y="147"/>
                  </a:lnTo>
                  <a:lnTo>
                    <a:pt x="1267" y="220"/>
                  </a:lnTo>
                  <a:lnTo>
                    <a:pt x="1364" y="341"/>
                  </a:lnTo>
                  <a:lnTo>
                    <a:pt x="1437" y="463"/>
                  </a:lnTo>
                  <a:lnTo>
                    <a:pt x="1486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86" y="902"/>
                  </a:lnTo>
                  <a:lnTo>
                    <a:pt x="1437" y="1048"/>
                  </a:lnTo>
                  <a:lnTo>
                    <a:pt x="1364" y="1169"/>
                  </a:lnTo>
                  <a:lnTo>
                    <a:pt x="1267" y="1267"/>
                  </a:lnTo>
                  <a:lnTo>
                    <a:pt x="1169" y="1364"/>
                  </a:lnTo>
                  <a:lnTo>
                    <a:pt x="1048" y="1437"/>
                  </a:lnTo>
                  <a:lnTo>
                    <a:pt x="902" y="1486"/>
                  </a:lnTo>
                  <a:lnTo>
                    <a:pt x="755" y="1486"/>
                  </a:lnTo>
                  <a:lnTo>
                    <a:pt x="755" y="1486"/>
                  </a:lnTo>
                  <a:lnTo>
                    <a:pt x="609" y="1486"/>
                  </a:lnTo>
                  <a:lnTo>
                    <a:pt x="463" y="1437"/>
                  </a:lnTo>
                  <a:lnTo>
                    <a:pt x="341" y="1364"/>
                  </a:lnTo>
                  <a:lnTo>
                    <a:pt x="220" y="1267"/>
                  </a:lnTo>
                  <a:lnTo>
                    <a:pt x="122" y="1169"/>
                  </a:lnTo>
                  <a:lnTo>
                    <a:pt x="73" y="1048"/>
                  </a:lnTo>
                  <a:lnTo>
                    <a:pt x="25" y="902"/>
                  </a:lnTo>
                  <a:lnTo>
                    <a:pt x="0" y="755"/>
                  </a:lnTo>
                  <a:lnTo>
                    <a:pt x="0" y="755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  <p:sp>
          <p:nvSpPr>
            <p:cNvPr id="720" name="Shape 879">
              <a:extLst>
                <a:ext uri="{FF2B5EF4-FFF2-40B4-BE49-F238E27FC236}">
                  <a16:creationId xmlns:a16="http://schemas.microsoft.com/office/drawing/2014/main" id="{C82499B6-E7CE-4C57-868C-1599F3B093D1}"/>
                </a:ext>
              </a:extLst>
            </p:cNvPr>
            <p:cNvSpPr/>
            <p:nvPr/>
          </p:nvSpPr>
          <p:spPr>
            <a:xfrm>
              <a:off x="614600" y="5244275"/>
              <a:ext cx="37175" cy="37175"/>
            </a:xfrm>
            <a:custGeom>
              <a:avLst/>
              <a:gdLst/>
              <a:ahLst/>
              <a:cxnLst/>
              <a:rect l="0" t="0" r="0" b="0"/>
              <a:pathLst>
                <a:path w="1487" h="1487" fill="none" extrusionOk="0">
                  <a:moveTo>
                    <a:pt x="1" y="755"/>
                  </a:moveTo>
                  <a:lnTo>
                    <a:pt x="1" y="755"/>
                  </a:lnTo>
                  <a:lnTo>
                    <a:pt x="1" y="609"/>
                  </a:lnTo>
                  <a:lnTo>
                    <a:pt x="50" y="463"/>
                  </a:lnTo>
                  <a:lnTo>
                    <a:pt x="123" y="341"/>
                  </a:lnTo>
                  <a:lnTo>
                    <a:pt x="220" y="220"/>
                  </a:lnTo>
                  <a:lnTo>
                    <a:pt x="317" y="147"/>
                  </a:lnTo>
                  <a:lnTo>
                    <a:pt x="439" y="73"/>
                  </a:lnTo>
                  <a:lnTo>
                    <a:pt x="585" y="25"/>
                  </a:lnTo>
                  <a:lnTo>
                    <a:pt x="731" y="0"/>
                  </a:lnTo>
                  <a:lnTo>
                    <a:pt x="731" y="0"/>
                  </a:lnTo>
                  <a:lnTo>
                    <a:pt x="878" y="25"/>
                  </a:lnTo>
                  <a:lnTo>
                    <a:pt x="1024" y="73"/>
                  </a:lnTo>
                  <a:lnTo>
                    <a:pt x="1146" y="147"/>
                  </a:lnTo>
                  <a:lnTo>
                    <a:pt x="1267" y="220"/>
                  </a:lnTo>
                  <a:lnTo>
                    <a:pt x="1340" y="341"/>
                  </a:lnTo>
                  <a:lnTo>
                    <a:pt x="1413" y="463"/>
                  </a:lnTo>
                  <a:lnTo>
                    <a:pt x="1462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62" y="902"/>
                  </a:lnTo>
                  <a:lnTo>
                    <a:pt x="1413" y="1048"/>
                  </a:lnTo>
                  <a:lnTo>
                    <a:pt x="1340" y="1169"/>
                  </a:lnTo>
                  <a:lnTo>
                    <a:pt x="1267" y="1267"/>
                  </a:lnTo>
                  <a:lnTo>
                    <a:pt x="1146" y="1364"/>
                  </a:lnTo>
                  <a:lnTo>
                    <a:pt x="1024" y="1437"/>
                  </a:lnTo>
                  <a:lnTo>
                    <a:pt x="878" y="1486"/>
                  </a:lnTo>
                  <a:lnTo>
                    <a:pt x="731" y="1486"/>
                  </a:lnTo>
                  <a:lnTo>
                    <a:pt x="731" y="1486"/>
                  </a:lnTo>
                  <a:lnTo>
                    <a:pt x="585" y="1486"/>
                  </a:lnTo>
                  <a:lnTo>
                    <a:pt x="439" y="1437"/>
                  </a:lnTo>
                  <a:lnTo>
                    <a:pt x="317" y="1364"/>
                  </a:lnTo>
                  <a:lnTo>
                    <a:pt x="220" y="1267"/>
                  </a:lnTo>
                  <a:lnTo>
                    <a:pt x="123" y="1169"/>
                  </a:lnTo>
                  <a:lnTo>
                    <a:pt x="50" y="1048"/>
                  </a:lnTo>
                  <a:lnTo>
                    <a:pt x="1" y="902"/>
                  </a:lnTo>
                  <a:lnTo>
                    <a:pt x="1" y="755"/>
                  </a:lnTo>
                  <a:lnTo>
                    <a:pt x="1" y="755"/>
                  </a:lnTo>
                  <a:close/>
                </a:path>
              </a:pathLst>
            </a:custGeom>
            <a:grpFill/>
            <a:ln w="12175" cap="rnd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ct val="0"/>
                </a:spcBef>
                <a:buNone/>
              </a:pPr>
              <a:endParaRPr/>
            </a:p>
          </p:txBody>
        </p:sp>
      </p:grpSp>
      <p:sp>
        <p:nvSpPr>
          <p:cNvPr id="721" name="文字方塊 720">
            <a:extLst>
              <a:ext uri="{FF2B5EF4-FFF2-40B4-BE49-F238E27FC236}">
                <a16:creationId xmlns:a16="http://schemas.microsoft.com/office/drawing/2014/main" id="{51E8AD95-B88E-40EA-9583-50AA004CAD10}"/>
              </a:ext>
            </a:extLst>
          </p:cNvPr>
          <p:cNvSpPr txBox="1"/>
          <p:nvPr/>
        </p:nvSpPr>
        <p:spPr>
          <a:xfrm>
            <a:off x="266949" y="231573"/>
            <a:ext cx="233910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100" dirty="0">
                <a:latin typeface="Noto Sans CJK TC Thin" panose="020B0200000000000000" pitchFamily="34" charset="-120"/>
                <a:ea typeface="Noto Sans CJK TC Thin" panose="020B0200000000000000" pitchFamily="34" charset="-120"/>
              </a:rPr>
              <a:t>設計可運用的圖示</a:t>
            </a:r>
          </a:p>
        </p:txBody>
      </p:sp>
      <p:sp>
        <p:nvSpPr>
          <p:cNvPr id="722" name="文字方塊 721">
            <a:extLst>
              <a:ext uri="{FF2B5EF4-FFF2-40B4-BE49-F238E27FC236}">
                <a16:creationId xmlns:a16="http://schemas.microsoft.com/office/drawing/2014/main" id="{876CF83E-E5AD-4A19-996E-02A61441C31E}"/>
              </a:ext>
            </a:extLst>
          </p:cNvPr>
          <p:cNvSpPr txBox="1"/>
          <p:nvPr/>
        </p:nvSpPr>
        <p:spPr>
          <a:xfrm>
            <a:off x="521133" y="5066815"/>
            <a:ext cx="2563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>
                <a:latin typeface="Noto Sans CJK TC Thin" panose="020B0200000000000000" pitchFamily="34" charset="-120"/>
                <a:ea typeface="Noto Sans CJK TC Thin" panose="020B0200000000000000" pitchFamily="34" charset="-120"/>
              </a:rPr>
              <a:t>實心</a:t>
            </a:r>
            <a:r>
              <a:rPr lang="en-US" altLang="zh-TW" sz="1600">
                <a:latin typeface="Noto Sans CJK TC Thin" panose="020B0200000000000000" pitchFamily="34" charset="-120"/>
                <a:ea typeface="Noto Sans CJK TC Thin" panose="020B0200000000000000" pitchFamily="34" charset="-120"/>
              </a:rPr>
              <a:t>(</a:t>
            </a:r>
            <a:r>
              <a:rPr lang="zh-TW" altLang="en-US" sz="1600">
                <a:latin typeface="Noto Sans CJK TC Thin" panose="020B0200000000000000" pitchFamily="34" charset="-120"/>
                <a:ea typeface="Noto Sans CJK TC Thin" panose="020B0200000000000000" pitchFamily="34" charset="-120"/>
              </a:rPr>
              <a:t>從圖案填滿可改顏色</a:t>
            </a:r>
            <a:r>
              <a:rPr lang="en-US" altLang="zh-TW" sz="1600">
                <a:latin typeface="Noto Sans CJK TC Thin" panose="020B0200000000000000" pitchFamily="34" charset="-120"/>
                <a:ea typeface="Noto Sans CJK TC Thin" panose="020B0200000000000000" pitchFamily="34" charset="-120"/>
              </a:rPr>
              <a:t>)</a:t>
            </a:r>
            <a:endParaRPr lang="zh-TW" altLang="en-US" sz="1600">
              <a:latin typeface="Noto Sans CJK TC Thin" panose="020B0200000000000000" pitchFamily="34" charset="-120"/>
              <a:ea typeface="Noto Sans CJK TC Thin" panose="020B0200000000000000" pitchFamily="34" charset="-120"/>
            </a:endParaRPr>
          </a:p>
        </p:txBody>
      </p:sp>
      <p:sp>
        <p:nvSpPr>
          <p:cNvPr id="723" name="文字方塊 722">
            <a:extLst>
              <a:ext uri="{FF2B5EF4-FFF2-40B4-BE49-F238E27FC236}">
                <a16:creationId xmlns:a16="http://schemas.microsoft.com/office/drawing/2014/main" id="{C5B10D01-4BEC-4A51-A41B-600BBAE01EAC}"/>
              </a:ext>
            </a:extLst>
          </p:cNvPr>
          <p:cNvSpPr txBox="1"/>
          <p:nvPr/>
        </p:nvSpPr>
        <p:spPr>
          <a:xfrm>
            <a:off x="6019199" y="5384849"/>
            <a:ext cx="3051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>
                <a:latin typeface="Noto Sans CJK TC Thin" panose="020B0200000000000000" pitchFamily="34" charset="-120"/>
                <a:ea typeface="Noto Sans CJK TC Thin" panose="020B0200000000000000" pitchFamily="34" charset="-120"/>
              </a:rPr>
              <a:t>空心</a:t>
            </a:r>
            <a:r>
              <a:rPr lang="en-US" altLang="zh-TW" sz="1600">
                <a:latin typeface="Noto Sans CJK TC Thin" panose="020B0200000000000000" pitchFamily="34" charset="-120"/>
                <a:ea typeface="Noto Sans CJK TC Thin" panose="020B0200000000000000" pitchFamily="34" charset="-120"/>
              </a:rPr>
              <a:t>(</a:t>
            </a:r>
            <a:r>
              <a:rPr lang="zh-TW" altLang="en-US" sz="1600">
                <a:latin typeface="Noto Sans CJK TC Thin" panose="020B0200000000000000" pitchFamily="34" charset="-120"/>
                <a:ea typeface="Noto Sans CJK TC Thin" panose="020B0200000000000000" pitchFamily="34" charset="-120"/>
              </a:rPr>
              <a:t>從圖案外框可改顏色</a:t>
            </a:r>
            <a:r>
              <a:rPr lang="en-US" altLang="zh-TW" sz="1600">
                <a:latin typeface="Noto Sans CJK TC Thin" panose="020B0200000000000000" pitchFamily="34" charset="-120"/>
                <a:ea typeface="Noto Sans CJK TC Thin" panose="020B0200000000000000" pitchFamily="34" charset="-120"/>
              </a:rPr>
              <a:t>)</a:t>
            </a:r>
            <a:endParaRPr lang="zh-TW" altLang="en-US" sz="1600">
              <a:latin typeface="Noto Sans CJK TC Thin" panose="020B0200000000000000" pitchFamily="34" charset="-120"/>
              <a:ea typeface="Noto Sans CJK TC Thin" panose="020B0200000000000000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3008C7-3F2C-45BB-82DF-4220C5858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© Freedom Systems Inc.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4B9D58-AAA6-4511-AED6-C63DDD3D5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D35A-BEBC-41D7-ACEC-5953093DCC31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602122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455B944-FE5B-4F08-8C34-5E9F5107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© Freedom Systems Inc.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EF3B370-56CD-4652-8313-A5F130D2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D35A-BEBC-41D7-ACEC-5953093DCC31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77" name="Shape 68">
            <a:extLst>
              <a:ext uri="{FF2B5EF4-FFF2-40B4-BE49-F238E27FC236}">
                <a16:creationId xmlns:a16="http://schemas.microsoft.com/office/drawing/2014/main" id="{E7160310-CBDD-4C7D-A1CC-4D3924301630}"/>
              </a:ext>
            </a:extLst>
          </p:cNvPr>
          <p:cNvSpPr/>
          <p:nvPr/>
        </p:nvSpPr>
        <p:spPr>
          <a:xfrm flipH="1">
            <a:off x="1403025" y="665230"/>
            <a:ext cx="1" cy="4996134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0" tIns="0" rIns="0" bIns="0" anchor="ctr"/>
          <a:lstStyle/>
          <a:p>
            <a:pPr defTabSz="32132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3"/>
          </a:p>
        </p:txBody>
      </p:sp>
      <p:sp>
        <p:nvSpPr>
          <p:cNvPr id="78" name="Shape 69">
            <a:extLst>
              <a:ext uri="{FF2B5EF4-FFF2-40B4-BE49-F238E27FC236}">
                <a16:creationId xmlns:a16="http://schemas.microsoft.com/office/drawing/2014/main" id="{AEEA359C-9CF7-4125-AFF8-D8D8462D66A8}"/>
              </a:ext>
            </a:extLst>
          </p:cNvPr>
          <p:cNvSpPr/>
          <p:nvPr/>
        </p:nvSpPr>
        <p:spPr>
          <a:xfrm flipH="1">
            <a:off x="6079898" y="665230"/>
            <a:ext cx="1" cy="4996134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0" tIns="0" rIns="0" bIns="0" anchor="ctr"/>
          <a:lstStyle/>
          <a:p>
            <a:pPr defTabSz="32132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3"/>
          </a:p>
        </p:txBody>
      </p:sp>
      <p:sp>
        <p:nvSpPr>
          <p:cNvPr id="79" name="Shape 70">
            <a:extLst>
              <a:ext uri="{FF2B5EF4-FFF2-40B4-BE49-F238E27FC236}">
                <a16:creationId xmlns:a16="http://schemas.microsoft.com/office/drawing/2014/main" id="{2ACBFE76-F51F-43EA-A783-5123B59139A6}"/>
              </a:ext>
            </a:extLst>
          </p:cNvPr>
          <p:cNvSpPr/>
          <p:nvPr/>
        </p:nvSpPr>
        <p:spPr>
          <a:xfrm flipH="1">
            <a:off x="3741462" y="665230"/>
            <a:ext cx="1" cy="4996134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0" tIns="0" rIns="0" bIns="0" anchor="ctr"/>
          <a:lstStyle/>
          <a:p>
            <a:pPr defTabSz="32132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3"/>
          </a:p>
        </p:txBody>
      </p:sp>
      <p:sp>
        <p:nvSpPr>
          <p:cNvPr id="80" name="Shape 71">
            <a:extLst>
              <a:ext uri="{FF2B5EF4-FFF2-40B4-BE49-F238E27FC236}">
                <a16:creationId xmlns:a16="http://schemas.microsoft.com/office/drawing/2014/main" id="{20A326B5-34CD-43F3-A34E-882BBBD169E5}"/>
              </a:ext>
            </a:extLst>
          </p:cNvPr>
          <p:cNvSpPr/>
          <p:nvPr/>
        </p:nvSpPr>
        <p:spPr>
          <a:xfrm>
            <a:off x="10756771" y="665230"/>
            <a:ext cx="1" cy="4996134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0" tIns="0" rIns="0" bIns="0" anchor="ctr"/>
          <a:lstStyle/>
          <a:p>
            <a:pPr defTabSz="32132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3"/>
          </a:p>
        </p:txBody>
      </p:sp>
      <p:sp>
        <p:nvSpPr>
          <p:cNvPr id="81" name="Shape 72">
            <a:extLst>
              <a:ext uri="{FF2B5EF4-FFF2-40B4-BE49-F238E27FC236}">
                <a16:creationId xmlns:a16="http://schemas.microsoft.com/office/drawing/2014/main" id="{52AF94DD-9FE6-4B3A-BD0F-32A271CC5C83}"/>
              </a:ext>
            </a:extLst>
          </p:cNvPr>
          <p:cNvSpPr/>
          <p:nvPr/>
        </p:nvSpPr>
        <p:spPr>
          <a:xfrm flipH="1">
            <a:off x="8418334" y="665230"/>
            <a:ext cx="1" cy="4996134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0" tIns="0" rIns="0" bIns="0" anchor="ctr"/>
          <a:lstStyle/>
          <a:p>
            <a:pPr defTabSz="32132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3"/>
          </a:p>
        </p:txBody>
      </p:sp>
      <p:sp>
        <p:nvSpPr>
          <p:cNvPr id="82" name="Shape 73">
            <a:extLst>
              <a:ext uri="{FF2B5EF4-FFF2-40B4-BE49-F238E27FC236}">
                <a16:creationId xmlns:a16="http://schemas.microsoft.com/office/drawing/2014/main" id="{9DA30079-8D97-4A9E-9818-ADFA95D07354}"/>
              </a:ext>
            </a:extLst>
          </p:cNvPr>
          <p:cNvSpPr/>
          <p:nvPr/>
        </p:nvSpPr>
        <p:spPr>
          <a:xfrm>
            <a:off x="9592871" y="652971"/>
            <a:ext cx="1" cy="4996134"/>
          </a:xfrm>
          <a:prstGeom prst="line">
            <a:avLst/>
          </a:prstGeom>
          <a:ln w="25400">
            <a:solidFill>
              <a:srgbClr val="929292"/>
            </a:solidFill>
            <a:miter lim="400000"/>
          </a:ln>
        </p:spPr>
        <p:txBody>
          <a:bodyPr lIns="0" tIns="0" rIns="0" bIns="0" anchor="ctr"/>
          <a:lstStyle/>
          <a:p>
            <a:pPr defTabSz="32132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3"/>
          </a:p>
        </p:txBody>
      </p:sp>
      <p:sp>
        <p:nvSpPr>
          <p:cNvPr id="83" name="Shape 74">
            <a:extLst>
              <a:ext uri="{FF2B5EF4-FFF2-40B4-BE49-F238E27FC236}">
                <a16:creationId xmlns:a16="http://schemas.microsoft.com/office/drawing/2014/main" id="{0323469F-E443-4DE0-BEBC-6DA9D6A69662}"/>
              </a:ext>
            </a:extLst>
          </p:cNvPr>
          <p:cNvSpPr/>
          <p:nvPr/>
        </p:nvSpPr>
        <p:spPr>
          <a:xfrm>
            <a:off x="1463363" y="951820"/>
            <a:ext cx="719712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個人電腦</a:t>
            </a:r>
          </a:p>
        </p:txBody>
      </p:sp>
      <p:sp>
        <p:nvSpPr>
          <p:cNvPr id="84" name="Shape 75">
            <a:extLst>
              <a:ext uri="{FF2B5EF4-FFF2-40B4-BE49-F238E27FC236}">
                <a16:creationId xmlns:a16="http://schemas.microsoft.com/office/drawing/2014/main" id="{70250584-6DEC-4EA1-971D-841B1CA31884}"/>
              </a:ext>
            </a:extLst>
          </p:cNvPr>
          <p:cNvSpPr/>
          <p:nvPr/>
        </p:nvSpPr>
        <p:spPr>
          <a:xfrm>
            <a:off x="1463363" y="1781875"/>
            <a:ext cx="881616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筆記型電腦</a:t>
            </a:r>
          </a:p>
        </p:txBody>
      </p:sp>
      <p:sp>
        <p:nvSpPr>
          <p:cNvPr id="85" name="Shape 77">
            <a:extLst>
              <a:ext uri="{FF2B5EF4-FFF2-40B4-BE49-F238E27FC236}">
                <a16:creationId xmlns:a16="http://schemas.microsoft.com/office/drawing/2014/main" id="{40D24A33-70AD-429F-8FA9-5B4A46BC55CC}"/>
              </a:ext>
            </a:extLst>
          </p:cNvPr>
          <p:cNvSpPr/>
          <p:nvPr/>
        </p:nvSpPr>
        <p:spPr>
          <a:xfrm>
            <a:off x="1463363" y="2611931"/>
            <a:ext cx="557810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分公司</a:t>
            </a:r>
          </a:p>
        </p:txBody>
      </p:sp>
      <p:sp>
        <p:nvSpPr>
          <p:cNvPr id="86" name="Shape 78">
            <a:extLst>
              <a:ext uri="{FF2B5EF4-FFF2-40B4-BE49-F238E27FC236}">
                <a16:creationId xmlns:a16="http://schemas.microsoft.com/office/drawing/2014/main" id="{4FE3E60C-4E9A-4B53-890A-8DF2F1DAC316}"/>
              </a:ext>
            </a:extLst>
          </p:cNvPr>
          <p:cNvSpPr/>
          <p:nvPr/>
        </p:nvSpPr>
        <p:spPr>
          <a:xfrm>
            <a:off x="1463363" y="3441986"/>
            <a:ext cx="1043519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直立式伺服器</a:t>
            </a:r>
          </a:p>
        </p:txBody>
      </p:sp>
      <p:sp>
        <p:nvSpPr>
          <p:cNvPr id="87" name="Shape 79">
            <a:extLst>
              <a:ext uri="{FF2B5EF4-FFF2-40B4-BE49-F238E27FC236}">
                <a16:creationId xmlns:a16="http://schemas.microsoft.com/office/drawing/2014/main" id="{081F3830-E94E-407A-994A-65DF0332A094}"/>
              </a:ext>
            </a:extLst>
          </p:cNvPr>
          <p:cNvSpPr/>
          <p:nvPr/>
        </p:nvSpPr>
        <p:spPr>
          <a:xfrm>
            <a:off x="1463363" y="4272042"/>
            <a:ext cx="1043519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刀鋒型伺服器</a:t>
            </a:r>
          </a:p>
        </p:txBody>
      </p:sp>
      <p:sp>
        <p:nvSpPr>
          <p:cNvPr id="88" name="Shape 80">
            <a:extLst>
              <a:ext uri="{FF2B5EF4-FFF2-40B4-BE49-F238E27FC236}">
                <a16:creationId xmlns:a16="http://schemas.microsoft.com/office/drawing/2014/main" id="{6F26820B-C7E4-482F-9FB1-3BD363555EEC}"/>
              </a:ext>
            </a:extLst>
          </p:cNvPr>
          <p:cNvSpPr/>
          <p:nvPr/>
        </p:nvSpPr>
        <p:spPr>
          <a:xfrm>
            <a:off x="1463363" y="5102098"/>
            <a:ext cx="881616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問題伺服器</a:t>
            </a:r>
          </a:p>
        </p:txBody>
      </p:sp>
      <p:sp>
        <p:nvSpPr>
          <p:cNvPr id="89" name="Shape 81">
            <a:extLst>
              <a:ext uri="{FF2B5EF4-FFF2-40B4-BE49-F238E27FC236}">
                <a16:creationId xmlns:a16="http://schemas.microsoft.com/office/drawing/2014/main" id="{088B5E49-B655-454A-A296-0DEAE84134FE}"/>
              </a:ext>
            </a:extLst>
          </p:cNvPr>
          <p:cNvSpPr/>
          <p:nvPr/>
        </p:nvSpPr>
        <p:spPr>
          <a:xfrm>
            <a:off x="3801799" y="854484"/>
            <a:ext cx="719712" cy="461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/>
          <a:p>
            <a:pPr lvl="0" algn="l">
              <a:defRPr sz="1800"/>
            </a:pPr>
            <a:r>
              <a:rPr sz="1265">
                <a:latin typeface="Noto Sans CJK TC Thin"/>
                <a:ea typeface="Noto Sans CJK TC Thin"/>
                <a:cs typeface="Noto Sans CJK TC Thin"/>
                <a:sym typeface="Noto Sans CJK TC Thin"/>
              </a:rPr>
              <a:t>儲存設備</a:t>
            </a:r>
          </a:p>
          <a:p>
            <a:pPr lvl="0" algn="l">
              <a:defRPr sz="1800"/>
            </a:pPr>
            <a:r>
              <a:rPr sz="1265">
                <a:latin typeface="Noto Sans CJK TC Thin"/>
                <a:ea typeface="Noto Sans CJK TC Thin"/>
                <a:cs typeface="Noto Sans CJK TC Thin"/>
                <a:sym typeface="Noto Sans CJK TC Thin"/>
              </a:rPr>
              <a:t>或資料庫</a:t>
            </a:r>
          </a:p>
        </p:txBody>
      </p:sp>
      <p:sp>
        <p:nvSpPr>
          <p:cNvPr id="90" name="Shape 82">
            <a:extLst>
              <a:ext uri="{FF2B5EF4-FFF2-40B4-BE49-F238E27FC236}">
                <a16:creationId xmlns:a16="http://schemas.microsoft.com/office/drawing/2014/main" id="{D9470036-C57F-4FD6-BC50-5D2977D9AF02}"/>
              </a:ext>
            </a:extLst>
          </p:cNvPr>
          <p:cNvSpPr/>
          <p:nvPr/>
        </p:nvSpPr>
        <p:spPr>
          <a:xfrm>
            <a:off x="3801799" y="1781875"/>
            <a:ext cx="557810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資料夾</a:t>
            </a:r>
          </a:p>
        </p:txBody>
      </p:sp>
      <p:sp>
        <p:nvSpPr>
          <p:cNvPr id="91" name="Shape 83">
            <a:extLst>
              <a:ext uri="{FF2B5EF4-FFF2-40B4-BE49-F238E27FC236}">
                <a16:creationId xmlns:a16="http://schemas.microsoft.com/office/drawing/2014/main" id="{69F02F59-B0A5-4BFB-A5CF-8C30DE5FDFD3}"/>
              </a:ext>
            </a:extLst>
          </p:cNvPr>
          <p:cNvSpPr/>
          <p:nvPr/>
        </p:nvSpPr>
        <p:spPr>
          <a:xfrm>
            <a:off x="3801799" y="2514596"/>
            <a:ext cx="881616" cy="461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/>
          <a:p>
            <a:pPr lvl="0" algn="l">
              <a:defRPr sz="1800"/>
            </a:pPr>
            <a:r>
              <a:rPr sz="1265">
                <a:latin typeface="Noto Sans CJK TC Thin"/>
                <a:ea typeface="Noto Sans CJK TC Thin"/>
                <a:cs typeface="Noto Sans CJK TC Thin"/>
                <a:sym typeface="Noto Sans CJK TC Thin"/>
              </a:rPr>
              <a:t>Hyper-V</a:t>
            </a:r>
          </a:p>
          <a:p>
            <a:pPr lvl="0" algn="l">
              <a:defRPr sz="1800"/>
            </a:pPr>
            <a:r>
              <a:rPr sz="1265">
                <a:latin typeface="Noto Sans CJK TC Thin"/>
                <a:ea typeface="Noto Sans CJK TC Thin"/>
                <a:cs typeface="Noto Sans CJK TC Thin"/>
                <a:sym typeface="Noto Sans CJK TC Thin"/>
              </a:rPr>
              <a:t>虛擬化主機</a:t>
            </a:r>
          </a:p>
        </p:txBody>
      </p:sp>
      <p:sp>
        <p:nvSpPr>
          <p:cNvPr id="92" name="Shape 84">
            <a:extLst>
              <a:ext uri="{FF2B5EF4-FFF2-40B4-BE49-F238E27FC236}">
                <a16:creationId xmlns:a16="http://schemas.microsoft.com/office/drawing/2014/main" id="{38C6DCC5-F2A9-4713-9A56-98091B95B3BD}"/>
              </a:ext>
            </a:extLst>
          </p:cNvPr>
          <p:cNvSpPr/>
          <p:nvPr/>
        </p:nvSpPr>
        <p:spPr>
          <a:xfrm>
            <a:off x="3801799" y="3344651"/>
            <a:ext cx="881616" cy="461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/>
          <a:p>
            <a:pPr lvl="0" algn="l">
              <a:defRPr sz="1800"/>
            </a:pPr>
            <a:r>
              <a:rPr sz="1265">
                <a:latin typeface="Noto Sans CJK TC Thin"/>
                <a:ea typeface="Noto Sans CJK TC Thin"/>
                <a:cs typeface="Noto Sans CJK TC Thin"/>
                <a:sym typeface="Noto Sans CJK TC Thin"/>
              </a:rPr>
              <a:t>VMware</a:t>
            </a:r>
          </a:p>
          <a:p>
            <a:pPr lvl="0" algn="l">
              <a:defRPr sz="1800"/>
            </a:pPr>
            <a:r>
              <a:rPr sz="1265">
                <a:latin typeface="Noto Sans CJK TC Thin"/>
                <a:ea typeface="Noto Sans CJK TC Thin"/>
                <a:cs typeface="Noto Sans CJK TC Thin"/>
                <a:sym typeface="Noto Sans CJK TC Thin"/>
              </a:rPr>
              <a:t>虛擬化主機</a:t>
            </a:r>
          </a:p>
        </p:txBody>
      </p:sp>
      <p:sp>
        <p:nvSpPr>
          <p:cNvPr id="93" name="Shape 85">
            <a:extLst>
              <a:ext uri="{FF2B5EF4-FFF2-40B4-BE49-F238E27FC236}">
                <a16:creationId xmlns:a16="http://schemas.microsoft.com/office/drawing/2014/main" id="{DB2087D6-EAB7-49E9-A62E-359CC0F07E9A}"/>
              </a:ext>
            </a:extLst>
          </p:cNvPr>
          <p:cNvSpPr/>
          <p:nvPr/>
        </p:nvSpPr>
        <p:spPr>
          <a:xfrm>
            <a:off x="3801799" y="4272042"/>
            <a:ext cx="719712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資料中心</a:t>
            </a:r>
          </a:p>
        </p:txBody>
      </p:sp>
      <p:sp>
        <p:nvSpPr>
          <p:cNvPr id="94" name="Shape 86">
            <a:extLst>
              <a:ext uri="{FF2B5EF4-FFF2-40B4-BE49-F238E27FC236}">
                <a16:creationId xmlns:a16="http://schemas.microsoft.com/office/drawing/2014/main" id="{A64B5CB6-B825-4320-B13E-30846FC4FCF8}"/>
              </a:ext>
            </a:extLst>
          </p:cNvPr>
          <p:cNvSpPr/>
          <p:nvPr/>
        </p:nvSpPr>
        <p:spPr>
          <a:xfrm>
            <a:off x="3801799" y="5102098"/>
            <a:ext cx="557810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磁帶機</a:t>
            </a:r>
          </a:p>
        </p:txBody>
      </p:sp>
      <p:sp>
        <p:nvSpPr>
          <p:cNvPr id="95" name="Shape 87">
            <a:extLst>
              <a:ext uri="{FF2B5EF4-FFF2-40B4-BE49-F238E27FC236}">
                <a16:creationId xmlns:a16="http://schemas.microsoft.com/office/drawing/2014/main" id="{AD4FB0C0-44C2-40B9-8735-E1841082CCAD}"/>
              </a:ext>
            </a:extLst>
          </p:cNvPr>
          <p:cNvSpPr/>
          <p:nvPr/>
        </p:nvSpPr>
        <p:spPr>
          <a:xfrm>
            <a:off x="6158086" y="951820"/>
            <a:ext cx="881616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無線路由器</a:t>
            </a:r>
          </a:p>
        </p:txBody>
      </p:sp>
      <p:sp>
        <p:nvSpPr>
          <p:cNvPr id="96" name="Shape 88">
            <a:extLst>
              <a:ext uri="{FF2B5EF4-FFF2-40B4-BE49-F238E27FC236}">
                <a16:creationId xmlns:a16="http://schemas.microsoft.com/office/drawing/2014/main" id="{2D704858-2DC3-4F20-B050-640BB7DC6BAA}"/>
              </a:ext>
            </a:extLst>
          </p:cNvPr>
          <p:cNvSpPr/>
          <p:nvPr/>
        </p:nvSpPr>
        <p:spPr>
          <a:xfrm>
            <a:off x="6158086" y="1781875"/>
            <a:ext cx="1043519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多功能事務機</a:t>
            </a:r>
          </a:p>
        </p:txBody>
      </p:sp>
      <p:sp>
        <p:nvSpPr>
          <p:cNvPr id="97" name="Shape 89">
            <a:extLst>
              <a:ext uri="{FF2B5EF4-FFF2-40B4-BE49-F238E27FC236}">
                <a16:creationId xmlns:a16="http://schemas.microsoft.com/office/drawing/2014/main" id="{0C038D91-CF3C-4CBC-B9DD-77349FF63FF9}"/>
              </a:ext>
            </a:extLst>
          </p:cNvPr>
          <p:cNvSpPr/>
          <p:nvPr/>
        </p:nvSpPr>
        <p:spPr>
          <a:xfrm>
            <a:off x="6158086" y="2611931"/>
            <a:ext cx="881616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外接式硬碟</a:t>
            </a:r>
          </a:p>
        </p:txBody>
      </p:sp>
      <p:sp>
        <p:nvSpPr>
          <p:cNvPr id="98" name="Shape 90">
            <a:extLst>
              <a:ext uri="{FF2B5EF4-FFF2-40B4-BE49-F238E27FC236}">
                <a16:creationId xmlns:a16="http://schemas.microsoft.com/office/drawing/2014/main" id="{B712CCB6-6264-4B1F-B45D-314E34DDF42E}"/>
              </a:ext>
            </a:extLst>
          </p:cNvPr>
          <p:cNvSpPr/>
          <p:nvPr/>
        </p:nvSpPr>
        <p:spPr>
          <a:xfrm>
            <a:off x="6158086" y="3441986"/>
            <a:ext cx="881616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外部使用者</a:t>
            </a:r>
          </a:p>
        </p:txBody>
      </p:sp>
      <p:sp>
        <p:nvSpPr>
          <p:cNvPr id="99" name="Shape 91">
            <a:extLst>
              <a:ext uri="{FF2B5EF4-FFF2-40B4-BE49-F238E27FC236}">
                <a16:creationId xmlns:a16="http://schemas.microsoft.com/office/drawing/2014/main" id="{B9234941-A778-4864-9DE5-D51DDCDB5DB0}"/>
              </a:ext>
            </a:extLst>
          </p:cNvPr>
          <p:cNvSpPr/>
          <p:nvPr/>
        </p:nvSpPr>
        <p:spPr>
          <a:xfrm>
            <a:off x="6158086" y="4272042"/>
            <a:ext cx="881616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無線基地台</a:t>
            </a:r>
          </a:p>
        </p:txBody>
      </p:sp>
      <p:sp>
        <p:nvSpPr>
          <p:cNvPr id="100" name="Shape 92">
            <a:extLst>
              <a:ext uri="{FF2B5EF4-FFF2-40B4-BE49-F238E27FC236}">
                <a16:creationId xmlns:a16="http://schemas.microsoft.com/office/drawing/2014/main" id="{608F1831-E0EF-48E8-A416-5C7E37997C1A}"/>
              </a:ext>
            </a:extLst>
          </p:cNvPr>
          <p:cNvSpPr/>
          <p:nvPr/>
        </p:nvSpPr>
        <p:spPr>
          <a:xfrm>
            <a:off x="6158086" y="5102098"/>
            <a:ext cx="719712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控制中心</a:t>
            </a:r>
          </a:p>
        </p:txBody>
      </p:sp>
      <p:sp>
        <p:nvSpPr>
          <p:cNvPr id="101" name="Shape 93">
            <a:extLst>
              <a:ext uri="{FF2B5EF4-FFF2-40B4-BE49-F238E27FC236}">
                <a16:creationId xmlns:a16="http://schemas.microsoft.com/office/drawing/2014/main" id="{F74D4856-A267-4A26-A686-AB4F824BAAEA}"/>
              </a:ext>
            </a:extLst>
          </p:cNvPr>
          <p:cNvSpPr/>
          <p:nvPr/>
        </p:nvSpPr>
        <p:spPr>
          <a:xfrm>
            <a:off x="8478672" y="951820"/>
            <a:ext cx="557810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防火牆</a:t>
            </a:r>
          </a:p>
        </p:txBody>
      </p:sp>
      <p:sp>
        <p:nvSpPr>
          <p:cNvPr id="102" name="Shape 94">
            <a:extLst>
              <a:ext uri="{FF2B5EF4-FFF2-40B4-BE49-F238E27FC236}">
                <a16:creationId xmlns:a16="http://schemas.microsoft.com/office/drawing/2014/main" id="{99E804DE-0CE9-4F24-B265-176503229E8B}"/>
              </a:ext>
            </a:extLst>
          </p:cNvPr>
          <p:cNvSpPr/>
          <p:nvPr/>
        </p:nvSpPr>
        <p:spPr>
          <a:xfrm>
            <a:off x="8478672" y="1781875"/>
            <a:ext cx="719712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電話系統</a:t>
            </a:r>
          </a:p>
        </p:txBody>
      </p:sp>
      <p:sp>
        <p:nvSpPr>
          <p:cNvPr id="103" name="Shape 95">
            <a:extLst>
              <a:ext uri="{FF2B5EF4-FFF2-40B4-BE49-F238E27FC236}">
                <a16:creationId xmlns:a16="http://schemas.microsoft.com/office/drawing/2014/main" id="{05ABF6CA-99FA-4F81-91F4-C2B31AEE1D59}"/>
              </a:ext>
            </a:extLst>
          </p:cNvPr>
          <p:cNvSpPr/>
          <p:nvPr/>
        </p:nvSpPr>
        <p:spPr>
          <a:xfrm>
            <a:off x="8478672" y="2611931"/>
            <a:ext cx="881616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單一使用者</a:t>
            </a:r>
          </a:p>
        </p:txBody>
      </p:sp>
      <p:sp>
        <p:nvSpPr>
          <p:cNvPr id="104" name="Shape 96">
            <a:extLst>
              <a:ext uri="{FF2B5EF4-FFF2-40B4-BE49-F238E27FC236}">
                <a16:creationId xmlns:a16="http://schemas.microsoft.com/office/drawing/2014/main" id="{C04F3D36-B839-47AC-9039-B4605AB1B1EA}"/>
              </a:ext>
            </a:extLst>
          </p:cNvPr>
          <p:cNvSpPr/>
          <p:nvPr/>
        </p:nvSpPr>
        <p:spPr>
          <a:xfrm>
            <a:off x="8478672" y="3441986"/>
            <a:ext cx="881616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多人使用者</a:t>
            </a:r>
          </a:p>
        </p:txBody>
      </p:sp>
      <p:sp>
        <p:nvSpPr>
          <p:cNvPr id="105" name="Shape 97">
            <a:extLst>
              <a:ext uri="{FF2B5EF4-FFF2-40B4-BE49-F238E27FC236}">
                <a16:creationId xmlns:a16="http://schemas.microsoft.com/office/drawing/2014/main" id="{E6707D95-3BFD-451F-B5A2-2096D7336C86}"/>
              </a:ext>
            </a:extLst>
          </p:cNvPr>
          <p:cNvSpPr/>
          <p:nvPr/>
        </p:nvSpPr>
        <p:spPr>
          <a:xfrm>
            <a:off x="8478672" y="4174708"/>
            <a:ext cx="881616" cy="461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/>
          <a:p>
            <a:pPr lvl="0" algn="l">
              <a:defRPr sz="1800"/>
            </a:pPr>
            <a:r>
              <a:rPr sz="1265">
                <a:latin typeface="Noto Sans CJK TC Thin"/>
                <a:ea typeface="Noto Sans CJK TC Thin"/>
                <a:cs typeface="Noto Sans CJK TC Thin"/>
                <a:sym typeface="Noto Sans CJK TC Thin"/>
              </a:rPr>
              <a:t>智慧型手機</a:t>
            </a:r>
          </a:p>
          <a:p>
            <a:pPr lvl="0" algn="l">
              <a:defRPr sz="1800"/>
            </a:pPr>
            <a:r>
              <a:rPr sz="1265">
                <a:latin typeface="Noto Sans CJK TC Thin"/>
                <a:ea typeface="Noto Sans CJK TC Thin"/>
                <a:cs typeface="Noto Sans CJK TC Thin"/>
                <a:sym typeface="Noto Sans CJK TC Thin"/>
              </a:rPr>
              <a:t>平板電腦</a:t>
            </a:r>
          </a:p>
        </p:txBody>
      </p:sp>
      <p:sp>
        <p:nvSpPr>
          <p:cNvPr id="106" name="Shape 98">
            <a:extLst>
              <a:ext uri="{FF2B5EF4-FFF2-40B4-BE49-F238E27FC236}">
                <a16:creationId xmlns:a16="http://schemas.microsoft.com/office/drawing/2014/main" id="{46B64B00-49C2-455B-B2EC-9A1A527C38FC}"/>
              </a:ext>
            </a:extLst>
          </p:cNvPr>
          <p:cNvSpPr/>
          <p:nvPr/>
        </p:nvSpPr>
        <p:spPr>
          <a:xfrm>
            <a:off x="8478672" y="5102098"/>
            <a:ext cx="881616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網路交換器</a:t>
            </a:r>
          </a:p>
        </p:txBody>
      </p:sp>
      <p:sp>
        <p:nvSpPr>
          <p:cNvPr id="107" name="Shape 99">
            <a:extLst>
              <a:ext uri="{FF2B5EF4-FFF2-40B4-BE49-F238E27FC236}">
                <a16:creationId xmlns:a16="http://schemas.microsoft.com/office/drawing/2014/main" id="{EE49E093-5776-4188-8E34-0A644D05767E}"/>
              </a:ext>
            </a:extLst>
          </p:cNvPr>
          <p:cNvSpPr/>
          <p:nvPr/>
        </p:nvSpPr>
        <p:spPr>
          <a:xfrm>
            <a:off x="10826033" y="951820"/>
            <a:ext cx="881616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單一伺服器</a:t>
            </a:r>
          </a:p>
        </p:txBody>
      </p:sp>
      <p:sp>
        <p:nvSpPr>
          <p:cNvPr id="108" name="Shape 100">
            <a:extLst>
              <a:ext uri="{FF2B5EF4-FFF2-40B4-BE49-F238E27FC236}">
                <a16:creationId xmlns:a16="http://schemas.microsoft.com/office/drawing/2014/main" id="{8AFA4B53-739C-4565-9840-C52396EE8228}"/>
              </a:ext>
            </a:extLst>
          </p:cNvPr>
          <p:cNvSpPr/>
          <p:nvPr/>
        </p:nvSpPr>
        <p:spPr>
          <a:xfrm>
            <a:off x="10826034" y="1781875"/>
            <a:ext cx="719712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伺服器群</a:t>
            </a:r>
          </a:p>
        </p:txBody>
      </p:sp>
      <p:sp>
        <p:nvSpPr>
          <p:cNvPr id="109" name="Shape 101">
            <a:extLst>
              <a:ext uri="{FF2B5EF4-FFF2-40B4-BE49-F238E27FC236}">
                <a16:creationId xmlns:a16="http://schemas.microsoft.com/office/drawing/2014/main" id="{DAE60134-28FA-4A09-B82C-F630C0E68DFA}"/>
              </a:ext>
            </a:extLst>
          </p:cNvPr>
          <p:cNvSpPr/>
          <p:nvPr/>
        </p:nvSpPr>
        <p:spPr>
          <a:xfrm>
            <a:off x="10826033" y="2611931"/>
            <a:ext cx="758185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AD伺服器</a:t>
            </a:r>
          </a:p>
        </p:txBody>
      </p:sp>
      <p:sp>
        <p:nvSpPr>
          <p:cNvPr id="110" name="Shape 102">
            <a:extLst>
              <a:ext uri="{FF2B5EF4-FFF2-40B4-BE49-F238E27FC236}">
                <a16:creationId xmlns:a16="http://schemas.microsoft.com/office/drawing/2014/main" id="{68421274-F0EA-4BA8-9928-EC84624A8E8F}"/>
              </a:ext>
            </a:extLst>
          </p:cNvPr>
          <p:cNvSpPr/>
          <p:nvPr/>
        </p:nvSpPr>
        <p:spPr>
          <a:xfrm>
            <a:off x="10826033" y="3344652"/>
            <a:ext cx="1030693" cy="461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01" tIns="35701" rIns="35701" bIns="35701" anchor="ctr">
            <a:spAutoFit/>
          </a:bodyPr>
          <a:lstStyle/>
          <a:p>
            <a:pPr lvl="0" algn="l">
              <a:defRPr sz="1800"/>
            </a:pPr>
            <a:r>
              <a:rPr sz="1265">
                <a:latin typeface="Noto Sans CJK TC Thin"/>
                <a:ea typeface="Noto Sans CJK TC Thin"/>
                <a:cs typeface="Noto Sans CJK TC Thin"/>
                <a:sym typeface="Noto Sans CJK TC Thin"/>
              </a:rPr>
              <a:t>Windows</a:t>
            </a:r>
          </a:p>
          <a:p>
            <a:pPr lvl="0" algn="l">
              <a:defRPr sz="1800"/>
            </a:pPr>
            <a:r>
              <a:rPr sz="1265">
                <a:latin typeface="Noto Sans CJK TC Thin"/>
                <a:ea typeface="Noto Sans CJK TC Thin"/>
                <a:cs typeface="Noto Sans CJK TC Thin"/>
                <a:sym typeface="Noto Sans CJK TC Thin"/>
              </a:rPr>
              <a:t>伺服器</a:t>
            </a:r>
          </a:p>
        </p:txBody>
      </p:sp>
      <p:sp>
        <p:nvSpPr>
          <p:cNvPr id="111" name="Shape 103">
            <a:extLst>
              <a:ext uri="{FF2B5EF4-FFF2-40B4-BE49-F238E27FC236}">
                <a16:creationId xmlns:a16="http://schemas.microsoft.com/office/drawing/2014/main" id="{0CCC5F53-0DBE-4B44-873A-177D437D3BDE}"/>
              </a:ext>
            </a:extLst>
          </p:cNvPr>
          <p:cNvSpPr/>
          <p:nvPr/>
        </p:nvSpPr>
        <p:spPr>
          <a:xfrm>
            <a:off x="10826033" y="4272042"/>
            <a:ext cx="1043519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sz="1265"/>
              <a:t>資料庫伺服器</a:t>
            </a:r>
          </a:p>
        </p:txBody>
      </p:sp>
      <p:sp>
        <p:nvSpPr>
          <p:cNvPr id="112" name="Shape 104">
            <a:extLst>
              <a:ext uri="{FF2B5EF4-FFF2-40B4-BE49-F238E27FC236}">
                <a16:creationId xmlns:a16="http://schemas.microsoft.com/office/drawing/2014/main" id="{B75E5A78-DAC9-4928-8233-5BF5366801C0}"/>
              </a:ext>
            </a:extLst>
          </p:cNvPr>
          <p:cNvSpPr/>
          <p:nvPr/>
        </p:nvSpPr>
        <p:spPr>
          <a:xfrm>
            <a:off x="10826033" y="5102098"/>
            <a:ext cx="937721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lang="en-US" altLang="zh-TW" sz="1265"/>
              <a:t>Linux</a:t>
            </a:r>
            <a:r>
              <a:rPr lang="zh-TW" altLang="en-US" sz="1265"/>
              <a:t>伺服器</a:t>
            </a:r>
            <a:endParaRPr sz="1265"/>
          </a:p>
        </p:txBody>
      </p:sp>
      <p:pic>
        <p:nvPicPr>
          <p:cNvPr id="113" name="pasted-image.pdf">
            <a:extLst>
              <a:ext uri="{FF2B5EF4-FFF2-40B4-BE49-F238E27FC236}">
                <a16:creationId xmlns:a16="http://schemas.microsoft.com/office/drawing/2014/main" id="{8888B0F6-A6CB-42B8-A16C-6A5F2BC958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6941" y="870331"/>
            <a:ext cx="722952" cy="428417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asted-image.pdf">
            <a:extLst>
              <a:ext uri="{FF2B5EF4-FFF2-40B4-BE49-F238E27FC236}">
                <a16:creationId xmlns:a16="http://schemas.microsoft.com/office/drawing/2014/main" id="{7B7A07B6-532A-4466-AB4E-D397AEB8442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97105" y="1736088"/>
            <a:ext cx="642624" cy="3570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pasted-image.pdf">
            <a:extLst>
              <a:ext uri="{FF2B5EF4-FFF2-40B4-BE49-F238E27FC236}">
                <a16:creationId xmlns:a16="http://schemas.microsoft.com/office/drawing/2014/main" id="{2E5DCA4F-941D-4947-A1C3-CF6307410BB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78535" y="2508793"/>
            <a:ext cx="661194" cy="4713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pasted-image.pdf">
            <a:extLst>
              <a:ext uri="{FF2B5EF4-FFF2-40B4-BE49-F238E27FC236}">
                <a16:creationId xmlns:a16="http://schemas.microsoft.com/office/drawing/2014/main" id="{581C5F51-374F-4643-B35A-CB339CCB9981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05368" y="3314116"/>
            <a:ext cx="226097" cy="53077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pasted-image.pdf">
            <a:extLst>
              <a:ext uri="{FF2B5EF4-FFF2-40B4-BE49-F238E27FC236}">
                <a16:creationId xmlns:a16="http://schemas.microsoft.com/office/drawing/2014/main" id="{FEB8CD25-03E0-46A8-BEA8-AE7F27EDCB50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398926" y="4226255"/>
            <a:ext cx="838982" cy="3480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pasted-image.pdf">
            <a:extLst>
              <a:ext uri="{FF2B5EF4-FFF2-40B4-BE49-F238E27FC236}">
                <a16:creationId xmlns:a16="http://schemas.microsoft.com/office/drawing/2014/main" id="{9D0C48EB-A6F3-4975-9250-2AE009E1AFB8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398926" y="5065236"/>
            <a:ext cx="838982" cy="303862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" name="pasted-image.pdf">
            <a:extLst>
              <a:ext uri="{FF2B5EF4-FFF2-40B4-BE49-F238E27FC236}">
                <a16:creationId xmlns:a16="http://schemas.microsoft.com/office/drawing/2014/main" id="{87D547BD-FC50-47FA-A414-8C88105FF02C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2920332" y="1713775"/>
            <a:ext cx="473043" cy="401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pasted-image.pdf">
            <a:extLst>
              <a:ext uri="{FF2B5EF4-FFF2-40B4-BE49-F238E27FC236}">
                <a16:creationId xmlns:a16="http://schemas.microsoft.com/office/drawing/2014/main" id="{EE99C61C-E026-443E-B20B-60BEA1BD34B1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2737362" y="2508129"/>
            <a:ext cx="838982" cy="4730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pasted-image.pdf">
            <a:extLst>
              <a:ext uri="{FF2B5EF4-FFF2-40B4-BE49-F238E27FC236}">
                <a16:creationId xmlns:a16="http://schemas.microsoft.com/office/drawing/2014/main" id="{D4094EA4-B1DA-42F0-BB2E-E7D310F076B5}"/>
              </a:ext>
            </a:extLst>
          </p:cNvPr>
          <p:cNvPicPr/>
          <p:nvPr/>
        </p:nvPicPr>
        <p:blipFill>
          <a:blip r:embed="rId10"/>
          <a:stretch>
            <a:fillRect/>
          </a:stretch>
        </p:blipFill>
        <p:spPr>
          <a:xfrm>
            <a:off x="2735222" y="3338849"/>
            <a:ext cx="838982" cy="473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pasted-image.pdf">
            <a:extLst>
              <a:ext uri="{FF2B5EF4-FFF2-40B4-BE49-F238E27FC236}">
                <a16:creationId xmlns:a16="http://schemas.microsoft.com/office/drawing/2014/main" id="{2F76BE51-D8B1-495F-A465-4C25515768CC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5196290" y="910495"/>
            <a:ext cx="597998" cy="3480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pasted-image.pdf">
            <a:extLst>
              <a:ext uri="{FF2B5EF4-FFF2-40B4-BE49-F238E27FC236}">
                <a16:creationId xmlns:a16="http://schemas.microsoft.com/office/drawing/2014/main" id="{2671F100-9CF3-4060-8890-97E3D81F26B6}"/>
              </a:ext>
            </a:extLst>
          </p:cNvPr>
          <p:cNvPicPr/>
          <p:nvPr/>
        </p:nvPicPr>
        <p:blipFill>
          <a:blip r:embed="rId12"/>
          <a:stretch>
            <a:fillRect/>
          </a:stretch>
        </p:blipFill>
        <p:spPr>
          <a:xfrm>
            <a:off x="5261091" y="4128738"/>
            <a:ext cx="476041" cy="5431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pasted-image.pdf">
            <a:extLst>
              <a:ext uri="{FF2B5EF4-FFF2-40B4-BE49-F238E27FC236}">
                <a16:creationId xmlns:a16="http://schemas.microsoft.com/office/drawing/2014/main" id="{714C24BB-6436-4424-A675-52FAD2D36CF7}"/>
              </a:ext>
            </a:extLst>
          </p:cNvPr>
          <p:cNvPicPr/>
          <p:nvPr/>
        </p:nvPicPr>
        <p:blipFill>
          <a:blip r:embed="rId13"/>
          <a:stretch>
            <a:fillRect/>
          </a:stretch>
        </p:blipFill>
        <p:spPr>
          <a:xfrm>
            <a:off x="7503488" y="848682"/>
            <a:ext cx="660475" cy="5100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asted-image.pdf">
            <a:extLst>
              <a:ext uri="{FF2B5EF4-FFF2-40B4-BE49-F238E27FC236}">
                <a16:creationId xmlns:a16="http://schemas.microsoft.com/office/drawing/2014/main" id="{0320ADFB-4998-4C8C-9F3A-27AE17AC837D}"/>
              </a:ext>
            </a:extLst>
          </p:cNvPr>
          <p:cNvPicPr/>
          <p:nvPr/>
        </p:nvPicPr>
        <p:blipFill>
          <a:blip r:embed="rId14"/>
          <a:stretch>
            <a:fillRect/>
          </a:stretch>
        </p:blipFill>
        <p:spPr>
          <a:xfrm>
            <a:off x="9752671" y="1678738"/>
            <a:ext cx="838982" cy="4730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asted-image.pdf">
            <a:extLst>
              <a:ext uri="{FF2B5EF4-FFF2-40B4-BE49-F238E27FC236}">
                <a16:creationId xmlns:a16="http://schemas.microsoft.com/office/drawing/2014/main" id="{10096825-2E0A-442E-AD6D-2E79E377BAFB}"/>
              </a:ext>
            </a:extLst>
          </p:cNvPr>
          <p:cNvPicPr/>
          <p:nvPr/>
        </p:nvPicPr>
        <p:blipFill>
          <a:blip r:embed="rId15"/>
          <a:stretch>
            <a:fillRect/>
          </a:stretch>
        </p:blipFill>
        <p:spPr>
          <a:xfrm>
            <a:off x="9752671" y="1035450"/>
            <a:ext cx="838982" cy="9817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asted-image.pdf">
            <a:extLst>
              <a:ext uri="{FF2B5EF4-FFF2-40B4-BE49-F238E27FC236}">
                <a16:creationId xmlns:a16="http://schemas.microsoft.com/office/drawing/2014/main" id="{CC193197-6A0C-4291-8086-1F07FEA2FA04}"/>
              </a:ext>
            </a:extLst>
          </p:cNvPr>
          <p:cNvPicPr/>
          <p:nvPr/>
        </p:nvPicPr>
        <p:blipFill>
          <a:blip r:embed="rId16"/>
          <a:stretch>
            <a:fillRect/>
          </a:stretch>
        </p:blipFill>
        <p:spPr>
          <a:xfrm>
            <a:off x="7391234" y="4221111"/>
            <a:ext cx="312387" cy="5444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pasted-image.pdf">
            <a:extLst>
              <a:ext uri="{FF2B5EF4-FFF2-40B4-BE49-F238E27FC236}">
                <a16:creationId xmlns:a16="http://schemas.microsoft.com/office/drawing/2014/main" id="{AC0C7D7A-5835-4DB0-B294-4AACDEBB4D22}"/>
              </a:ext>
            </a:extLst>
          </p:cNvPr>
          <p:cNvPicPr/>
          <p:nvPr/>
        </p:nvPicPr>
        <p:blipFill>
          <a:blip r:embed="rId17"/>
          <a:stretch>
            <a:fillRect/>
          </a:stretch>
        </p:blipFill>
        <p:spPr>
          <a:xfrm>
            <a:off x="7771540" y="4069813"/>
            <a:ext cx="517670" cy="696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" name="pasted-image.pdf">
            <a:extLst>
              <a:ext uri="{FF2B5EF4-FFF2-40B4-BE49-F238E27FC236}">
                <a16:creationId xmlns:a16="http://schemas.microsoft.com/office/drawing/2014/main" id="{D48315AB-CD82-4792-A33D-E4212B6CAF5B}"/>
              </a:ext>
            </a:extLst>
          </p:cNvPr>
          <p:cNvPicPr/>
          <p:nvPr/>
        </p:nvPicPr>
        <p:blipFill>
          <a:blip r:embed="rId18"/>
          <a:stretch>
            <a:fillRect/>
          </a:stretch>
        </p:blipFill>
        <p:spPr>
          <a:xfrm>
            <a:off x="7542414" y="1721207"/>
            <a:ext cx="582622" cy="3935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pasted-image.pdf">
            <a:extLst>
              <a:ext uri="{FF2B5EF4-FFF2-40B4-BE49-F238E27FC236}">
                <a16:creationId xmlns:a16="http://schemas.microsoft.com/office/drawing/2014/main" id="{842B13E2-6DAC-48D8-875D-1D7CA1E692D9}"/>
              </a:ext>
            </a:extLst>
          </p:cNvPr>
          <p:cNvPicPr/>
          <p:nvPr/>
        </p:nvPicPr>
        <p:blipFill>
          <a:blip r:embed="rId19"/>
          <a:stretch>
            <a:fillRect/>
          </a:stretch>
        </p:blipFill>
        <p:spPr>
          <a:xfrm>
            <a:off x="5194115" y="5008951"/>
            <a:ext cx="598067" cy="446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asted-image.pdf">
            <a:extLst>
              <a:ext uri="{FF2B5EF4-FFF2-40B4-BE49-F238E27FC236}">
                <a16:creationId xmlns:a16="http://schemas.microsoft.com/office/drawing/2014/main" id="{5812B267-9ABD-4B78-B9F8-880C9691C77E}"/>
              </a:ext>
            </a:extLst>
          </p:cNvPr>
          <p:cNvPicPr/>
          <p:nvPr/>
        </p:nvPicPr>
        <p:blipFill>
          <a:blip r:embed="rId20"/>
          <a:stretch>
            <a:fillRect/>
          </a:stretch>
        </p:blipFill>
        <p:spPr>
          <a:xfrm>
            <a:off x="5196291" y="3372840"/>
            <a:ext cx="589072" cy="40268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pasted-image.pdf">
            <a:extLst>
              <a:ext uri="{FF2B5EF4-FFF2-40B4-BE49-F238E27FC236}">
                <a16:creationId xmlns:a16="http://schemas.microsoft.com/office/drawing/2014/main" id="{E866A5EC-3368-4D75-9AD6-30931E9E3D13}"/>
              </a:ext>
            </a:extLst>
          </p:cNvPr>
          <p:cNvPicPr/>
          <p:nvPr/>
        </p:nvPicPr>
        <p:blipFill>
          <a:blip r:embed="rId21"/>
          <a:stretch>
            <a:fillRect/>
          </a:stretch>
        </p:blipFill>
        <p:spPr>
          <a:xfrm>
            <a:off x="7613516" y="3359292"/>
            <a:ext cx="440418" cy="4404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pasted-image.pdf">
            <a:extLst>
              <a:ext uri="{FF2B5EF4-FFF2-40B4-BE49-F238E27FC236}">
                <a16:creationId xmlns:a16="http://schemas.microsoft.com/office/drawing/2014/main" id="{D9F64C07-018D-494F-804A-1DE62BCED811}"/>
              </a:ext>
            </a:extLst>
          </p:cNvPr>
          <p:cNvPicPr/>
          <p:nvPr/>
        </p:nvPicPr>
        <p:blipFill>
          <a:blip r:embed="rId22"/>
          <a:stretch>
            <a:fillRect/>
          </a:stretch>
        </p:blipFill>
        <p:spPr>
          <a:xfrm>
            <a:off x="7613516" y="2515707"/>
            <a:ext cx="440418" cy="4404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" name="pasted-image.pdf">
            <a:extLst>
              <a:ext uri="{FF2B5EF4-FFF2-40B4-BE49-F238E27FC236}">
                <a16:creationId xmlns:a16="http://schemas.microsoft.com/office/drawing/2014/main" id="{C5A79136-DB46-4FC0-8F3E-C3053D941615}"/>
              </a:ext>
            </a:extLst>
          </p:cNvPr>
          <p:cNvPicPr/>
          <p:nvPr/>
        </p:nvPicPr>
        <p:blipFill>
          <a:blip r:embed="rId23"/>
          <a:stretch>
            <a:fillRect/>
          </a:stretch>
        </p:blipFill>
        <p:spPr>
          <a:xfrm>
            <a:off x="2973884" y="877147"/>
            <a:ext cx="419491" cy="4147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pasted-image.pdf">
            <a:extLst>
              <a:ext uri="{FF2B5EF4-FFF2-40B4-BE49-F238E27FC236}">
                <a16:creationId xmlns:a16="http://schemas.microsoft.com/office/drawing/2014/main" id="{7D04B6AA-D130-4EEF-87EF-EDDAB3A5E4B2}"/>
              </a:ext>
            </a:extLst>
          </p:cNvPr>
          <p:cNvPicPr/>
          <p:nvPr/>
        </p:nvPicPr>
        <p:blipFill>
          <a:blip r:embed="rId24"/>
          <a:stretch>
            <a:fillRect/>
          </a:stretch>
        </p:blipFill>
        <p:spPr>
          <a:xfrm>
            <a:off x="2831078" y="4091341"/>
            <a:ext cx="651550" cy="63369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pasted-image.pdf">
            <a:extLst>
              <a:ext uri="{FF2B5EF4-FFF2-40B4-BE49-F238E27FC236}">
                <a16:creationId xmlns:a16="http://schemas.microsoft.com/office/drawing/2014/main" id="{8B21661B-BEAF-4A94-9310-51C505EB0CF7}"/>
              </a:ext>
            </a:extLst>
          </p:cNvPr>
          <p:cNvPicPr/>
          <p:nvPr/>
        </p:nvPicPr>
        <p:blipFill>
          <a:blip r:embed="rId25"/>
          <a:stretch>
            <a:fillRect/>
          </a:stretch>
        </p:blipFill>
        <p:spPr>
          <a:xfrm>
            <a:off x="5256628" y="1697965"/>
            <a:ext cx="473043" cy="4373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pasted-image.pdf">
            <a:extLst>
              <a:ext uri="{FF2B5EF4-FFF2-40B4-BE49-F238E27FC236}">
                <a16:creationId xmlns:a16="http://schemas.microsoft.com/office/drawing/2014/main" id="{CB5BDF3F-B1E9-4C74-9387-B4AE82F80118}"/>
              </a:ext>
            </a:extLst>
          </p:cNvPr>
          <p:cNvPicPr/>
          <p:nvPr/>
        </p:nvPicPr>
        <p:blipFill>
          <a:blip r:embed="rId26"/>
          <a:stretch>
            <a:fillRect/>
          </a:stretch>
        </p:blipFill>
        <p:spPr>
          <a:xfrm>
            <a:off x="2804302" y="5101338"/>
            <a:ext cx="705102" cy="2677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asted-image.pdf">
            <a:extLst>
              <a:ext uri="{FF2B5EF4-FFF2-40B4-BE49-F238E27FC236}">
                <a16:creationId xmlns:a16="http://schemas.microsoft.com/office/drawing/2014/main" id="{217C3244-CC61-4879-825E-CF38FC2BBE53}"/>
              </a:ext>
            </a:extLst>
          </p:cNvPr>
          <p:cNvPicPr/>
          <p:nvPr/>
        </p:nvPicPr>
        <p:blipFill>
          <a:blip r:embed="rId27"/>
          <a:stretch>
            <a:fillRect/>
          </a:stretch>
        </p:blipFill>
        <p:spPr>
          <a:xfrm>
            <a:off x="7382309" y="5140421"/>
            <a:ext cx="919310" cy="2052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asted-image.pdf">
            <a:extLst>
              <a:ext uri="{FF2B5EF4-FFF2-40B4-BE49-F238E27FC236}">
                <a16:creationId xmlns:a16="http://schemas.microsoft.com/office/drawing/2014/main" id="{06D6A6FD-7FAB-48D6-BD5C-5C7C25E4A3F0}"/>
              </a:ext>
            </a:extLst>
          </p:cNvPr>
          <p:cNvPicPr/>
          <p:nvPr/>
        </p:nvPicPr>
        <p:blipFill>
          <a:blip r:embed="rId28"/>
          <a:stretch>
            <a:fillRect/>
          </a:stretch>
        </p:blipFill>
        <p:spPr>
          <a:xfrm>
            <a:off x="5316782" y="2503667"/>
            <a:ext cx="357014" cy="481968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Shape 137">
            <a:extLst>
              <a:ext uri="{FF2B5EF4-FFF2-40B4-BE49-F238E27FC236}">
                <a16:creationId xmlns:a16="http://schemas.microsoft.com/office/drawing/2014/main" id="{E92B6768-0868-42FE-AD78-1041DDD5A749}"/>
              </a:ext>
            </a:extLst>
          </p:cNvPr>
          <p:cNvSpPr/>
          <p:nvPr/>
        </p:nvSpPr>
        <p:spPr>
          <a:xfrm>
            <a:off x="11933752" y="658685"/>
            <a:ext cx="1" cy="4995948"/>
          </a:xfrm>
          <a:prstGeom prst="line">
            <a:avLst/>
          </a:prstGeom>
          <a:ln w="25400">
            <a:solidFill>
              <a:srgbClr val="929292"/>
            </a:solidFill>
            <a:miter lim="400000"/>
          </a:ln>
        </p:spPr>
        <p:txBody>
          <a:bodyPr lIns="0" tIns="0" rIns="0" bIns="0" anchor="ctr"/>
          <a:lstStyle/>
          <a:p>
            <a:pPr defTabSz="32132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3"/>
          </a:p>
        </p:txBody>
      </p:sp>
      <p:sp>
        <p:nvSpPr>
          <p:cNvPr id="141" name="Shape 143">
            <a:extLst>
              <a:ext uri="{FF2B5EF4-FFF2-40B4-BE49-F238E27FC236}">
                <a16:creationId xmlns:a16="http://schemas.microsoft.com/office/drawing/2014/main" id="{FFBAF284-0960-44AF-9F40-B7106ECAA2F7}"/>
              </a:ext>
            </a:extLst>
          </p:cNvPr>
          <p:cNvSpPr/>
          <p:nvPr/>
        </p:nvSpPr>
        <p:spPr>
          <a:xfrm flipH="1">
            <a:off x="2570226" y="652971"/>
            <a:ext cx="1" cy="4996134"/>
          </a:xfrm>
          <a:prstGeom prst="line">
            <a:avLst/>
          </a:prstGeom>
          <a:ln w="25400">
            <a:solidFill>
              <a:srgbClr val="929292"/>
            </a:solidFill>
            <a:miter lim="400000"/>
          </a:ln>
        </p:spPr>
        <p:txBody>
          <a:bodyPr lIns="0" tIns="0" rIns="0" bIns="0" anchor="ctr"/>
          <a:lstStyle/>
          <a:p>
            <a:pPr defTabSz="32132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3"/>
          </a:p>
        </p:txBody>
      </p:sp>
      <p:sp>
        <p:nvSpPr>
          <p:cNvPr id="142" name="Shape 144">
            <a:extLst>
              <a:ext uri="{FF2B5EF4-FFF2-40B4-BE49-F238E27FC236}">
                <a16:creationId xmlns:a16="http://schemas.microsoft.com/office/drawing/2014/main" id="{FE18DAB5-10F0-48B0-A210-D87FA500C395}"/>
              </a:ext>
            </a:extLst>
          </p:cNvPr>
          <p:cNvSpPr/>
          <p:nvPr/>
        </p:nvSpPr>
        <p:spPr>
          <a:xfrm flipH="1">
            <a:off x="4911108" y="652971"/>
            <a:ext cx="1" cy="4996134"/>
          </a:xfrm>
          <a:prstGeom prst="line">
            <a:avLst/>
          </a:prstGeom>
          <a:ln w="25400">
            <a:solidFill>
              <a:srgbClr val="929292"/>
            </a:solidFill>
            <a:miter lim="400000"/>
          </a:ln>
        </p:spPr>
        <p:txBody>
          <a:bodyPr lIns="0" tIns="0" rIns="0" bIns="0" anchor="ctr"/>
          <a:lstStyle/>
          <a:p>
            <a:pPr defTabSz="32132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3"/>
          </a:p>
        </p:txBody>
      </p:sp>
      <p:sp>
        <p:nvSpPr>
          <p:cNvPr id="143" name="Shape 145">
            <a:extLst>
              <a:ext uri="{FF2B5EF4-FFF2-40B4-BE49-F238E27FC236}">
                <a16:creationId xmlns:a16="http://schemas.microsoft.com/office/drawing/2014/main" id="{A3D6D79F-C80D-4BBB-B6FB-A364D3439DA6}"/>
              </a:ext>
            </a:extLst>
          </p:cNvPr>
          <p:cNvSpPr/>
          <p:nvPr/>
        </p:nvSpPr>
        <p:spPr>
          <a:xfrm flipH="1">
            <a:off x="7251990" y="652971"/>
            <a:ext cx="1" cy="4996134"/>
          </a:xfrm>
          <a:prstGeom prst="line">
            <a:avLst/>
          </a:prstGeom>
          <a:ln w="25400">
            <a:solidFill>
              <a:srgbClr val="929292"/>
            </a:solidFill>
            <a:miter lim="400000"/>
          </a:ln>
        </p:spPr>
        <p:txBody>
          <a:bodyPr lIns="0" tIns="0" rIns="0" bIns="0" anchor="ctr"/>
          <a:lstStyle/>
          <a:p>
            <a:pPr defTabSz="32132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3"/>
          </a:p>
        </p:txBody>
      </p:sp>
      <p:pic>
        <p:nvPicPr>
          <p:cNvPr id="144" name="圖片 143">
            <a:extLst>
              <a:ext uri="{FF2B5EF4-FFF2-40B4-BE49-F238E27FC236}">
                <a16:creationId xmlns:a16="http://schemas.microsoft.com/office/drawing/2014/main" id="{6E1A3302-0F17-40BC-A474-A7AC01A28C3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797927" y="2497492"/>
            <a:ext cx="767578" cy="490893"/>
          </a:xfrm>
          <a:prstGeom prst="rect">
            <a:avLst/>
          </a:prstGeom>
        </p:spPr>
      </p:pic>
      <p:pic>
        <p:nvPicPr>
          <p:cNvPr id="145" name="圖片 144">
            <a:extLst>
              <a:ext uri="{FF2B5EF4-FFF2-40B4-BE49-F238E27FC236}">
                <a16:creationId xmlns:a16="http://schemas.microsoft.com/office/drawing/2014/main" id="{ACA0E988-2C65-4CB3-9FE3-44BEB93B0E8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797927" y="3334162"/>
            <a:ext cx="767578" cy="490893"/>
          </a:xfrm>
          <a:prstGeom prst="rect">
            <a:avLst/>
          </a:prstGeom>
        </p:spPr>
      </p:pic>
      <p:pic>
        <p:nvPicPr>
          <p:cNvPr id="146" name="圖片 145">
            <a:extLst>
              <a:ext uri="{FF2B5EF4-FFF2-40B4-BE49-F238E27FC236}">
                <a16:creationId xmlns:a16="http://schemas.microsoft.com/office/drawing/2014/main" id="{B863BE6F-A965-4203-9C95-BBAD153E593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801711" y="4168905"/>
            <a:ext cx="767578" cy="490893"/>
          </a:xfrm>
          <a:prstGeom prst="rect">
            <a:avLst/>
          </a:prstGeom>
        </p:spPr>
      </p:pic>
      <p:pic>
        <p:nvPicPr>
          <p:cNvPr id="147" name="圖片 146">
            <a:extLst>
              <a:ext uri="{FF2B5EF4-FFF2-40B4-BE49-F238E27FC236}">
                <a16:creationId xmlns:a16="http://schemas.microsoft.com/office/drawing/2014/main" id="{CF942B09-C488-444D-9D6F-722D31D78611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797927" y="4990736"/>
            <a:ext cx="767578" cy="49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8704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0FCAD2A-72A9-4B81-AC0B-F7DC2056F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D35A-BEBC-41D7-ACEC-5953093DCC31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80C09F-59AA-4AD3-9400-A17DB3870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© Freedom Systems Inc.</a:t>
            </a:r>
            <a:endParaRPr lang="zh-TW" altLang="en-US"/>
          </a:p>
        </p:txBody>
      </p:sp>
      <p:sp>
        <p:nvSpPr>
          <p:cNvPr id="198" name="Shape 74">
            <a:extLst>
              <a:ext uri="{FF2B5EF4-FFF2-40B4-BE49-F238E27FC236}">
                <a16:creationId xmlns:a16="http://schemas.microsoft.com/office/drawing/2014/main" id="{E8A82A57-7734-4284-840B-8049ED2A295F}"/>
              </a:ext>
            </a:extLst>
          </p:cNvPr>
          <p:cNvSpPr/>
          <p:nvPr/>
        </p:nvSpPr>
        <p:spPr>
          <a:xfrm>
            <a:off x="1463363" y="944480"/>
            <a:ext cx="881616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lang="zh-TW" altLang="en-US" sz="1265"/>
              <a:t>雲端或網路</a:t>
            </a:r>
          </a:p>
        </p:txBody>
      </p:sp>
      <p:sp>
        <p:nvSpPr>
          <p:cNvPr id="199" name="Shape 75">
            <a:extLst>
              <a:ext uri="{FF2B5EF4-FFF2-40B4-BE49-F238E27FC236}">
                <a16:creationId xmlns:a16="http://schemas.microsoft.com/office/drawing/2014/main" id="{922CDA1E-34AA-440A-9FE5-CEEAD0767154}"/>
              </a:ext>
            </a:extLst>
          </p:cNvPr>
          <p:cNvSpPr/>
          <p:nvPr/>
        </p:nvSpPr>
        <p:spPr>
          <a:xfrm>
            <a:off x="1463363" y="1774536"/>
            <a:ext cx="1103344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lang="en-US" altLang="zh-TW" sz="1265"/>
              <a:t>CISCO </a:t>
            </a:r>
            <a:r>
              <a:rPr lang="en-US" altLang="zh-TW" sz="1265" err="1"/>
              <a:t>Aironet</a:t>
            </a:r>
            <a:r>
              <a:rPr lang="en-US" altLang="zh-TW" sz="1265"/>
              <a:t> </a:t>
            </a:r>
            <a:endParaRPr sz="1265"/>
          </a:p>
        </p:txBody>
      </p:sp>
      <p:sp>
        <p:nvSpPr>
          <p:cNvPr id="200" name="Shape 78">
            <a:extLst>
              <a:ext uri="{FF2B5EF4-FFF2-40B4-BE49-F238E27FC236}">
                <a16:creationId xmlns:a16="http://schemas.microsoft.com/office/drawing/2014/main" id="{94B9C08B-59E6-495C-A9E2-EBC399510605}"/>
              </a:ext>
            </a:extLst>
          </p:cNvPr>
          <p:cNvSpPr/>
          <p:nvPr/>
        </p:nvSpPr>
        <p:spPr>
          <a:xfrm>
            <a:off x="1463363" y="3434647"/>
            <a:ext cx="370258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lang="en-US" altLang="zh-TW" sz="1265"/>
              <a:t>NAS</a:t>
            </a:r>
            <a:endParaRPr sz="1265"/>
          </a:p>
        </p:txBody>
      </p:sp>
      <p:sp>
        <p:nvSpPr>
          <p:cNvPr id="201" name="Shape 79">
            <a:extLst>
              <a:ext uri="{FF2B5EF4-FFF2-40B4-BE49-F238E27FC236}">
                <a16:creationId xmlns:a16="http://schemas.microsoft.com/office/drawing/2014/main" id="{396E2411-D3BF-4CFB-802B-5D00FC41A3F1}"/>
              </a:ext>
            </a:extLst>
          </p:cNvPr>
          <p:cNvSpPr/>
          <p:nvPr/>
        </p:nvSpPr>
        <p:spPr>
          <a:xfrm>
            <a:off x="1463363" y="4264703"/>
            <a:ext cx="945736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>
            <a:lvl1pPr algn="l">
              <a:defRPr sz="1800">
                <a:latin typeface="Noto Sans CJK TC Thin"/>
                <a:ea typeface="Noto Sans CJK TC Thin"/>
                <a:cs typeface="Noto Sans CJK TC Thin"/>
                <a:sym typeface="Noto Sans CJK TC Thin"/>
              </a:defRPr>
            </a:lvl1pPr>
          </a:lstStyle>
          <a:p>
            <a:pPr lvl="0"/>
            <a:r>
              <a:rPr lang="en-US" altLang="zh-Hant" sz="1265" err="1"/>
              <a:t>xDSL</a:t>
            </a:r>
            <a:r>
              <a:rPr lang="en-US" altLang="zh-Hant" sz="1265"/>
              <a:t> </a:t>
            </a:r>
            <a:r>
              <a:rPr lang="zh-Hant" altLang="en-US" sz="1265"/>
              <a:t>數據機</a:t>
            </a:r>
            <a:endParaRPr sz="1265"/>
          </a:p>
        </p:txBody>
      </p:sp>
      <p:sp>
        <p:nvSpPr>
          <p:cNvPr id="202" name="Shape 81">
            <a:extLst>
              <a:ext uri="{FF2B5EF4-FFF2-40B4-BE49-F238E27FC236}">
                <a16:creationId xmlns:a16="http://schemas.microsoft.com/office/drawing/2014/main" id="{187CE2AA-EA01-477B-90F7-16DF52956F4C}"/>
              </a:ext>
            </a:extLst>
          </p:cNvPr>
          <p:cNvSpPr/>
          <p:nvPr/>
        </p:nvSpPr>
        <p:spPr>
          <a:xfrm>
            <a:off x="1542348" y="5307643"/>
            <a:ext cx="719712" cy="26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/>
          <a:p>
            <a:pPr lvl="0" algn="l">
              <a:defRPr sz="1800"/>
            </a:pPr>
            <a:r>
              <a:rPr lang="zh-TW" altLang="en-US" sz="1265">
                <a:latin typeface="Noto Sans CJK TC Thin"/>
                <a:ea typeface="Noto Sans CJK TC Thin"/>
                <a:cs typeface="Noto Sans CJK TC Thin"/>
                <a:sym typeface="Noto Sans CJK TC Thin"/>
              </a:rPr>
              <a:t>網際網路</a:t>
            </a:r>
            <a:endParaRPr sz="1265">
              <a:latin typeface="Noto Sans CJK TC Thin"/>
              <a:ea typeface="Noto Sans CJK TC Thin"/>
              <a:cs typeface="Noto Sans CJK TC Thin"/>
              <a:sym typeface="Noto Sans CJK TC Thin"/>
            </a:endParaRPr>
          </a:p>
        </p:txBody>
      </p:sp>
      <p:sp>
        <p:nvSpPr>
          <p:cNvPr id="203" name="Shape 83">
            <a:extLst>
              <a:ext uri="{FF2B5EF4-FFF2-40B4-BE49-F238E27FC236}">
                <a16:creationId xmlns:a16="http://schemas.microsoft.com/office/drawing/2014/main" id="{21116397-C069-475D-96A3-8AC6ECA00404}"/>
              </a:ext>
            </a:extLst>
          </p:cNvPr>
          <p:cNvSpPr/>
          <p:nvPr/>
        </p:nvSpPr>
        <p:spPr>
          <a:xfrm>
            <a:off x="3269976" y="2507256"/>
            <a:ext cx="1057947" cy="461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01" tIns="35701" rIns="35701" bIns="35701" anchor="ctr">
            <a:spAutoFit/>
          </a:bodyPr>
          <a:lstStyle/>
          <a:p>
            <a:pPr lvl="0" algn="l">
              <a:defRPr sz="1800"/>
            </a:pPr>
            <a:r>
              <a:rPr lang="en-US" altLang="zh-TW" sz="1265" dirty="0">
                <a:latin typeface="Noto Sans CJK TC Light"/>
                <a:cs typeface="Noto Sans CJK TC Light"/>
              </a:rPr>
              <a:t>Dell N2048 L2</a:t>
            </a:r>
          </a:p>
          <a:p>
            <a:pPr lvl="0" algn="l">
              <a:defRPr sz="1800"/>
            </a:pPr>
            <a:r>
              <a:rPr lang="en-US" altLang="zh-TW" sz="1265" dirty="0">
                <a:latin typeface="Noto Sans CJK TC Light"/>
                <a:cs typeface="Noto Sans CJK TC Light"/>
              </a:rPr>
              <a:t>Switch </a:t>
            </a:r>
            <a:endParaRPr sz="1265" dirty="0">
              <a:latin typeface="Noto Sans CJK TC Light"/>
              <a:ea typeface="Noto Sans CJK TC Thin"/>
              <a:cs typeface="Noto Sans CJK TC Light"/>
              <a:sym typeface="Noto Sans CJK TC Thin"/>
            </a:endParaRPr>
          </a:p>
        </p:txBody>
      </p:sp>
      <p:pic>
        <p:nvPicPr>
          <p:cNvPr id="204" name="pasted-image.pdf">
            <a:extLst>
              <a:ext uri="{FF2B5EF4-FFF2-40B4-BE49-F238E27FC236}">
                <a16:creationId xmlns:a16="http://schemas.microsoft.com/office/drawing/2014/main" id="{9201BC9D-D224-4AED-87BE-43C5510DBF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03845" y="870693"/>
            <a:ext cx="589072" cy="4017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pasted-image.pdf">
            <a:extLst>
              <a:ext uri="{FF2B5EF4-FFF2-40B4-BE49-F238E27FC236}">
                <a16:creationId xmlns:a16="http://schemas.microsoft.com/office/drawing/2014/main" id="{CDA869EE-B1EE-4132-830A-59D31DFA043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93666" y="1709503"/>
            <a:ext cx="410566" cy="410565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pasted-image.pdf">
            <a:extLst>
              <a:ext uri="{FF2B5EF4-FFF2-40B4-BE49-F238E27FC236}">
                <a16:creationId xmlns:a16="http://schemas.microsoft.com/office/drawing/2014/main" id="{D5BBD1DF-A509-456F-B9C9-FB5B1B141CB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19583" y="2648721"/>
            <a:ext cx="2624048" cy="20528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pasted-image.pdf">
            <a:extLst>
              <a:ext uri="{FF2B5EF4-FFF2-40B4-BE49-F238E27FC236}">
                <a16:creationId xmlns:a16="http://schemas.microsoft.com/office/drawing/2014/main" id="{C719E3D9-4886-4D8F-988B-79F01AF7DD0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96392" y="3320156"/>
            <a:ext cx="201833" cy="48439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9" name="圖片 208">
            <a:extLst>
              <a:ext uri="{FF2B5EF4-FFF2-40B4-BE49-F238E27FC236}">
                <a16:creationId xmlns:a16="http://schemas.microsoft.com/office/drawing/2014/main" id="{ECF53DAB-60B0-4C12-B7F4-D00DA606D3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44" y="4371128"/>
            <a:ext cx="597997" cy="133880"/>
          </a:xfrm>
          <a:prstGeom prst="rect">
            <a:avLst/>
          </a:prstGeom>
        </p:spPr>
      </p:pic>
      <p:pic>
        <p:nvPicPr>
          <p:cNvPr id="210" name="圖片 209">
            <a:extLst>
              <a:ext uri="{FF2B5EF4-FFF2-40B4-BE49-F238E27FC236}">
                <a16:creationId xmlns:a16="http://schemas.microsoft.com/office/drawing/2014/main" id="{7013A6EF-EA01-438B-8807-CB2776CA15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583" y="4956236"/>
            <a:ext cx="957284" cy="95728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F1E0969-99A4-49B6-8B7B-8A965E7E5010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1086" y="3320156"/>
            <a:ext cx="2777113" cy="2824721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D854A75C-DF7D-4E6E-A034-3BC795D51107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12880" y="3656525"/>
            <a:ext cx="3473195" cy="2577493"/>
          </a:xfrm>
          <a:prstGeom prst="rect">
            <a:avLst/>
          </a:prstGeom>
        </p:spPr>
      </p:pic>
      <p:pic>
        <p:nvPicPr>
          <p:cNvPr id="26" name="圖片 25" descr="一張含有 文字 的圖片&#10;&#10;自動產生的描述">
            <a:extLst>
              <a:ext uri="{FF2B5EF4-FFF2-40B4-BE49-F238E27FC236}">
                <a16:creationId xmlns:a16="http://schemas.microsoft.com/office/drawing/2014/main" id="{56B19954-2637-4D81-B8A6-714FB3D5836A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40225" y="367048"/>
            <a:ext cx="3443429" cy="2684909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F78B1A94-4675-4A2C-BC27-33734452DB15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86666" y="273479"/>
            <a:ext cx="3036368" cy="277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18765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7.01.13"/>
  <p:tag name="AS_TITLE" val="Aspose.Slides for .NET 4.0"/>
  <p:tag name="AS_VERSION" val="16.12.1.0"/>
</p:tagLst>
</file>

<file path=ppt/theme/theme1.xml><?xml version="1.0" encoding="utf-8"?>
<a:theme xmlns:a="http://schemas.openxmlformats.org/drawingml/2006/main" name="自訂設計">
  <a:themeElements>
    <a:clrScheme name="FDS CIS">
      <a:dk1>
        <a:srgbClr val="286987"/>
      </a:dk1>
      <a:lt1>
        <a:sysClr val="window" lastClr="FFFFFF"/>
      </a:lt1>
      <a:dk2>
        <a:srgbClr val="238CC3"/>
      </a:dk2>
      <a:lt2>
        <a:srgbClr val="19AACD"/>
      </a:lt2>
      <a:accent1>
        <a:srgbClr val="FFC000"/>
      </a:accent1>
      <a:accent2>
        <a:srgbClr val="ED7D31"/>
      </a:accent2>
      <a:accent3>
        <a:srgbClr val="C43B40"/>
      </a:accent3>
      <a:accent4>
        <a:srgbClr val="3C186E"/>
      </a:accent4>
      <a:accent5>
        <a:srgbClr val="077A2C"/>
      </a:accent5>
      <a:accent6>
        <a:srgbClr val="70AD47"/>
      </a:accent6>
      <a:hlink>
        <a:srgbClr val="4472C4"/>
      </a:hlink>
      <a:folHlink>
        <a:srgbClr val="954F72"/>
      </a:folHlink>
    </a:clrScheme>
    <a:fontScheme name="FDS Typography">
      <a:majorFont>
        <a:latin typeface="Noto Sans CJK TC Bold"/>
        <a:ea typeface="Noto Sans Mono CJK TC Bold"/>
        <a:cs typeface=""/>
      </a:majorFont>
      <a:minorFont>
        <a:latin typeface="Noto Sans CJK TC Regular"/>
        <a:ea typeface="Noto Sans Mono CJK TC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訂設計">
  <a:themeElements>
    <a:clrScheme name="FDS CIS">
      <a:dk1>
        <a:srgbClr val="286987"/>
      </a:dk1>
      <a:lt1>
        <a:sysClr val="window" lastClr="FFFFFF"/>
      </a:lt1>
      <a:dk2>
        <a:srgbClr val="238CC3"/>
      </a:dk2>
      <a:lt2>
        <a:srgbClr val="19AACD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DS Typography">
      <a:majorFont>
        <a:latin typeface="Noto Sans CJK TC Bold"/>
        <a:ea typeface="Noto Sans Mono CJK TC Bold"/>
        <a:cs typeface=""/>
      </a:majorFont>
      <a:minorFont>
        <a:latin typeface="Noto Sans CJK TC Regular"/>
        <a:ea typeface="Noto Sans Mono CJK TC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D26486A3D01448B8FB7ED57AA44987" ma:contentTypeVersion="13" ma:contentTypeDescription="Create a new document." ma:contentTypeScope="" ma:versionID="a24ebe44120680aa0bf9bd1b45d4ad00">
  <xsd:schema xmlns:xsd="http://www.w3.org/2001/XMLSchema" xmlns:xs="http://www.w3.org/2001/XMLSchema" xmlns:p="http://schemas.microsoft.com/office/2006/metadata/properties" xmlns:ns2="f4a0746e-b739-48f9-b089-9ff7900664d1" xmlns:ns3="39fbeb9e-f9fe-4fe5-9e7d-a25b7a8609e0" targetNamespace="http://schemas.microsoft.com/office/2006/metadata/properties" ma:root="true" ma:fieldsID="31cbca65cd61d244af291c5b17bf9fe2" ns2:_="" ns3:_="">
    <xsd:import namespace="f4a0746e-b739-48f9-b089-9ff7900664d1"/>
    <xsd:import namespace="39fbeb9e-f9fe-4fe5-9e7d-a25b7a8609e0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a0746e-b739-48f9-b089-9ff7900664d1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fbeb9e-f9fe-4fe5-9e7d-a25b7a8609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6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7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0F0514606215F2428AFBA0BAA90B0DD5" ma:contentTypeVersion="13" ma:contentTypeDescription="建立新的文件。" ma:contentTypeScope="" ma:versionID="5c9a403eb93dc403233f4317eecbc1dc">
  <xsd:schema xmlns:xsd="http://www.w3.org/2001/XMLSchema" xmlns:xs="http://www.w3.org/2001/XMLSchema" xmlns:p="http://schemas.microsoft.com/office/2006/metadata/properties" xmlns:ns2="8c59a646-2cc8-4c05-914d-ef1c0b995397" xmlns:ns3="e9a902ef-832a-4786-a73e-2ef5b726865c" targetNamespace="http://schemas.microsoft.com/office/2006/metadata/properties" ma:root="true" ma:fieldsID="aa6782ca6367b48ee58e37f037b5d931" ns2:_="" ns3:_="">
    <xsd:import namespace="8c59a646-2cc8-4c05-914d-ef1c0b995397"/>
    <xsd:import namespace="e9a902ef-832a-4786-a73e-2ef5b72686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_x63cf__x8ff0_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59a646-2cc8-4c05-914d-ef1c0b9953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x63cf__x8ff0_" ma:index="10" nillable="true" ma:displayName="描述" ma:format="Dropdown" ma:internalName="_x63cf__x8ff0_">
      <xsd:simpleType>
        <xsd:restriction base="dms:Text">
          <xsd:maxLength value="255"/>
        </xsd:restriction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影像標籤" ma:readOnly="false" ma:fieldId="{5cf76f15-5ced-4ddc-b409-7134ff3c332f}" ma:taxonomyMulti="true" ma:sspId="8a8bb8e7-fa07-4f64-9cb8-c9f087075c6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a902ef-832a-4786-a73e-2ef5b72686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7b1c80c-2684-4cda-8f8f-db8b83ba9b60}" ma:internalName="TaxCatchAll" ma:showField="CatchAllData" ma:web="e9a902ef-832a-4786-a73e-2ef5b72686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63cf__x8ff0_ xmlns="8c59a646-2cc8-4c05-914d-ef1c0b995397">先下載再修改，不要直接編輯！！！</_x63cf__x8ff0_>
    <TaxCatchAll xmlns="e9a902ef-832a-4786-a73e-2ef5b726865c" xsi:nil="true"/>
    <lcf76f155ced4ddcb4097134ff3c332f xmlns="8c59a646-2cc8-4c05-914d-ef1c0b995397">
      <Terms xmlns="http://schemas.microsoft.com/office/infopath/2007/PartnerControls"/>
    </lcf76f155ced4ddcb4097134ff3c332f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2BCB5F-EFB0-4242-AEA6-369F9B98CA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4a0746e-b739-48f9-b089-9ff7900664d1"/>
    <ds:schemaRef ds:uri="39fbeb9e-f9fe-4fe5-9e7d-a25b7a8609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E5F9DA-4F94-4D4A-9248-E480E8E8033C}"/>
</file>

<file path=customXml/itemProps3.xml><?xml version="1.0" encoding="utf-8"?>
<ds:datastoreItem xmlns:ds="http://schemas.openxmlformats.org/officeDocument/2006/customXml" ds:itemID="{1C1033FD-895B-436A-A744-E6AB946ED0BE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f4a0746e-b739-48f9-b089-9ff7900664d1"/>
    <ds:schemaRef ds:uri="http://purl.org/dc/terms/"/>
    <ds:schemaRef ds:uri="http://schemas.openxmlformats.org/package/2006/metadata/core-properties"/>
    <ds:schemaRef ds:uri="http://purl.org/dc/dcmitype/"/>
    <ds:schemaRef ds:uri="39fbeb9e-f9fe-4fe5-9e7d-a25b7a8609e0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55AB619B-0E86-4228-B54F-EBC697943F5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4235</TotalTime>
  <Words>136</Words>
  <Application>Microsoft Office PowerPoint</Application>
  <PresentationFormat>寬螢幕</PresentationFormat>
  <Paragraphs>58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6</vt:i4>
      </vt:variant>
    </vt:vector>
  </HeadingPairs>
  <TitlesOfParts>
    <vt:vector size="17" baseType="lpstr">
      <vt:lpstr>Noto Sans CJK TC Bold</vt:lpstr>
      <vt:lpstr>Noto Sans CJK TC Light</vt:lpstr>
      <vt:lpstr>Noto Sans CJK TC Regular</vt:lpstr>
      <vt:lpstr>Noto Sans CJK TC Thin</vt:lpstr>
      <vt:lpstr>arial</vt:lpstr>
      <vt:lpstr>arial</vt:lpstr>
      <vt:lpstr>Calibri</vt:lpstr>
      <vt:lpstr>Helvetica</vt:lpstr>
      <vt:lpstr>Karla</vt:lpstr>
      <vt:lpstr>自訂設計</vt:lpstr>
      <vt:lpstr>1_自訂設計</vt:lpstr>
      <vt:lpstr>PowerPoint 簡報</vt:lpstr>
      <vt:lpstr>PowerPoint 簡報</vt:lpstr>
      <vt:lpstr>讓自由系統陪伴您成長，共同打造IT績效 IT is not an issue, call us!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自由系統 Freedom Systems</dc:title>
  <dc:creator>Mandy Lin - Freedom Systems</dc:creator>
  <cp:lastModifiedBy>Mandy Lin - Freedom Systems</cp:lastModifiedBy>
  <cp:revision>5</cp:revision>
  <dcterms:created xsi:type="dcterms:W3CDTF">2021-09-02T08:11:45Z</dcterms:created>
  <dcterms:modified xsi:type="dcterms:W3CDTF">2021-10-25T07:39:33Z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ac022eab-bf99-4768-9339-e664d63fbc40</vt:lpwstr>
  </property>
  <property fmtid="{D5CDD505-2E9C-101B-9397-08002B2CF9AE}" pid="3" name="ContentTypeId">
    <vt:lpwstr>0x0101000F0514606215F2428AFBA0BAA90B0DD5</vt:lpwstr>
  </property>
  <property fmtid="{D5CDD505-2E9C-101B-9397-08002B2CF9AE}" pid="4" name="MediaServiceImageTags">
    <vt:lpwstr/>
  </property>
</Properties>
</file>